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9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4" r:id="rId8"/>
    <p:sldId id="261" r:id="rId9"/>
    <p:sldId id="262" r:id="rId10"/>
    <p:sldId id="265" r:id="rId11"/>
    <p:sldId id="267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>
      <p:cViewPr varScale="1">
        <p:scale>
          <a:sx n="63" d="100"/>
          <a:sy n="63" d="100"/>
        </p:scale>
        <p:origin x="14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1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4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4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2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6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5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2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9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6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13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9217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94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32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96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51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2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14369-42D4-4774-8264-228994D4D12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4F16E-9BD2-4D21-BC44-F74E2519D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20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90600" y="228600"/>
            <a:ext cx="7315200" cy="1825096"/>
          </a:xfrm>
        </p:spPr>
        <p:txBody>
          <a:bodyPr/>
          <a:lstStyle/>
          <a:p>
            <a:pPr algn="ctr"/>
            <a:r>
              <a:rPr lang="en-US" dirty="0"/>
              <a:t>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282296"/>
            <a:ext cx="8534400" cy="3276600"/>
          </a:xfrm>
        </p:spPr>
        <p:txBody>
          <a:bodyPr>
            <a:normAutofit lnSpcReduction="10000"/>
          </a:bodyPr>
          <a:lstStyle/>
          <a:p>
            <a:pPr algn="r"/>
            <a:r>
              <a:rPr lang="en-US" dirty="0"/>
              <a:t>BY “YOUR Name</a:t>
            </a:r>
          </a:p>
          <a:p>
            <a:pPr algn="r"/>
            <a:r>
              <a:rPr lang="en-US" dirty="0"/>
              <a:t>Student ID</a:t>
            </a:r>
          </a:p>
          <a:p>
            <a:pPr algn="r"/>
            <a:r>
              <a:rPr lang="en-US" dirty="0"/>
              <a:t>Supervisor Name”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ctr"/>
            <a:r>
              <a:rPr lang="en-US" dirty="0"/>
              <a:t>Thesis submitted in partial fulfillment of degree requirement of BS English (Applied Linguistics)</a:t>
            </a:r>
          </a:p>
          <a:p>
            <a:pPr algn="ctr"/>
            <a:r>
              <a:rPr lang="en-US" b="1" dirty="0"/>
              <a:t>VIRTUAL UNIVERSITY OF PAKISTAN</a:t>
            </a:r>
            <a:endParaRPr lang="en-US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77940" cy="1293028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Objectives of the Study</a:t>
            </a:r>
          </a:p>
          <a:p>
            <a:r>
              <a:rPr lang="en-US" dirty="0"/>
              <a:t>Research Methodology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19200" y="497840"/>
            <a:ext cx="6377940" cy="1293028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7244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83030" y="251292"/>
            <a:ext cx="6377940" cy="1293028"/>
          </a:xfrm>
        </p:spPr>
        <p:txBody>
          <a:bodyPr/>
          <a:lstStyle/>
          <a:p>
            <a:pPr algn="ctr"/>
            <a:r>
              <a:rPr lang="en-US" dirty="0"/>
              <a:t>Literature Review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8006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605029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Objectives of the Study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0" y="1709929"/>
            <a:ext cx="5562600" cy="1871471"/>
          </a:xfrm>
        </p:spPr>
        <p:txBody>
          <a:bodyPr/>
          <a:lstStyle/>
          <a:p>
            <a:r>
              <a:rPr lang="en-US" dirty="0"/>
              <a:t>Add objectives here</a:t>
            </a:r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457200" y="3048000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>
                <a:ln>
                  <a:noFill/>
                </a:ln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Research Questions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3352800" y="4038600"/>
            <a:ext cx="5562600" cy="2514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3276600" y="4114800"/>
            <a:ext cx="5562600" cy="1871471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 question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Significance of the Study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81400" y="1481328"/>
            <a:ext cx="5105400" cy="4525963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685800"/>
            <a:ext cx="6377940" cy="1293028"/>
          </a:xfrm>
        </p:spPr>
        <p:txBody>
          <a:bodyPr/>
          <a:lstStyle/>
          <a:p>
            <a:pPr algn="ctr"/>
            <a:r>
              <a:rPr lang="en-US" dirty="0"/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83030" y="762000"/>
            <a:ext cx="6377940" cy="1293028"/>
          </a:xfrm>
        </p:spPr>
        <p:txBody>
          <a:bodyPr/>
          <a:lstStyle/>
          <a:p>
            <a:pPr algn="ctr"/>
            <a:r>
              <a:rPr lang="en-US" dirty="0"/>
              <a:t>Data Analysis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2760" y="279209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19400" y="1600200"/>
            <a:ext cx="5867400" cy="4407091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2000"/>
            <a:ext cx="6377940" cy="1293028"/>
          </a:xfrm>
        </p:spPr>
        <p:txBody>
          <a:bodyPr/>
          <a:lstStyle/>
          <a:p>
            <a:pPr algn="ctr"/>
            <a:r>
              <a:rPr lang="en-US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2000"/>
            <a:ext cx="6377940" cy="1293028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4038600"/>
          </a:xfrm>
        </p:spPr>
        <p:txBody>
          <a:bodyPr>
            <a:noAutofit/>
          </a:bodyPr>
          <a:lstStyle/>
          <a:p>
            <a:pPr algn="ctr"/>
            <a:r>
              <a:rPr lang="en-US" sz="12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36</TotalTime>
  <Words>75</Words>
  <Application>Microsoft Office PowerPoint</Application>
  <PresentationFormat>On-screen Show (4:3)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Wingdings 2</vt:lpstr>
      <vt:lpstr>Wingdings 3</vt:lpstr>
      <vt:lpstr>Vapor Trail</vt:lpstr>
      <vt:lpstr>Topic</vt:lpstr>
      <vt:lpstr>Table of Contents</vt:lpstr>
      <vt:lpstr>Introduction</vt:lpstr>
      <vt:lpstr>Literature Review</vt:lpstr>
      <vt:lpstr>Objectives of the Study</vt:lpstr>
      <vt:lpstr>Significance of the Study</vt:lpstr>
      <vt:lpstr>Research Methodology</vt:lpstr>
      <vt:lpstr>Data Analysis</vt:lpstr>
      <vt:lpstr>Conclusion</vt:lpstr>
      <vt:lpstr>Recommendations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</dc:title>
  <dc:creator>hp</dc:creator>
  <cp:lastModifiedBy>Maha Zonish</cp:lastModifiedBy>
  <cp:revision>9</cp:revision>
  <dcterms:created xsi:type="dcterms:W3CDTF">2021-01-27T13:23:42Z</dcterms:created>
  <dcterms:modified xsi:type="dcterms:W3CDTF">2025-03-26T09:23:55Z</dcterms:modified>
</cp:coreProperties>
</file>