
<file path=[Content_Types].xml><?xml version="1.0" encoding="utf-8"?>
<Types xmlns="http://schemas.openxmlformats.org/package/2006/content-types">
  <Default Extension="png" ContentType="image/png"/>
  <Default Extension="jfif" ContentType="image/jpe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5.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7.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2.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3.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48"/>
  </p:notesMasterIdLst>
  <p:sldIdLst>
    <p:sldId id="342" r:id="rId2"/>
    <p:sldId id="352" r:id="rId3"/>
    <p:sldId id="353" r:id="rId4"/>
    <p:sldId id="354" r:id="rId5"/>
    <p:sldId id="376" r:id="rId6"/>
    <p:sldId id="378" r:id="rId7"/>
    <p:sldId id="392" r:id="rId8"/>
    <p:sldId id="375" r:id="rId9"/>
    <p:sldId id="358" r:id="rId10"/>
    <p:sldId id="359" r:id="rId11"/>
    <p:sldId id="360" r:id="rId12"/>
    <p:sldId id="363" r:id="rId13"/>
    <p:sldId id="391" r:id="rId14"/>
    <p:sldId id="388" r:id="rId15"/>
    <p:sldId id="387" r:id="rId16"/>
    <p:sldId id="368" r:id="rId17"/>
    <p:sldId id="406" r:id="rId18"/>
    <p:sldId id="370" r:id="rId19"/>
    <p:sldId id="394" r:id="rId20"/>
    <p:sldId id="397" r:id="rId21"/>
    <p:sldId id="395" r:id="rId22"/>
    <p:sldId id="396" r:id="rId23"/>
    <p:sldId id="407" r:id="rId24"/>
    <p:sldId id="408" r:id="rId25"/>
    <p:sldId id="409" r:id="rId26"/>
    <p:sldId id="295" r:id="rId27"/>
    <p:sldId id="320" r:id="rId28"/>
    <p:sldId id="292" r:id="rId29"/>
    <p:sldId id="403" r:id="rId30"/>
    <p:sldId id="404" r:id="rId31"/>
    <p:sldId id="401" r:id="rId32"/>
    <p:sldId id="402" r:id="rId33"/>
    <p:sldId id="405" r:id="rId34"/>
    <p:sldId id="322" r:id="rId35"/>
    <p:sldId id="323" r:id="rId36"/>
    <p:sldId id="278" r:id="rId37"/>
    <p:sldId id="398" r:id="rId38"/>
    <p:sldId id="411" r:id="rId39"/>
    <p:sldId id="399" r:id="rId40"/>
    <p:sldId id="293" r:id="rId41"/>
    <p:sldId id="412" r:id="rId42"/>
    <p:sldId id="364" r:id="rId43"/>
    <p:sldId id="410" r:id="rId44"/>
    <p:sldId id="366" r:id="rId45"/>
    <p:sldId id="413" r:id="rId46"/>
    <p:sldId id="367"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5F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3792" autoAdjust="0"/>
  </p:normalViewPr>
  <p:slideViewPr>
    <p:cSldViewPr snapToGrid="0">
      <p:cViewPr varScale="1">
        <p:scale>
          <a:sx n="104" d="100"/>
          <a:sy n="104" d="100"/>
        </p:scale>
        <p:origin x="780"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image" Target="../media/image10.png"/><Relationship Id="rId4" Type="http://schemas.openxmlformats.org/officeDocument/2006/relationships/image" Target="../media/image15.svg"/></Relationships>
</file>

<file path=ppt/diagrams/_rels/data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image" Target="../media/image10.png"/><Relationship Id="rId4" Type="http://schemas.openxmlformats.org/officeDocument/2006/relationships/image" Target="../media/image15.svg"/></Relationships>
</file>

<file path=ppt/diagrams/_rels/data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image" Target="../media/image10.png"/><Relationship Id="rId4" Type="http://schemas.openxmlformats.org/officeDocument/2006/relationships/image" Target="../media/image15.svg"/></Relationships>
</file>

<file path=ppt/diagrams/_rels/data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svg"/><Relationship Id="rId1" Type="http://schemas.openxmlformats.org/officeDocument/2006/relationships/image" Target="../media/image13.png"/><Relationship Id="rId4" Type="http://schemas.openxmlformats.org/officeDocument/2006/relationships/image" Target="../media/image8.svg"/></Relationships>
</file>

<file path=ppt/diagrams/_rels/data2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image" Target="../media/image10.png"/><Relationship Id="rId4" Type="http://schemas.openxmlformats.org/officeDocument/2006/relationships/image" Target="../media/image15.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image" Target="../media/image10.png"/><Relationship Id="rId4" Type="http://schemas.openxmlformats.org/officeDocument/2006/relationships/image" Target="../media/image15.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svg"/><Relationship Id="rId1" Type="http://schemas.openxmlformats.org/officeDocument/2006/relationships/image" Target="../media/image10.png"/><Relationship Id="rId4" Type="http://schemas.openxmlformats.org/officeDocument/2006/relationships/image" Target="../media/image15.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svg"/><Relationship Id="rId1" Type="http://schemas.openxmlformats.org/officeDocument/2006/relationships/image" Target="../media/image13.png"/><Relationship Id="rId4" Type="http://schemas.openxmlformats.org/officeDocument/2006/relationships/image" Target="../media/image8.svg"/></Relationships>
</file>

<file path=ppt/diagrams/_rels/drawing2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to Message Passing.</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Message Passing Model.</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t>
        <a:bodyPr/>
        <a:lstStyle/>
        <a:p>
          <a:endParaRPr lang="en-US"/>
        </a:p>
      </dgm:t>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custScaleX="107659">
        <dgm:presLayoutVars>
          <dgm:chMax val="0"/>
          <dgm:chPref val="0"/>
        </dgm:presLayoutVars>
      </dgm:prSet>
      <dgm:spPr/>
      <dgm:t>
        <a:bodyPr/>
        <a:lstStyle/>
        <a:p>
          <a:endParaRPr lang="en-US"/>
        </a:p>
      </dgm:t>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custLinFactNeighborX="-4446"/>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t>
        <a:bodyPr/>
        <a:lstStyle/>
        <a:p>
          <a:endParaRPr lang="en-US"/>
        </a:p>
      </dgm:t>
    </dgm:pt>
  </dgm:ptLst>
  <dgm:cxnLst>
    <dgm:cxn modelId="{EA474EB2-2FA0-4EB5-B43B-96F69CF80FDF}" type="presOf" srcId="{B52304F7-9CCF-4381-9DB7-D65E8FF69D98}" destId="{17273AB3-1C10-4C7C-8AEC-2DC6562CD53E}"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7D93A2FB-E493-4057-9321-1F6F3DDA93FB}" srcId="{AC605FAC-F4E1-443B-91BE-22C6277E36A9}" destId="{B52304F7-9CCF-4381-9DB7-D65E8FF69D98}" srcOrd="1" destOrd="0" parTransId="{5A3F200D-6884-4F08-B3E1-ED350FEF42E7}" sibTransId="{3B0ED119-AD1B-484D-96A0-C81E45281368}"/>
    <dgm:cxn modelId="{EC3A6D8C-FF5E-4705-AD3B-8C9EF9B23F68}" type="presOf" srcId="{AC605FAC-F4E1-443B-91BE-22C6277E36A9}" destId="{203A11AC-6691-4719-A18C-2D6C7EA9F1B7}" srcOrd="0" destOrd="0" presId="urn:microsoft.com/office/officeart/2018/2/layout/IconVerticalSolidList"/>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D7D6A3-4525-437E-91AB-E4CF324D52F3}"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8E9E9645-9846-4879-A0BC-5A8CBA109164}">
      <dgm:prSet/>
      <dgm:spPr/>
      <dgm:t>
        <a:bodyPr/>
        <a:lstStyle/>
        <a:p>
          <a:r>
            <a:rPr lang="en-US" dirty="0"/>
            <a:t>Message passing is the most commonly used parallel programming approach in distributed memory systems. Here, the programmer has to determine the parallelism. In this model, all the processors have their own local memory unit and they exchange data through a communication network.</a:t>
          </a:r>
        </a:p>
      </dgm:t>
    </dgm:pt>
    <dgm:pt modelId="{4BCBACBB-6C48-456B-8909-3BEA93BB5713}" type="parTrans" cxnId="{F8C503EE-A87E-4E4B-985B-2BD52DAF3AE0}">
      <dgm:prSet/>
      <dgm:spPr/>
      <dgm:t>
        <a:bodyPr/>
        <a:lstStyle/>
        <a:p>
          <a:endParaRPr lang="en-US"/>
        </a:p>
      </dgm:t>
    </dgm:pt>
    <dgm:pt modelId="{92258B9B-F3A8-49FD-B856-E95B00DE0944}" type="sibTrans" cxnId="{F8C503EE-A87E-4E4B-985B-2BD52DAF3AE0}">
      <dgm:prSet/>
      <dgm:spPr/>
      <dgm:t>
        <a:bodyPr/>
        <a:lstStyle/>
        <a:p>
          <a:endParaRPr lang="en-US"/>
        </a:p>
      </dgm:t>
    </dgm:pt>
    <dgm:pt modelId="{29D1542C-AABD-432F-B71C-85EC40ADDB18}">
      <dgm:prSet/>
      <dgm:spPr/>
      <dgm:t>
        <a:bodyPr/>
        <a:lstStyle/>
        <a:p>
          <a:r>
            <a:rPr lang="en-US" b="0" i="0" dirty="0"/>
            <a:t>There are two main types of message passing: synchronous and asynchronous.</a:t>
          </a:r>
          <a:endParaRPr lang="en-US" dirty="0"/>
        </a:p>
      </dgm:t>
    </dgm:pt>
    <dgm:pt modelId="{CAFDEF0D-4BF2-40B1-8281-05EDFE93153F}" type="parTrans" cxnId="{C3E7FD2C-E2B7-4027-BE01-189F13E701B6}">
      <dgm:prSet/>
      <dgm:spPr/>
      <dgm:t>
        <a:bodyPr/>
        <a:lstStyle/>
        <a:p>
          <a:endParaRPr lang="en-US"/>
        </a:p>
      </dgm:t>
    </dgm:pt>
    <dgm:pt modelId="{59A50FBE-6C48-40CB-BFFF-2663D8DFB988}" type="sibTrans" cxnId="{C3E7FD2C-E2B7-4027-BE01-189F13E701B6}">
      <dgm:prSet/>
      <dgm:spPr/>
      <dgm:t>
        <a:bodyPr/>
        <a:lstStyle/>
        <a:p>
          <a:endParaRPr lang="en-US"/>
        </a:p>
      </dgm:t>
    </dgm:pt>
    <dgm:pt modelId="{F58B60AB-3B70-44DC-8069-7C993F69103B}" type="pres">
      <dgm:prSet presAssocID="{D9D7D6A3-4525-437E-91AB-E4CF324D52F3}" presName="Name0" presStyleCnt="0">
        <dgm:presLayoutVars>
          <dgm:dir/>
          <dgm:animLvl val="lvl"/>
          <dgm:resizeHandles val="exact"/>
        </dgm:presLayoutVars>
      </dgm:prSet>
      <dgm:spPr/>
      <dgm:t>
        <a:bodyPr/>
        <a:lstStyle/>
        <a:p>
          <a:endParaRPr lang="en-US"/>
        </a:p>
      </dgm:t>
    </dgm:pt>
    <dgm:pt modelId="{1871280B-DBBD-4A46-9456-616EBF3E9EF3}" type="pres">
      <dgm:prSet presAssocID="{29D1542C-AABD-432F-B71C-85EC40ADDB18}" presName="boxAndChildren" presStyleCnt="0"/>
      <dgm:spPr/>
    </dgm:pt>
    <dgm:pt modelId="{2EAA28E2-A598-4FEE-9D62-8B3A54E6950F}" type="pres">
      <dgm:prSet presAssocID="{29D1542C-AABD-432F-B71C-85EC40ADDB18}" presName="parentTextBox" presStyleLbl="node1" presStyleIdx="0" presStyleCnt="2"/>
      <dgm:spPr/>
      <dgm:t>
        <a:bodyPr/>
        <a:lstStyle/>
        <a:p>
          <a:endParaRPr lang="en-US"/>
        </a:p>
      </dgm:t>
    </dgm:pt>
    <dgm:pt modelId="{0BF0AB30-7D71-437B-AAE9-4391627845E7}" type="pres">
      <dgm:prSet presAssocID="{92258B9B-F3A8-49FD-B856-E95B00DE0944}" presName="sp" presStyleCnt="0"/>
      <dgm:spPr/>
    </dgm:pt>
    <dgm:pt modelId="{F59BC583-FA65-40E0-A446-05BEC48DF82C}" type="pres">
      <dgm:prSet presAssocID="{8E9E9645-9846-4879-A0BC-5A8CBA109164}" presName="arrowAndChildren" presStyleCnt="0"/>
      <dgm:spPr/>
    </dgm:pt>
    <dgm:pt modelId="{11C9053D-B9A2-4FF2-8EE9-9F149FB65CB1}" type="pres">
      <dgm:prSet presAssocID="{8E9E9645-9846-4879-A0BC-5A8CBA109164}" presName="parentTextArrow" presStyleLbl="node1" presStyleIdx="1" presStyleCnt="2"/>
      <dgm:spPr/>
      <dgm:t>
        <a:bodyPr/>
        <a:lstStyle/>
        <a:p>
          <a:endParaRPr lang="en-US"/>
        </a:p>
      </dgm:t>
    </dgm:pt>
  </dgm:ptLst>
  <dgm:cxnLst>
    <dgm:cxn modelId="{E458BA47-F81E-407F-AAB4-E884F29CF8C8}" type="presOf" srcId="{29D1542C-AABD-432F-B71C-85EC40ADDB18}" destId="{2EAA28E2-A598-4FEE-9D62-8B3A54E6950F}" srcOrd="0" destOrd="0" presId="urn:microsoft.com/office/officeart/2005/8/layout/process4"/>
    <dgm:cxn modelId="{9793AB68-7002-4678-A651-6F1727C9F59A}" type="presOf" srcId="{D9D7D6A3-4525-437E-91AB-E4CF324D52F3}" destId="{F58B60AB-3B70-44DC-8069-7C993F69103B}" srcOrd="0" destOrd="0" presId="urn:microsoft.com/office/officeart/2005/8/layout/process4"/>
    <dgm:cxn modelId="{F8C503EE-A87E-4E4B-985B-2BD52DAF3AE0}" srcId="{D9D7D6A3-4525-437E-91AB-E4CF324D52F3}" destId="{8E9E9645-9846-4879-A0BC-5A8CBA109164}" srcOrd="0" destOrd="0" parTransId="{4BCBACBB-6C48-456B-8909-3BEA93BB5713}" sibTransId="{92258B9B-F3A8-49FD-B856-E95B00DE0944}"/>
    <dgm:cxn modelId="{C3E7FD2C-E2B7-4027-BE01-189F13E701B6}" srcId="{D9D7D6A3-4525-437E-91AB-E4CF324D52F3}" destId="{29D1542C-AABD-432F-B71C-85EC40ADDB18}" srcOrd="1" destOrd="0" parTransId="{CAFDEF0D-4BF2-40B1-8281-05EDFE93153F}" sibTransId="{59A50FBE-6C48-40CB-BFFF-2663D8DFB988}"/>
    <dgm:cxn modelId="{775793B6-0AE7-4B87-A3A3-B48948712187}" type="presOf" srcId="{8E9E9645-9846-4879-A0BC-5A8CBA109164}" destId="{11C9053D-B9A2-4FF2-8EE9-9F149FB65CB1}" srcOrd="0" destOrd="0" presId="urn:microsoft.com/office/officeart/2005/8/layout/process4"/>
    <dgm:cxn modelId="{EE15680B-556F-42EC-A1C8-926AF9869353}" type="presParOf" srcId="{F58B60AB-3B70-44DC-8069-7C993F69103B}" destId="{1871280B-DBBD-4A46-9456-616EBF3E9EF3}" srcOrd="0" destOrd="0" presId="urn:microsoft.com/office/officeart/2005/8/layout/process4"/>
    <dgm:cxn modelId="{CA8115F5-3704-4218-8A48-8283A1D6D7A7}" type="presParOf" srcId="{1871280B-DBBD-4A46-9456-616EBF3E9EF3}" destId="{2EAA28E2-A598-4FEE-9D62-8B3A54E6950F}" srcOrd="0" destOrd="0" presId="urn:microsoft.com/office/officeart/2005/8/layout/process4"/>
    <dgm:cxn modelId="{0AE5897D-3DB0-48A7-B7E4-D353D7989F9B}" type="presParOf" srcId="{F58B60AB-3B70-44DC-8069-7C993F69103B}" destId="{0BF0AB30-7D71-437B-AAE9-4391627845E7}" srcOrd="1" destOrd="0" presId="urn:microsoft.com/office/officeart/2005/8/layout/process4"/>
    <dgm:cxn modelId="{DA263FF6-5B12-409A-A61B-5787F2C9B975}" type="presParOf" srcId="{F58B60AB-3B70-44DC-8069-7C993F69103B}" destId="{F59BC583-FA65-40E0-A446-05BEC48DF82C}" srcOrd="2" destOrd="0" presId="urn:microsoft.com/office/officeart/2005/8/layout/process4"/>
    <dgm:cxn modelId="{A890F486-1550-4040-9154-AAE7FA870E5F}" type="presParOf" srcId="{F59BC583-FA65-40E0-A446-05BEC48DF82C}" destId="{11C9053D-B9A2-4FF2-8EE9-9F149FB65CB1}"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505814-D3A5-409E-8B49-D1D691AD46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43EE2E82-BB44-4256-8D11-9DA4C0926539}">
      <dgm:prSet/>
      <dgm:spPr/>
      <dgm:t>
        <a:bodyPr/>
        <a:lstStyle/>
        <a:p>
          <a:r>
            <a:rPr lang="en-US" dirty="0"/>
            <a:t>Processors use message-passing libraries for communication among themselves. Along with the data being sent, the message contains the following components:</a:t>
          </a:r>
          <a:endParaRPr lang="en-PK" dirty="0"/>
        </a:p>
      </dgm:t>
    </dgm:pt>
    <dgm:pt modelId="{EF6B2D95-6E6C-4059-8C4A-5FC7FE6A1916}" type="parTrans" cxnId="{CB916006-2E35-44F7-AE08-E7AF41F65091}">
      <dgm:prSet/>
      <dgm:spPr/>
      <dgm:t>
        <a:bodyPr/>
        <a:lstStyle/>
        <a:p>
          <a:endParaRPr lang="en-PK"/>
        </a:p>
      </dgm:t>
    </dgm:pt>
    <dgm:pt modelId="{DCAED123-9535-4DB9-8D89-4D4CCC125C23}" type="sibTrans" cxnId="{CB916006-2E35-44F7-AE08-E7AF41F65091}">
      <dgm:prSet/>
      <dgm:spPr/>
      <dgm:t>
        <a:bodyPr/>
        <a:lstStyle/>
        <a:p>
          <a:endParaRPr lang="en-PK"/>
        </a:p>
      </dgm:t>
    </dgm:pt>
    <dgm:pt modelId="{D6D78DAA-5C5D-4428-AA07-D87F9F4A95E3}">
      <dgm:prSet/>
      <dgm:spPr/>
      <dgm:t>
        <a:bodyPr/>
        <a:lstStyle/>
        <a:p>
          <a:r>
            <a:rPr lang="en-US" dirty="0"/>
            <a:t>The address of the processor from which the message is being sent.</a:t>
          </a:r>
          <a:endParaRPr lang="en-PK" dirty="0"/>
        </a:p>
      </dgm:t>
    </dgm:pt>
    <dgm:pt modelId="{90AF7412-6264-4B69-89C8-7D054BD0AFD5}" type="parTrans" cxnId="{2E112626-863B-47CD-A008-B3BA1F64C6E0}">
      <dgm:prSet/>
      <dgm:spPr/>
      <dgm:t>
        <a:bodyPr/>
        <a:lstStyle/>
        <a:p>
          <a:endParaRPr lang="en-PK"/>
        </a:p>
      </dgm:t>
    </dgm:pt>
    <dgm:pt modelId="{1370E59F-89D1-4D1E-89C3-58169CDA0546}" type="sibTrans" cxnId="{2E112626-863B-47CD-A008-B3BA1F64C6E0}">
      <dgm:prSet/>
      <dgm:spPr/>
      <dgm:t>
        <a:bodyPr/>
        <a:lstStyle/>
        <a:p>
          <a:endParaRPr lang="en-PK"/>
        </a:p>
      </dgm:t>
    </dgm:pt>
    <dgm:pt modelId="{4F002E0C-8E8E-40D8-95C4-6626FD9B1E29}">
      <dgm:prSet/>
      <dgm:spPr/>
      <dgm:t>
        <a:bodyPr/>
        <a:lstStyle/>
        <a:p>
          <a:r>
            <a:rPr lang="en-US" dirty="0"/>
            <a:t>Starting address of the memory location of the data in the sending processor.</a:t>
          </a:r>
          <a:endParaRPr lang="en-PK" dirty="0"/>
        </a:p>
      </dgm:t>
    </dgm:pt>
    <dgm:pt modelId="{D6AFE60A-E08D-4B2E-8CB8-82EF4E721513}" type="parTrans" cxnId="{4A958E9C-1B5D-4D69-BF81-7785ABCF951B}">
      <dgm:prSet/>
      <dgm:spPr/>
      <dgm:t>
        <a:bodyPr/>
        <a:lstStyle/>
        <a:p>
          <a:endParaRPr lang="en-PK"/>
        </a:p>
      </dgm:t>
    </dgm:pt>
    <dgm:pt modelId="{58FC15EA-E283-40DD-97AD-372044B6F89C}" type="sibTrans" cxnId="{4A958E9C-1B5D-4D69-BF81-7785ABCF951B}">
      <dgm:prSet/>
      <dgm:spPr/>
      <dgm:t>
        <a:bodyPr/>
        <a:lstStyle/>
        <a:p>
          <a:endParaRPr lang="en-PK"/>
        </a:p>
      </dgm:t>
    </dgm:pt>
    <dgm:pt modelId="{6798CA81-40B6-4F87-BA13-C9577E979D77}">
      <dgm:prSet/>
      <dgm:spPr/>
      <dgm:t>
        <a:bodyPr/>
        <a:lstStyle/>
        <a:p>
          <a:r>
            <a:rPr lang="en-US" dirty="0"/>
            <a:t>Data type of the sending data.</a:t>
          </a:r>
          <a:endParaRPr lang="en-PK" dirty="0"/>
        </a:p>
      </dgm:t>
    </dgm:pt>
    <dgm:pt modelId="{1FA29FAE-12E2-40C2-8AAE-C4B26FB6C75A}" type="parTrans" cxnId="{4F1DAF45-CEE6-4672-A2BF-3A96ED7E7717}">
      <dgm:prSet/>
      <dgm:spPr/>
      <dgm:t>
        <a:bodyPr/>
        <a:lstStyle/>
        <a:p>
          <a:endParaRPr lang="en-PK"/>
        </a:p>
      </dgm:t>
    </dgm:pt>
    <dgm:pt modelId="{02BD1BC5-6687-4A2A-9109-1CEE4E532C22}" type="sibTrans" cxnId="{4F1DAF45-CEE6-4672-A2BF-3A96ED7E7717}">
      <dgm:prSet/>
      <dgm:spPr/>
      <dgm:t>
        <a:bodyPr/>
        <a:lstStyle/>
        <a:p>
          <a:endParaRPr lang="en-PK"/>
        </a:p>
      </dgm:t>
    </dgm:pt>
    <dgm:pt modelId="{31A2A147-AFEA-49E5-A701-8308EA015465}">
      <dgm:prSet/>
      <dgm:spPr/>
      <dgm:t>
        <a:bodyPr/>
        <a:lstStyle/>
        <a:p>
          <a:r>
            <a:rPr lang="en-US" dirty="0"/>
            <a:t>Data size of the sending data.</a:t>
          </a:r>
          <a:endParaRPr lang="en-PK" dirty="0"/>
        </a:p>
      </dgm:t>
    </dgm:pt>
    <dgm:pt modelId="{073E4F4E-1652-4FB6-B715-81C78D7A8863}" type="parTrans" cxnId="{AC906815-5FA3-420C-BA1D-C50F0E47E250}">
      <dgm:prSet/>
      <dgm:spPr/>
      <dgm:t>
        <a:bodyPr/>
        <a:lstStyle/>
        <a:p>
          <a:endParaRPr lang="en-PK"/>
        </a:p>
      </dgm:t>
    </dgm:pt>
    <dgm:pt modelId="{E98A1727-9D68-414D-950F-71E98EBD92B1}" type="sibTrans" cxnId="{AC906815-5FA3-420C-BA1D-C50F0E47E250}">
      <dgm:prSet/>
      <dgm:spPr/>
      <dgm:t>
        <a:bodyPr/>
        <a:lstStyle/>
        <a:p>
          <a:endParaRPr lang="en-PK"/>
        </a:p>
      </dgm:t>
    </dgm:pt>
    <dgm:pt modelId="{A6323A0B-5745-479C-9CF8-3EE50D7C4EAD}">
      <dgm:prSet/>
      <dgm:spPr/>
      <dgm:t>
        <a:bodyPr/>
        <a:lstStyle/>
        <a:p>
          <a:r>
            <a:rPr lang="en-US" dirty="0"/>
            <a:t>The address of the processor to which the message is being sent.</a:t>
          </a:r>
          <a:endParaRPr lang="en-PK" dirty="0"/>
        </a:p>
      </dgm:t>
    </dgm:pt>
    <dgm:pt modelId="{5C68FE8D-1A2E-4EFC-A3DC-AEB6F775BA31}" type="parTrans" cxnId="{379CBCA8-D009-46F3-91E3-DFC078D17622}">
      <dgm:prSet/>
      <dgm:spPr/>
      <dgm:t>
        <a:bodyPr/>
        <a:lstStyle/>
        <a:p>
          <a:endParaRPr lang="en-PK"/>
        </a:p>
      </dgm:t>
    </dgm:pt>
    <dgm:pt modelId="{12B18C85-FEBB-4294-B12B-CFF53516CEC8}" type="sibTrans" cxnId="{379CBCA8-D009-46F3-91E3-DFC078D17622}">
      <dgm:prSet/>
      <dgm:spPr/>
      <dgm:t>
        <a:bodyPr/>
        <a:lstStyle/>
        <a:p>
          <a:endParaRPr lang="en-PK"/>
        </a:p>
      </dgm:t>
    </dgm:pt>
    <dgm:pt modelId="{20409CCF-4DC2-4A19-BE86-1B1EFF2265F8}">
      <dgm:prSet/>
      <dgm:spPr/>
      <dgm:t>
        <a:bodyPr/>
        <a:lstStyle/>
        <a:p>
          <a:r>
            <a:rPr lang="en-US" dirty="0"/>
            <a:t>Starting address of the memory location for the data in the receiving processor.</a:t>
          </a:r>
          <a:endParaRPr lang="en-PK" dirty="0"/>
        </a:p>
      </dgm:t>
    </dgm:pt>
    <dgm:pt modelId="{FF0C3809-6913-48C2-BCE5-64B222F753D3}" type="parTrans" cxnId="{306736F2-B380-4FFA-8C1E-AE2A89A2E68F}">
      <dgm:prSet/>
      <dgm:spPr/>
      <dgm:t>
        <a:bodyPr/>
        <a:lstStyle/>
        <a:p>
          <a:endParaRPr lang="en-PK"/>
        </a:p>
      </dgm:t>
    </dgm:pt>
    <dgm:pt modelId="{034AB200-3107-4485-81BA-57341A87DC96}" type="sibTrans" cxnId="{306736F2-B380-4FFA-8C1E-AE2A89A2E68F}">
      <dgm:prSet/>
      <dgm:spPr/>
      <dgm:t>
        <a:bodyPr/>
        <a:lstStyle/>
        <a:p>
          <a:endParaRPr lang="en-PK"/>
        </a:p>
      </dgm:t>
    </dgm:pt>
    <dgm:pt modelId="{31588CC7-0E7A-4C29-A23F-FF633BE0781B}" type="pres">
      <dgm:prSet presAssocID="{81505814-D3A5-409E-8B49-D1D691AD4637}" presName="linear" presStyleCnt="0">
        <dgm:presLayoutVars>
          <dgm:animLvl val="lvl"/>
          <dgm:resizeHandles val="exact"/>
        </dgm:presLayoutVars>
      </dgm:prSet>
      <dgm:spPr/>
      <dgm:t>
        <a:bodyPr/>
        <a:lstStyle/>
        <a:p>
          <a:endParaRPr lang="en-US"/>
        </a:p>
      </dgm:t>
    </dgm:pt>
    <dgm:pt modelId="{BDDFD6C7-1547-4018-8B13-09AF2C0B41AD}" type="pres">
      <dgm:prSet presAssocID="{43EE2E82-BB44-4256-8D11-9DA4C0926539}" presName="parentText" presStyleLbl="node1" presStyleIdx="0" presStyleCnt="1">
        <dgm:presLayoutVars>
          <dgm:chMax val="0"/>
          <dgm:bulletEnabled val="1"/>
        </dgm:presLayoutVars>
      </dgm:prSet>
      <dgm:spPr/>
      <dgm:t>
        <a:bodyPr/>
        <a:lstStyle/>
        <a:p>
          <a:endParaRPr lang="en-US"/>
        </a:p>
      </dgm:t>
    </dgm:pt>
    <dgm:pt modelId="{4BB027A7-3711-423F-B925-E6B96C983ADE}" type="pres">
      <dgm:prSet presAssocID="{43EE2E82-BB44-4256-8D11-9DA4C0926539}" presName="childText" presStyleLbl="revTx" presStyleIdx="0" presStyleCnt="1">
        <dgm:presLayoutVars>
          <dgm:bulletEnabled val="1"/>
        </dgm:presLayoutVars>
      </dgm:prSet>
      <dgm:spPr/>
      <dgm:t>
        <a:bodyPr/>
        <a:lstStyle/>
        <a:p>
          <a:endParaRPr lang="en-US"/>
        </a:p>
      </dgm:t>
    </dgm:pt>
  </dgm:ptLst>
  <dgm:cxnLst>
    <dgm:cxn modelId="{AC906815-5FA3-420C-BA1D-C50F0E47E250}" srcId="{43EE2E82-BB44-4256-8D11-9DA4C0926539}" destId="{31A2A147-AFEA-49E5-A701-8308EA015465}" srcOrd="3" destOrd="0" parTransId="{073E4F4E-1652-4FB6-B715-81C78D7A8863}" sibTransId="{E98A1727-9D68-414D-950F-71E98EBD92B1}"/>
    <dgm:cxn modelId="{4A958E9C-1B5D-4D69-BF81-7785ABCF951B}" srcId="{43EE2E82-BB44-4256-8D11-9DA4C0926539}" destId="{4F002E0C-8E8E-40D8-95C4-6626FD9B1E29}" srcOrd="1" destOrd="0" parTransId="{D6AFE60A-E08D-4B2E-8CB8-82EF4E721513}" sibTransId="{58FC15EA-E283-40DD-97AD-372044B6F89C}"/>
    <dgm:cxn modelId="{2E112626-863B-47CD-A008-B3BA1F64C6E0}" srcId="{43EE2E82-BB44-4256-8D11-9DA4C0926539}" destId="{D6D78DAA-5C5D-4428-AA07-D87F9F4A95E3}" srcOrd="0" destOrd="0" parTransId="{90AF7412-6264-4B69-89C8-7D054BD0AFD5}" sibTransId="{1370E59F-89D1-4D1E-89C3-58169CDA0546}"/>
    <dgm:cxn modelId="{8DF05A63-548C-476E-B41C-BECBCC920A47}" type="presOf" srcId="{A6323A0B-5745-479C-9CF8-3EE50D7C4EAD}" destId="{4BB027A7-3711-423F-B925-E6B96C983ADE}" srcOrd="0" destOrd="4" presId="urn:microsoft.com/office/officeart/2005/8/layout/vList2"/>
    <dgm:cxn modelId="{1DB7E58E-D734-4D3C-B1E3-B53FE64E9DBB}" type="presOf" srcId="{4F002E0C-8E8E-40D8-95C4-6626FD9B1E29}" destId="{4BB027A7-3711-423F-B925-E6B96C983ADE}" srcOrd="0" destOrd="1" presId="urn:microsoft.com/office/officeart/2005/8/layout/vList2"/>
    <dgm:cxn modelId="{15F7891A-6965-434C-960A-D5D34C9A4A66}" type="presOf" srcId="{43EE2E82-BB44-4256-8D11-9DA4C0926539}" destId="{BDDFD6C7-1547-4018-8B13-09AF2C0B41AD}" srcOrd="0" destOrd="0" presId="urn:microsoft.com/office/officeart/2005/8/layout/vList2"/>
    <dgm:cxn modelId="{A85D2573-83A8-4E53-9352-FCB44914BB74}" type="presOf" srcId="{6798CA81-40B6-4F87-BA13-C9577E979D77}" destId="{4BB027A7-3711-423F-B925-E6B96C983ADE}" srcOrd="0" destOrd="2" presId="urn:microsoft.com/office/officeart/2005/8/layout/vList2"/>
    <dgm:cxn modelId="{CB916006-2E35-44F7-AE08-E7AF41F65091}" srcId="{81505814-D3A5-409E-8B49-D1D691AD4637}" destId="{43EE2E82-BB44-4256-8D11-9DA4C0926539}" srcOrd="0" destOrd="0" parTransId="{EF6B2D95-6E6C-4059-8C4A-5FC7FE6A1916}" sibTransId="{DCAED123-9535-4DB9-8D89-4D4CCC125C23}"/>
    <dgm:cxn modelId="{BF18A2B6-0FCE-45F4-B5D2-779C2A7DA005}" type="presOf" srcId="{20409CCF-4DC2-4A19-BE86-1B1EFF2265F8}" destId="{4BB027A7-3711-423F-B925-E6B96C983ADE}" srcOrd="0" destOrd="5" presId="urn:microsoft.com/office/officeart/2005/8/layout/vList2"/>
    <dgm:cxn modelId="{DEA42157-520F-45E1-8FFB-AD2B9D1D7B55}" type="presOf" srcId="{81505814-D3A5-409E-8B49-D1D691AD4637}" destId="{31588CC7-0E7A-4C29-A23F-FF633BE0781B}" srcOrd="0" destOrd="0" presId="urn:microsoft.com/office/officeart/2005/8/layout/vList2"/>
    <dgm:cxn modelId="{379CBCA8-D009-46F3-91E3-DFC078D17622}" srcId="{43EE2E82-BB44-4256-8D11-9DA4C0926539}" destId="{A6323A0B-5745-479C-9CF8-3EE50D7C4EAD}" srcOrd="4" destOrd="0" parTransId="{5C68FE8D-1A2E-4EFC-A3DC-AEB6F775BA31}" sibTransId="{12B18C85-FEBB-4294-B12B-CFF53516CEC8}"/>
    <dgm:cxn modelId="{637FB138-AA00-4103-9DD1-7756C40E77AB}" type="presOf" srcId="{31A2A147-AFEA-49E5-A701-8308EA015465}" destId="{4BB027A7-3711-423F-B925-E6B96C983ADE}" srcOrd="0" destOrd="3" presId="urn:microsoft.com/office/officeart/2005/8/layout/vList2"/>
    <dgm:cxn modelId="{4F1DAF45-CEE6-4672-A2BF-3A96ED7E7717}" srcId="{43EE2E82-BB44-4256-8D11-9DA4C0926539}" destId="{6798CA81-40B6-4F87-BA13-C9577E979D77}" srcOrd="2" destOrd="0" parTransId="{1FA29FAE-12E2-40C2-8AAE-C4B26FB6C75A}" sibTransId="{02BD1BC5-6687-4A2A-9109-1CEE4E532C22}"/>
    <dgm:cxn modelId="{6A525CA7-B19A-412A-87E8-D6F8A3C092B6}" type="presOf" srcId="{D6D78DAA-5C5D-4428-AA07-D87F9F4A95E3}" destId="{4BB027A7-3711-423F-B925-E6B96C983ADE}" srcOrd="0" destOrd="0" presId="urn:microsoft.com/office/officeart/2005/8/layout/vList2"/>
    <dgm:cxn modelId="{306736F2-B380-4FFA-8C1E-AE2A89A2E68F}" srcId="{43EE2E82-BB44-4256-8D11-9DA4C0926539}" destId="{20409CCF-4DC2-4A19-BE86-1B1EFF2265F8}" srcOrd="5" destOrd="0" parTransId="{FF0C3809-6913-48C2-BCE5-64B222F753D3}" sibTransId="{034AB200-3107-4485-81BA-57341A87DC96}"/>
    <dgm:cxn modelId="{D5FA4D5E-84A5-4DA3-8C8D-E067EFD1CB7D}" type="presParOf" srcId="{31588CC7-0E7A-4C29-A23F-FF633BE0781B}" destId="{BDDFD6C7-1547-4018-8B13-09AF2C0B41AD}" srcOrd="0" destOrd="0" presId="urn:microsoft.com/office/officeart/2005/8/layout/vList2"/>
    <dgm:cxn modelId="{100C878C-FF31-49D9-AB52-783C1929C305}" type="presParOf" srcId="{31588CC7-0E7A-4C29-A23F-FF633BE0781B}" destId="{4BB027A7-3711-423F-B925-E6B96C983ADE}"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D78DD7-2537-48B6-AFC1-95946016BAC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B7C8EF49-9B96-4834-A9C3-D3884053F234}">
      <dgm:prSet/>
      <dgm:spPr/>
      <dgm:t>
        <a:bodyPr/>
        <a:lstStyle/>
        <a:p>
          <a:r>
            <a:rPr lang="en-US" dirty="0"/>
            <a:t>The message passing model demonstrates the following characteristics: </a:t>
          </a:r>
          <a:endParaRPr lang="en-PK" dirty="0"/>
        </a:p>
      </dgm:t>
    </dgm:pt>
    <dgm:pt modelId="{80886584-D2AB-472C-A2FD-706D2D8C29FC}" type="parTrans" cxnId="{7CAC16ED-992D-419D-BC0F-0A91521E1D90}">
      <dgm:prSet/>
      <dgm:spPr/>
      <dgm:t>
        <a:bodyPr/>
        <a:lstStyle/>
        <a:p>
          <a:endParaRPr lang="en-PK"/>
        </a:p>
      </dgm:t>
    </dgm:pt>
    <dgm:pt modelId="{8BAF458B-6A1E-45B6-BCCF-B557D40CF902}" type="sibTrans" cxnId="{7CAC16ED-992D-419D-BC0F-0A91521E1D90}">
      <dgm:prSet/>
      <dgm:spPr/>
      <dgm:t>
        <a:bodyPr/>
        <a:lstStyle/>
        <a:p>
          <a:endParaRPr lang="en-PK"/>
        </a:p>
      </dgm:t>
    </dgm:pt>
    <dgm:pt modelId="{F706AAC0-CF62-4537-B6FE-B904466C363D}">
      <dgm:prSet/>
      <dgm:spPr/>
      <dgm:t>
        <a:bodyPr/>
        <a:lstStyle/>
        <a:p>
          <a:pPr>
            <a:buClr>
              <a:schemeClr val="tx2">
                <a:lumMod val="50000"/>
                <a:lumOff val="50000"/>
              </a:schemeClr>
            </a:buClr>
          </a:pPr>
          <a:r>
            <a:rPr lang="en-US" dirty="0">
              <a:latin typeface="Arial" panose="020B0604020202020204" pitchFamily="34" charset="0"/>
              <a:cs typeface="Arial" panose="020B0604020202020204" pitchFamily="34" charset="0"/>
            </a:rPr>
            <a:t>A set of tasks that use their own local memory during computation. Multiple tasks can reside on the same physical machine as well across an arbitrary number of machines. </a:t>
          </a:r>
          <a:endParaRPr lang="en-PK" dirty="0">
            <a:latin typeface="Arial" panose="020B0604020202020204" pitchFamily="34" charset="0"/>
            <a:cs typeface="Arial" panose="020B0604020202020204" pitchFamily="34" charset="0"/>
          </a:endParaRPr>
        </a:p>
      </dgm:t>
    </dgm:pt>
    <dgm:pt modelId="{A78BCB73-411F-4703-B7EA-EAD29AFC5BAC}" type="parTrans" cxnId="{DD6B48D2-1431-4FF6-87DA-AFF3F67917EC}">
      <dgm:prSet/>
      <dgm:spPr/>
      <dgm:t>
        <a:bodyPr/>
        <a:lstStyle/>
        <a:p>
          <a:endParaRPr lang="en-PK"/>
        </a:p>
      </dgm:t>
    </dgm:pt>
    <dgm:pt modelId="{C94ED26A-8255-4E3C-B39E-CC905D81C694}" type="sibTrans" cxnId="{DD6B48D2-1431-4FF6-87DA-AFF3F67917EC}">
      <dgm:prSet/>
      <dgm:spPr/>
      <dgm:t>
        <a:bodyPr/>
        <a:lstStyle/>
        <a:p>
          <a:endParaRPr lang="en-PK"/>
        </a:p>
      </dgm:t>
    </dgm:pt>
    <dgm:pt modelId="{220CEB93-DD39-48BB-817D-E4C1DE68AA90}">
      <dgm:prSet/>
      <dgm:spPr/>
      <dgm:t>
        <a:bodyPr/>
        <a:lstStyle/>
        <a:p>
          <a:pPr>
            <a:buClr>
              <a:schemeClr val="tx2">
                <a:lumMod val="50000"/>
                <a:lumOff val="50000"/>
              </a:schemeClr>
            </a:buClr>
          </a:pPr>
          <a:r>
            <a:rPr lang="en-US" dirty="0">
              <a:latin typeface="Arial" panose="020B0604020202020204" pitchFamily="34" charset="0"/>
              <a:cs typeface="Arial" panose="020B0604020202020204" pitchFamily="34" charset="0"/>
            </a:rPr>
            <a:t>Tasks exchange data through communications by sending and receiving messages. </a:t>
          </a:r>
          <a:endParaRPr lang="en-PK" dirty="0">
            <a:latin typeface="Arial" panose="020B0604020202020204" pitchFamily="34" charset="0"/>
            <a:cs typeface="Arial" panose="020B0604020202020204" pitchFamily="34" charset="0"/>
          </a:endParaRPr>
        </a:p>
      </dgm:t>
    </dgm:pt>
    <dgm:pt modelId="{AC7E12FA-A786-4C66-B916-4377447219BE}" type="parTrans" cxnId="{C611227B-B28E-4D6C-9146-84EACD6A746A}">
      <dgm:prSet/>
      <dgm:spPr/>
      <dgm:t>
        <a:bodyPr/>
        <a:lstStyle/>
        <a:p>
          <a:endParaRPr lang="en-PK"/>
        </a:p>
      </dgm:t>
    </dgm:pt>
    <dgm:pt modelId="{2E4D1833-FCBA-4EC7-88CD-E9EB712E57F9}" type="sibTrans" cxnId="{C611227B-B28E-4D6C-9146-84EACD6A746A}">
      <dgm:prSet/>
      <dgm:spPr/>
      <dgm:t>
        <a:bodyPr/>
        <a:lstStyle/>
        <a:p>
          <a:endParaRPr lang="en-PK"/>
        </a:p>
      </dgm:t>
    </dgm:pt>
    <dgm:pt modelId="{D750F94D-7895-4274-BE9C-B57FC5377C85}">
      <dgm:prSet/>
      <dgm:spPr/>
      <dgm:t>
        <a:bodyPr/>
        <a:lstStyle/>
        <a:p>
          <a:pPr>
            <a:buClr>
              <a:schemeClr val="tx2">
                <a:lumMod val="50000"/>
                <a:lumOff val="50000"/>
              </a:schemeClr>
            </a:buClr>
          </a:pPr>
          <a:r>
            <a:rPr lang="en-US" dirty="0">
              <a:latin typeface="Arial" panose="020B0604020202020204" pitchFamily="34" charset="0"/>
              <a:cs typeface="Arial" panose="020B0604020202020204" pitchFamily="34" charset="0"/>
            </a:rPr>
            <a:t>Data transfer usually requires cooperative operations to be performed by each process. For example, a send operation must have a matching receive operation. </a:t>
          </a:r>
          <a:endParaRPr lang="en-PK" dirty="0">
            <a:latin typeface="Arial" panose="020B0604020202020204" pitchFamily="34" charset="0"/>
            <a:cs typeface="Arial" panose="020B0604020202020204" pitchFamily="34" charset="0"/>
          </a:endParaRPr>
        </a:p>
      </dgm:t>
    </dgm:pt>
    <dgm:pt modelId="{B9615CC8-12BF-497A-A232-6F4550B3AA97}" type="parTrans" cxnId="{9B23A6CD-1BB3-443F-8C2F-392BD560C443}">
      <dgm:prSet/>
      <dgm:spPr/>
      <dgm:t>
        <a:bodyPr/>
        <a:lstStyle/>
        <a:p>
          <a:endParaRPr lang="en-PK"/>
        </a:p>
      </dgm:t>
    </dgm:pt>
    <dgm:pt modelId="{9824AFB4-4659-4A72-87EB-4B955F9E266A}" type="sibTrans" cxnId="{9B23A6CD-1BB3-443F-8C2F-392BD560C443}">
      <dgm:prSet/>
      <dgm:spPr/>
      <dgm:t>
        <a:bodyPr/>
        <a:lstStyle/>
        <a:p>
          <a:endParaRPr lang="en-PK"/>
        </a:p>
      </dgm:t>
    </dgm:pt>
    <dgm:pt modelId="{339BC568-C65B-497F-9FE9-7C969D44EEFF}" type="pres">
      <dgm:prSet presAssocID="{96D78DD7-2537-48B6-AFC1-95946016BACA}" presName="linear" presStyleCnt="0">
        <dgm:presLayoutVars>
          <dgm:animLvl val="lvl"/>
          <dgm:resizeHandles val="exact"/>
        </dgm:presLayoutVars>
      </dgm:prSet>
      <dgm:spPr/>
      <dgm:t>
        <a:bodyPr/>
        <a:lstStyle/>
        <a:p>
          <a:endParaRPr lang="en-US"/>
        </a:p>
      </dgm:t>
    </dgm:pt>
    <dgm:pt modelId="{4A9ABF15-23E7-4E22-B507-3B940FBB78B9}" type="pres">
      <dgm:prSet presAssocID="{B7C8EF49-9B96-4834-A9C3-D3884053F234}" presName="parentText" presStyleLbl="node1" presStyleIdx="0" presStyleCnt="1">
        <dgm:presLayoutVars>
          <dgm:chMax val="0"/>
          <dgm:bulletEnabled val="1"/>
        </dgm:presLayoutVars>
      </dgm:prSet>
      <dgm:spPr/>
      <dgm:t>
        <a:bodyPr/>
        <a:lstStyle/>
        <a:p>
          <a:endParaRPr lang="en-US"/>
        </a:p>
      </dgm:t>
    </dgm:pt>
    <dgm:pt modelId="{D201B765-0845-4BF5-BBAA-53A2CFFA1CA9}" type="pres">
      <dgm:prSet presAssocID="{B7C8EF49-9B96-4834-A9C3-D3884053F234}" presName="childText" presStyleLbl="revTx" presStyleIdx="0" presStyleCnt="1">
        <dgm:presLayoutVars>
          <dgm:bulletEnabled val="1"/>
        </dgm:presLayoutVars>
      </dgm:prSet>
      <dgm:spPr/>
      <dgm:t>
        <a:bodyPr/>
        <a:lstStyle/>
        <a:p>
          <a:endParaRPr lang="en-US"/>
        </a:p>
      </dgm:t>
    </dgm:pt>
  </dgm:ptLst>
  <dgm:cxnLst>
    <dgm:cxn modelId="{334E5A16-961C-4FFB-A7C5-9191E56EA5D4}" type="presOf" srcId="{D750F94D-7895-4274-BE9C-B57FC5377C85}" destId="{D201B765-0845-4BF5-BBAA-53A2CFFA1CA9}" srcOrd="0" destOrd="2" presId="urn:microsoft.com/office/officeart/2005/8/layout/vList2"/>
    <dgm:cxn modelId="{C611227B-B28E-4D6C-9146-84EACD6A746A}" srcId="{B7C8EF49-9B96-4834-A9C3-D3884053F234}" destId="{220CEB93-DD39-48BB-817D-E4C1DE68AA90}" srcOrd="1" destOrd="0" parTransId="{AC7E12FA-A786-4C66-B916-4377447219BE}" sibTransId="{2E4D1833-FCBA-4EC7-88CD-E9EB712E57F9}"/>
    <dgm:cxn modelId="{9B23A6CD-1BB3-443F-8C2F-392BD560C443}" srcId="{B7C8EF49-9B96-4834-A9C3-D3884053F234}" destId="{D750F94D-7895-4274-BE9C-B57FC5377C85}" srcOrd="2" destOrd="0" parTransId="{B9615CC8-12BF-497A-A232-6F4550B3AA97}" sibTransId="{9824AFB4-4659-4A72-87EB-4B955F9E266A}"/>
    <dgm:cxn modelId="{7CAC16ED-992D-419D-BC0F-0A91521E1D90}" srcId="{96D78DD7-2537-48B6-AFC1-95946016BACA}" destId="{B7C8EF49-9B96-4834-A9C3-D3884053F234}" srcOrd="0" destOrd="0" parTransId="{80886584-D2AB-472C-A2FD-706D2D8C29FC}" sibTransId="{8BAF458B-6A1E-45B6-BCCF-B557D40CF902}"/>
    <dgm:cxn modelId="{DD6B48D2-1431-4FF6-87DA-AFF3F67917EC}" srcId="{B7C8EF49-9B96-4834-A9C3-D3884053F234}" destId="{F706AAC0-CF62-4537-B6FE-B904466C363D}" srcOrd="0" destOrd="0" parTransId="{A78BCB73-411F-4703-B7EA-EAD29AFC5BAC}" sibTransId="{C94ED26A-8255-4E3C-B39E-CC905D81C694}"/>
    <dgm:cxn modelId="{F37AD651-0E08-4D46-A301-B2F684BFEAA9}" type="presOf" srcId="{96D78DD7-2537-48B6-AFC1-95946016BACA}" destId="{339BC568-C65B-497F-9FE9-7C969D44EEFF}" srcOrd="0" destOrd="0" presId="urn:microsoft.com/office/officeart/2005/8/layout/vList2"/>
    <dgm:cxn modelId="{B7AACF9E-276F-45EA-95A5-1FFEBF83DE75}" type="presOf" srcId="{B7C8EF49-9B96-4834-A9C3-D3884053F234}" destId="{4A9ABF15-23E7-4E22-B507-3B940FBB78B9}" srcOrd="0" destOrd="0" presId="urn:microsoft.com/office/officeart/2005/8/layout/vList2"/>
    <dgm:cxn modelId="{1462F24A-8722-4139-917E-A398B9CC7FF5}" type="presOf" srcId="{220CEB93-DD39-48BB-817D-E4C1DE68AA90}" destId="{D201B765-0845-4BF5-BBAA-53A2CFFA1CA9}" srcOrd="0" destOrd="1" presId="urn:microsoft.com/office/officeart/2005/8/layout/vList2"/>
    <dgm:cxn modelId="{160F4E52-A043-4701-A01D-CCF3B19E2455}" type="presOf" srcId="{F706AAC0-CF62-4537-B6FE-B904466C363D}" destId="{D201B765-0845-4BF5-BBAA-53A2CFFA1CA9}" srcOrd="0" destOrd="0" presId="urn:microsoft.com/office/officeart/2005/8/layout/vList2"/>
    <dgm:cxn modelId="{0E9B6E84-592D-4B3A-9B86-2A6B118D2A58}" type="presParOf" srcId="{339BC568-C65B-497F-9FE9-7C969D44EEFF}" destId="{4A9ABF15-23E7-4E22-B507-3B940FBB78B9}" srcOrd="0" destOrd="0" presId="urn:microsoft.com/office/officeart/2005/8/layout/vList2"/>
    <dgm:cxn modelId="{3D2EED4A-9D96-41FD-974A-EF48ED95F06A}" type="presParOf" srcId="{339BC568-C65B-497F-9FE9-7C969D44EEFF}" destId="{D201B765-0845-4BF5-BBAA-53A2CFFA1CA9}"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Understanding of Message Passing Interface (MPI).</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dirty="0">
              <a:solidFill>
                <a:schemeClr val="tx1"/>
              </a:solidFill>
              <a:latin typeface="Arial" panose="020B0604020202020204" pitchFamily="34" charset="0"/>
              <a:cs typeface="Arial" panose="020B0604020202020204" pitchFamily="34" charset="0"/>
            </a:rPr>
            <a:t>History and Versions of MPI</a:t>
          </a:r>
          <a:r>
            <a:rPr lang="en-US" altLang="en-PK" dirty="0">
              <a:latin typeface="Arial" panose="020B0604020202020204" pitchFamily="34" charset="0"/>
              <a:ea typeface="ＭＳ Ｐゴシック" panose="020B0600070205080204" pitchFamily="34" charset="-128"/>
              <a:cs typeface="Arial" panose="020B0604020202020204" pitchFamily="34" charset="0"/>
            </a:rPr>
            <a:t>.</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t>
        <a:bodyPr/>
        <a:lstStyle/>
        <a:p>
          <a:endParaRPr lang="en-US"/>
        </a:p>
      </dgm:t>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t>
        <a:bodyPr/>
        <a:lstStyle/>
        <a:p>
          <a:endParaRPr lang="en-US"/>
        </a:p>
      </dgm:t>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custScaleX="104363">
        <dgm:presLayoutVars>
          <dgm:chMax val="0"/>
          <dgm:chPref val="0"/>
        </dgm:presLayoutVars>
      </dgm:prSet>
      <dgm:spPr/>
      <dgm:t>
        <a:bodyPr/>
        <a:lstStyle/>
        <a:p>
          <a:endParaRPr lang="en-US"/>
        </a:p>
      </dgm:t>
    </dgm:pt>
  </dgm:ptLst>
  <dgm:cxnLst>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9C12379-8ECD-46AC-8A06-0D0E93BAAF41}" type="doc">
      <dgm:prSet loTypeId="urn:microsoft.com/office/officeart/2005/8/layout/process4" loCatId="process" qsTypeId="urn:microsoft.com/office/officeart/2005/8/quickstyle/simple4" qsCatId="simple" csTypeId="urn:microsoft.com/office/officeart/2005/8/colors/accent3_2" csCatId="accent3" phldr="1"/>
      <dgm:spPr/>
      <dgm:t>
        <a:bodyPr/>
        <a:lstStyle/>
        <a:p>
          <a:endParaRPr lang="en-US"/>
        </a:p>
      </dgm:t>
    </dgm:pt>
    <dgm:pt modelId="{58307893-26F9-49B1-A789-D5179731B13B}">
      <dgm:prSet/>
      <dgm:spPr/>
      <dgm:t>
        <a:bodyPr/>
        <a:lstStyle/>
        <a:p>
          <a:r>
            <a:rPr lang="en-US" b="0" i="0" baseline="0" dirty="0">
              <a:latin typeface="Arial" panose="020B0604020202020204" pitchFamily="34" charset="0"/>
              <a:cs typeface="Arial" panose="020B0604020202020204" pitchFamily="34" charset="0"/>
            </a:rPr>
            <a:t>A process is (traditionally) a program counter and address space.</a:t>
          </a:r>
          <a:endParaRPr lang="en-US" dirty="0">
            <a:latin typeface="Arial" panose="020B0604020202020204" pitchFamily="34" charset="0"/>
            <a:cs typeface="Arial" panose="020B0604020202020204" pitchFamily="34" charset="0"/>
          </a:endParaRPr>
        </a:p>
      </dgm:t>
    </dgm:pt>
    <dgm:pt modelId="{BCC822CB-54A5-4CC8-968B-6E6D803D5AD2}" type="parTrans" cxnId="{3B6E5091-1B47-41E8-8CF7-E2475BD5A6B2}">
      <dgm:prSet/>
      <dgm:spPr/>
      <dgm:t>
        <a:bodyPr/>
        <a:lstStyle/>
        <a:p>
          <a:endParaRPr lang="en-US"/>
        </a:p>
      </dgm:t>
    </dgm:pt>
    <dgm:pt modelId="{809DA915-6962-4E70-B3A7-000C116A7131}" type="sibTrans" cxnId="{3B6E5091-1B47-41E8-8CF7-E2475BD5A6B2}">
      <dgm:prSet/>
      <dgm:spPr/>
      <dgm:t>
        <a:bodyPr/>
        <a:lstStyle/>
        <a:p>
          <a:endParaRPr lang="en-US"/>
        </a:p>
      </dgm:t>
    </dgm:pt>
    <dgm:pt modelId="{4C8F465A-8984-45DA-9957-CDE0CA3F0ECB}">
      <dgm:prSet/>
      <dgm:spPr/>
      <dgm:t>
        <a:bodyPr/>
        <a:lstStyle/>
        <a:p>
          <a:r>
            <a:rPr lang="en-US" b="0" i="0" baseline="0" dirty="0">
              <a:latin typeface="Arial" panose="020B0604020202020204" pitchFamily="34" charset="0"/>
              <a:cs typeface="Arial" panose="020B0604020202020204" pitchFamily="34" charset="0"/>
            </a:rPr>
            <a:t>Processes may have multiple threads (program counters and associated stacks) sharing a single address space.  MPI is for communication among processes, which have separate address spaces.</a:t>
          </a:r>
          <a:endParaRPr lang="en-US" dirty="0">
            <a:latin typeface="Arial" panose="020B0604020202020204" pitchFamily="34" charset="0"/>
            <a:cs typeface="Arial" panose="020B0604020202020204" pitchFamily="34" charset="0"/>
          </a:endParaRPr>
        </a:p>
      </dgm:t>
    </dgm:pt>
    <dgm:pt modelId="{FBCF0557-5E35-49A7-892E-BB467EC1F33D}" type="parTrans" cxnId="{15488FEA-8E1E-41C8-A908-4359BD2BFF37}">
      <dgm:prSet/>
      <dgm:spPr/>
      <dgm:t>
        <a:bodyPr/>
        <a:lstStyle/>
        <a:p>
          <a:endParaRPr lang="en-US"/>
        </a:p>
      </dgm:t>
    </dgm:pt>
    <dgm:pt modelId="{CF0F26D4-081D-48BB-BA84-392251FDC9DB}" type="sibTrans" cxnId="{15488FEA-8E1E-41C8-A908-4359BD2BFF37}">
      <dgm:prSet/>
      <dgm:spPr/>
      <dgm:t>
        <a:bodyPr/>
        <a:lstStyle/>
        <a:p>
          <a:endParaRPr lang="en-US"/>
        </a:p>
      </dgm:t>
    </dgm:pt>
    <dgm:pt modelId="{B015E16F-CC41-4A05-9671-C92487275017}">
      <dgm:prSet/>
      <dgm:spPr/>
      <dgm:t>
        <a:bodyPr/>
        <a:lstStyle/>
        <a:p>
          <a:r>
            <a:rPr lang="en-US" b="0" i="0" baseline="0" dirty="0">
              <a:latin typeface="Arial" panose="020B0604020202020204" pitchFamily="34" charset="0"/>
              <a:cs typeface="Arial" panose="020B0604020202020204" pitchFamily="34" charset="0"/>
            </a:rPr>
            <a:t>Inter-process communication consists of: </a:t>
          </a:r>
          <a:endParaRPr lang="en-US" dirty="0">
            <a:latin typeface="Arial" panose="020B0604020202020204" pitchFamily="34" charset="0"/>
            <a:cs typeface="Arial" panose="020B0604020202020204" pitchFamily="34" charset="0"/>
          </a:endParaRPr>
        </a:p>
      </dgm:t>
    </dgm:pt>
    <dgm:pt modelId="{3514E729-75F1-42F2-9CF9-31AF4BA72A87}" type="parTrans" cxnId="{CB74D80F-D5AE-4DC5-815D-E8B133708AB5}">
      <dgm:prSet/>
      <dgm:spPr/>
      <dgm:t>
        <a:bodyPr/>
        <a:lstStyle/>
        <a:p>
          <a:endParaRPr lang="en-US"/>
        </a:p>
      </dgm:t>
    </dgm:pt>
    <dgm:pt modelId="{A02A3832-855B-4D52-BACA-89359C20BE10}" type="sibTrans" cxnId="{CB74D80F-D5AE-4DC5-815D-E8B133708AB5}">
      <dgm:prSet/>
      <dgm:spPr/>
      <dgm:t>
        <a:bodyPr/>
        <a:lstStyle/>
        <a:p>
          <a:endParaRPr lang="en-US"/>
        </a:p>
      </dgm:t>
    </dgm:pt>
    <dgm:pt modelId="{439A123B-D480-4774-9EEE-F7DD3EB97712}">
      <dgm:prSet/>
      <dgm:spPr/>
      <dgm:t>
        <a:bodyPr/>
        <a:lstStyle/>
        <a:p>
          <a:r>
            <a:rPr lang="en-US" b="0" i="0" baseline="0" dirty="0">
              <a:latin typeface="Arial" panose="020B0604020202020204" pitchFamily="34" charset="0"/>
              <a:cs typeface="Arial" panose="020B0604020202020204" pitchFamily="34" charset="0"/>
            </a:rPr>
            <a:t>Synchronization</a:t>
          </a:r>
          <a:endParaRPr lang="en-US" dirty="0">
            <a:latin typeface="Arial" panose="020B0604020202020204" pitchFamily="34" charset="0"/>
            <a:cs typeface="Arial" panose="020B0604020202020204" pitchFamily="34" charset="0"/>
          </a:endParaRPr>
        </a:p>
      </dgm:t>
    </dgm:pt>
    <dgm:pt modelId="{4C8A69AB-3D8E-40DE-A7BC-047F6BE84511}" type="parTrans" cxnId="{E6095C65-A734-4959-B284-4E2E08E9A834}">
      <dgm:prSet/>
      <dgm:spPr/>
      <dgm:t>
        <a:bodyPr/>
        <a:lstStyle/>
        <a:p>
          <a:endParaRPr lang="en-US"/>
        </a:p>
      </dgm:t>
    </dgm:pt>
    <dgm:pt modelId="{82F2DCD9-96AF-4AF7-A375-1C44E4B367EA}" type="sibTrans" cxnId="{E6095C65-A734-4959-B284-4E2E08E9A834}">
      <dgm:prSet/>
      <dgm:spPr/>
      <dgm:t>
        <a:bodyPr/>
        <a:lstStyle/>
        <a:p>
          <a:endParaRPr lang="en-US"/>
        </a:p>
      </dgm:t>
    </dgm:pt>
    <dgm:pt modelId="{16383A5D-2310-4217-B466-6881F8B4AF94}">
      <dgm:prSet/>
      <dgm:spPr/>
      <dgm:t>
        <a:bodyPr/>
        <a:lstStyle/>
        <a:p>
          <a:r>
            <a:rPr lang="en-US" b="0" i="0" baseline="0" dirty="0">
              <a:latin typeface="Arial" panose="020B0604020202020204" pitchFamily="34" charset="0"/>
              <a:cs typeface="Arial" panose="020B0604020202020204" pitchFamily="34" charset="0"/>
            </a:rPr>
            <a:t>Movement of data from one process’s address space to another’s.</a:t>
          </a:r>
          <a:endParaRPr lang="en-US" dirty="0">
            <a:latin typeface="Arial" panose="020B0604020202020204" pitchFamily="34" charset="0"/>
            <a:cs typeface="Arial" panose="020B0604020202020204" pitchFamily="34" charset="0"/>
          </a:endParaRPr>
        </a:p>
      </dgm:t>
    </dgm:pt>
    <dgm:pt modelId="{DE60A719-1CAB-4B16-B3D8-16BC05DBA1AF}" type="parTrans" cxnId="{D7147BD9-E353-488E-B800-8F5B19E970CC}">
      <dgm:prSet/>
      <dgm:spPr/>
      <dgm:t>
        <a:bodyPr/>
        <a:lstStyle/>
        <a:p>
          <a:endParaRPr lang="en-US"/>
        </a:p>
      </dgm:t>
    </dgm:pt>
    <dgm:pt modelId="{ED92783A-4AFA-48E1-805A-0C7D54D9DFBA}" type="sibTrans" cxnId="{D7147BD9-E353-488E-B800-8F5B19E970CC}">
      <dgm:prSet/>
      <dgm:spPr/>
      <dgm:t>
        <a:bodyPr/>
        <a:lstStyle/>
        <a:p>
          <a:endParaRPr lang="en-US"/>
        </a:p>
      </dgm:t>
    </dgm:pt>
    <dgm:pt modelId="{DD91E04D-9ACE-4144-A529-FADF1C336F91}" type="pres">
      <dgm:prSet presAssocID="{19C12379-8ECD-46AC-8A06-0D0E93BAAF41}" presName="Name0" presStyleCnt="0">
        <dgm:presLayoutVars>
          <dgm:dir/>
          <dgm:animLvl val="lvl"/>
          <dgm:resizeHandles val="exact"/>
        </dgm:presLayoutVars>
      </dgm:prSet>
      <dgm:spPr/>
      <dgm:t>
        <a:bodyPr/>
        <a:lstStyle/>
        <a:p>
          <a:endParaRPr lang="en-US"/>
        </a:p>
      </dgm:t>
    </dgm:pt>
    <dgm:pt modelId="{05711CA5-E4A6-4302-9C19-0EDD2BC66763}" type="pres">
      <dgm:prSet presAssocID="{B015E16F-CC41-4A05-9671-C92487275017}" presName="boxAndChildren" presStyleCnt="0"/>
      <dgm:spPr/>
    </dgm:pt>
    <dgm:pt modelId="{FAF5C62B-3DC6-4C69-9371-EA3AE832BB0E}" type="pres">
      <dgm:prSet presAssocID="{B015E16F-CC41-4A05-9671-C92487275017}" presName="parentTextBox" presStyleLbl="node1" presStyleIdx="0" presStyleCnt="3"/>
      <dgm:spPr/>
      <dgm:t>
        <a:bodyPr/>
        <a:lstStyle/>
        <a:p>
          <a:endParaRPr lang="en-US"/>
        </a:p>
      </dgm:t>
    </dgm:pt>
    <dgm:pt modelId="{211C0D16-B643-474D-B1CF-DE2AF8DE7583}" type="pres">
      <dgm:prSet presAssocID="{B015E16F-CC41-4A05-9671-C92487275017}" presName="entireBox" presStyleLbl="node1" presStyleIdx="0" presStyleCnt="3"/>
      <dgm:spPr/>
      <dgm:t>
        <a:bodyPr/>
        <a:lstStyle/>
        <a:p>
          <a:endParaRPr lang="en-US"/>
        </a:p>
      </dgm:t>
    </dgm:pt>
    <dgm:pt modelId="{5B13721F-3BE2-4232-9A9F-3CF12EF43F10}" type="pres">
      <dgm:prSet presAssocID="{B015E16F-CC41-4A05-9671-C92487275017}" presName="descendantBox" presStyleCnt="0"/>
      <dgm:spPr/>
    </dgm:pt>
    <dgm:pt modelId="{CEB14E5A-5185-4B31-98A8-FDC586DB119D}" type="pres">
      <dgm:prSet presAssocID="{439A123B-D480-4774-9EEE-F7DD3EB97712}" presName="childTextBox" presStyleLbl="fgAccFollowNode1" presStyleIdx="0" presStyleCnt="2">
        <dgm:presLayoutVars>
          <dgm:bulletEnabled val="1"/>
        </dgm:presLayoutVars>
      </dgm:prSet>
      <dgm:spPr/>
      <dgm:t>
        <a:bodyPr/>
        <a:lstStyle/>
        <a:p>
          <a:endParaRPr lang="en-US"/>
        </a:p>
      </dgm:t>
    </dgm:pt>
    <dgm:pt modelId="{F35B38FE-1C33-442C-A2F7-4D60279893B2}" type="pres">
      <dgm:prSet presAssocID="{16383A5D-2310-4217-B466-6881F8B4AF94}" presName="childTextBox" presStyleLbl="fgAccFollowNode1" presStyleIdx="1" presStyleCnt="2">
        <dgm:presLayoutVars>
          <dgm:bulletEnabled val="1"/>
        </dgm:presLayoutVars>
      </dgm:prSet>
      <dgm:spPr/>
      <dgm:t>
        <a:bodyPr/>
        <a:lstStyle/>
        <a:p>
          <a:endParaRPr lang="en-US"/>
        </a:p>
      </dgm:t>
    </dgm:pt>
    <dgm:pt modelId="{B910E479-B886-449B-8402-25B390217E45}" type="pres">
      <dgm:prSet presAssocID="{CF0F26D4-081D-48BB-BA84-392251FDC9DB}" presName="sp" presStyleCnt="0"/>
      <dgm:spPr/>
    </dgm:pt>
    <dgm:pt modelId="{A597BAD4-5E06-410F-8A5B-87CD88700A75}" type="pres">
      <dgm:prSet presAssocID="{4C8F465A-8984-45DA-9957-CDE0CA3F0ECB}" presName="arrowAndChildren" presStyleCnt="0"/>
      <dgm:spPr/>
    </dgm:pt>
    <dgm:pt modelId="{1799095A-1650-4926-A829-2F8B1A9FF2FA}" type="pres">
      <dgm:prSet presAssocID="{4C8F465A-8984-45DA-9957-CDE0CA3F0ECB}" presName="parentTextArrow" presStyleLbl="node1" presStyleIdx="1" presStyleCnt="3"/>
      <dgm:spPr/>
      <dgm:t>
        <a:bodyPr/>
        <a:lstStyle/>
        <a:p>
          <a:endParaRPr lang="en-US"/>
        </a:p>
      </dgm:t>
    </dgm:pt>
    <dgm:pt modelId="{83B6097A-ECA3-4087-ACEC-BB65E708BB0A}" type="pres">
      <dgm:prSet presAssocID="{809DA915-6962-4E70-B3A7-000C116A7131}" presName="sp" presStyleCnt="0"/>
      <dgm:spPr/>
    </dgm:pt>
    <dgm:pt modelId="{AC11CB37-13EA-4265-9D70-1F90731DD38B}" type="pres">
      <dgm:prSet presAssocID="{58307893-26F9-49B1-A789-D5179731B13B}" presName="arrowAndChildren" presStyleCnt="0"/>
      <dgm:spPr/>
    </dgm:pt>
    <dgm:pt modelId="{7FE629AE-8CE7-4165-B1BE-73B41E1DCB02}" type="pres">
      <dgm:prSet presAssocID="{58307893-26F9-49B1-A789-D5179731B13B}" presName="parentTextArrow" presStyleLbl="node1" presStyleIdx="2" presStyleCnt="3"/>
      <dgm:spPr/>
      <dgm:t>
        <a:bodyPr/>
        <a:lstStyle/>
        <a:p>
          <a:endParaRPr lang="en-US"/>
        </a:p>
      </dgm:t>
    </dgm:pt>
  </dgm:ptLst>
  <dgm:cxnLst>
    <dgm:cxn modelId="{E6095C65-A734-4959-B284-4E2E08E9A834}" srcId="{B015E16F-CC41-4A05-9671-C92487275017}" destId="{439A123B-D480-4774-9EEE-F7DD3EB97712}" srcOrd="0" destOrd="0" parTransId="{4C8A69AB-3D8E-40DE-A7BC-047F6BE84511}" sibTransId="{82F2DCD9-96AF-4AF7-A375-1C44E4B367EA}"/>
    <dgm:cxn modelId="{E75784B3-C06A-423B-94F9-9B75C2F3EA8B}" type="presOf" srcId="{B015E16F-CC41-4A05-9671-C92487275017}" destId="{FAF5C62B-3DC6-4C69-9371-EA3AE832BB0E}" srcOrd="0" destOrd="0" presId="urn:microsoft.com/office/officeart/2005/8/layout/process4"/>
    <dgm:cxn modelId="{D7147BD9-E353-488E-B800-8F5B19E970CC}" srcId="{B015E16F-CC41-4A05-9671-C92487275017}" destId="{16383A5D-2310-4217-B466-6881F8B4AF94}" srcOrd="1" destOrd="0" parTransId="{DE60A719-1CAB-4B16-B3D8-16BC05DBA1AF}" sibTransId="{ED92783A-4AFA-48E1-805A-0C7D54D9DFBA}"/>
    <dgm:cxn modelId="{8DA17657-1E97-4871-9D2D-D75AA471F752}" type="presOf" srcId="{19C12379-8ECD-46AC-8A06-0D0E93BAAF41}" destId="{DD91E04D-9ACE-4144-A529-FADF1C336F91}" srcOrd="0" destOrd="0" presId="urn:microsoft.com/office/officeart/2005/8/layout/process4"/>
    <dgm:cxn modelId="{CB74D80F-D5AE-4DC5-815D-E8B133708AB5}" srcId="{19C12379-8ECD-46AC-8A06-0D0E93BAAF41}" destId="{B015E16F-CC41-4A05-9671-C92487275017}" srcOrd="2" destOrd="0" parTransId="{3514E729-75F1-42F2-9CF9-31AF4BA72A87}" sibTransId="{A02A3832-855B-4D52-BACA-89359C20BE10}"/>
    <dgm:cxn modelId="{40D74845-27E8-44F5-8EB0-81BF78536FD6}" type="presOf" srcId="{4C8F465A-8984-45DA-9957-CDE0CA3F0ECB}" destId="{1799095A-1650-4926-A829-2F8B1A9FF2FA}" srcOrd="0" destOrd="0" presId="urn:microsoft.com/office/officeart/2005/8/layout/process4"/>
    <dgm:cxn modelId="{A87176C6-7C24-471E-B0DD-12A55CBB6CE3}" type="presOf" srcId="{58307893-26F9-49B1-A789-D5179731B13B}" destId="{7FE629AE-8CE7-4165-B1BE-73B41E1DCB02}" srcOrd="0" destOrd="0" presId="urn:microsoft.com/office/officeart/2005/8/layout/process4"/>
    <dgm:cxn modelId="{065AA6D9-957B-4C1D-B328-A458D2D007EB}" type="presOf" srcId="{439A123B-D480-4774-9EEE-F7DD3EB97712}" destId="{CEB14E5A-5185-4B31-98A8-FDC586DB119D}" srcOrd="0" destOrd="0" presId="urn:microsoft.com/office/officeart/2005/8/layout/process4"/>
    <dgm:cxn modelId="{15488FEA-8E1E-41C8-A908-4359BD2BFF37}" srcId="{19C12379-8ECD-46AC-8A06-0D0E93BAAF41}" destId="{4C8F465A-8984-45DA-9957-CDE0CA3F0ECB}" srcOrd="1" destOrd="0" parTransId="{FBCF0557-5E35-49A7-892E-BB467EC1F33D}" sibTransId="{CF0F26D4-081D-48BB-BA84-392251FDC9DB}"/>
    <dgm:cxn modelId="{F1C02136-779F-4F24-8E9B-34CCD2F5109B}" type="presOf" srcId="{16383A5D-2310-4217-B466-6881F8B4AF94}" destId="{F35B38FE-1C33-442C-A2F7-4D60279893B2}" srcOrd="0" destOrd="0" presId="urn:microsoft.com/office/officeart/2005/8/layout/process4"/>
    <dgm:cxn modelId="{E436BAA7-7FCB-44BC-ACC1-7E7F3AC2019B}" type="presOf" srcId="{B015E16F-CC41-4A05-9671-C92487275017}" destId="{211C0D16-B643-474D-B1CF-DE2AF8DE7583}" srcOrd="1" destOrd="0" presId="urn:microsoft.com/office/officeart/2005/8/layout/process4"/>
    <dgm:cxn modelId="{3B6E5091-1B47-41E8-8CF7-E2475BD5A6B2}" srcId="{19C12379-8ECD-46AC-8A06-0D0E93BAAF41}" destId="{58307893-26F9-49B1-A789-D5179731B13B}" srcOrd="0" destOrd="0" parTransId="{BCC822CB-54A5-4CC8-968B-6E6D803D5AD2}" sibTransId="{809DA915-6962-4E70-B3A7-000C116A7131}"/>
    <dgm:cxn modelId="{745645ED-8928-4836-9E01-067D92D53D83}" type="presParOf" srcId="{DD91E04D-9ACE-4144-A529-FADF1C336F91}" destId="{05711CA5-E4A6-4302-9C19-0EDD2BC66763}" srcOrd="0" destOrd="0" presId="urn:microsoft.com/office/officeart/2005/8/layout/process4"/>
    <dgm:cxn modelId="{15E4F621-9A17-4977-B893-78983C10027D}" type="presParOf" srcId="{05711CA5-E4A6-4302-9C19-0EDD2BC66763}" destId="{FAF5C62B-3DC6-4C69-9371-EA3AE832BB0E}" srcOrd="0" destOrd="0" presId="urn:microsoft.com/office/officeart/2005/8/layout/process4"/>
    <dgm:cxn modelId="{F6282CCF-3F6F-475B-B736-74606D2DF4F9}" type="presParOf" srcId="{05711CA5-E4A6-4302-9C19-0EDD2BC66763}" destId="{211C0D16-B643-474D-B1CF-DE2AF8DE7583}" srcOrd="1" destOrd="0" presId="urn:microsoft.com/office/officeart/2005/8/layout/process4"/>
    <dgm:cxn modelId="{9337FE91-CCA1-4DCD-886B-9AA0EDD6012E}" type="presParOf" srcId="{05711CA5-E4A6-4302-9C19-0EDD2BC66763}" destId="{5B13721F-3BE2-4232-9A9F-3CF12EF43F10}" srcOrd="2" destOrd="0" presId="urn:microsoft.com/office/officeart/2005/8/layout/process4"/>
    <dgm:cxn modelId="{AE6FD568-1DCE-4431-8111-881453C68BFA}" type="presParOf" srcId="{5B13721F-3BE2-4232-9A9F-3CF12EF43F10}" destId="{CEB14E5A-5185-4B31-98A8-FDC586DB119D}" srcOrd="0" destOrd="0" presId="urn:microsoft.com/office/officeart/2005/8/layout/process4"/>
    <dgm:cxn modelId="{20EA6D9D-616A-4913-9917-2E853E526D9F}" type="presParOf" srcId="{5B13721F-3BE2-4232-9A9F-3CF12EF43F10}" destId="{F35B38FE-1C33-442C-A2F7-4D60279893B2}" srcOrd="1" destOrd="0" presId="urn:microsoft.com/office/officeart/2005/8/layout/process4"/>
    <dgm:cxn modelId="{9A0D2DB6-2A39-4C8C-8DBD-222FB24E5042}" type="presParOf" srcId="{DD91E04D-9ACE-4144-A529-FADF1C336F91}" destId="{B910E479-B886-449B-8402-25B390217E45}" srcOrd="1" destOrd="0" presId="urn:microsoft.com/office/officeart/2005/8/layout/process4"/>
    <dgm:cxn modelId="{C7F4CB5D-B47B-4126-A3BF-B2F9598808B8}" type="presParOf" srcId="{DD91E04D-9ACE-4144-A529-FADF1C336F91}" destId="{A597BAD4-5E06-410F-8A5B-87CD88700A75}" srcOrd="2" destOrd="0" presId="urn:microsoft.com/office/officeart/2005/8/layout/process4"/>
    <dgm:cxn modelId="{20B220B0-4472-4E72-B5E0-3F6102511DBB}" type="presParOf" srcId="{A597BAD4-5E06-410F-8A5B-87CD88700A75}" destId="{1799095A-1650-4926-A829-2F8B1A9FF2FA}" srcOrd="0" destOrd="0" presId="urn:microsoft.com/office/officeart/2005/8/layout/process4"/>
    <dgm:cxn modelId="{ACAE8F5C-C7BC-4702-8C62-881D4024668F}" type="presParOf" srcId="{DD91E04D-9ACE-4144-A529-FADF1C336F91}" destId="{83B6097A-ECA3-4087-ACEC-BB65E708BB0A}" srcOrd="3" destOrd="0" presId="urn:microsoft.com/office/officeart/2005/8/layout/process4"/>
    <dgm:cxn modelId="{CF0140E4-BA6A-4BED-A532-439ECFECBDDF}" type="presParOf" srcId="{DD91E04D-9ACE-4144-A529-FADF1C336F91}" destId="{AC11CB37-13EA-4265-9D70-1F90731DD38B}" srcOrd="4" destOrd="0" presId="urn:microsoft.com/office/officeart/2005/8/layout/process4"/>
    <dgm:cxn modelId="{6638D1BE-60CF-4FAA-ABDE-9487BA1B3EF4}" type="presParOf" srcId="{AC11CB37-13EA-4265-9D70-1F90731DD38B}" destId="{7FE629AE-8CE7-4165-B1BE-73B41E1DCB02}"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DB1B4B-6BFA-4B42-926D-A461F8B30815}"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C1FD8691-1712-496A-9C2D-668BF68B15B7}">
      <dgm:prSet/>
      <dgm:spPr/>
      <dgm:t>
        <a:bodyPr/>
        <a:lstStyle/>
        <a:p>
          <a:r>
            <a:rPr lang="en-US"/>
            <a:t>Types of Parallel Computing Models:</a:t>
          </a:r>
        </a:p>
      </dgm:t>
    </dgm:pt>
    <dgm:pt modelId="{374CA7F4-338C-401C-812F-4E3970CCF67E}" type="parTrans" cxnId="{BF395350-8A77-47B5-BE4E-DB5A2C1A86AB}">
      <dgm:prSet/>
      <dgm:spPr/>
      <dgm:t>
        <a:bodyPr/>
        <a:lstStyle/>
        <a:p>
          <a:endParaRPr lang="en-US"/>
        </a:p>
      </dgm:t>
    </dgm:pt>
    <dgm:pt modelId="{D8CCC0AE-F977-452D-8E07-AB927260CF5F}" type="sibTrans" cxnId="{BF395350-8A77-47B5-BE4E-DB5A2C1A86AB}">
      <dgm:prSet/>
      <dgm:spPr/>
      <dgm:t>
        <a:bodyPr/>
        <a:lstStyle/>
        <a:p>
          <a:endParaRPr lang="en-US"/>
        </a:p>
      </dgm:t>
    </dgm:pt>
    <dgm:pt modelId="{6F6C116B-549C-4835-8569-F082E1E9BF25}">
      <dgm:prSet/>
      <dgm:spPr/>
      <dgm:t>
        <a:bodyPr/>
        <a:lstStyle/>
        <a:p>
          <a:r>
            <a:rPr lang="en-US" b="0" i="0" baseline="0" dirty="0"/>
            <a:t>Data Parallel - the same instructions are carried out simultaneously on multiple data items (SIMD)</a:t>
          </a:r>
          <a:endParaRPr lang="en-US" dirty="0"/>
        </a:p>
      </dgm:t>
    </dgm:pt>
    <dgm:pt modelId="{FE66B43C-B767-45B0-BF7D-1625568818CA}" type="parTrans" cxnId="{156DFC8B-CB2D-4484-9D36-4B144BBA771A}">
      <dgm:prSet/>
      <dgm:spPr/>
      <dgm:t>
        <a:bodyPr/>
        <a:lstStyle/>
        <a:p>
          <a:endParaRPr lang="en-US"/>
        </a:p>
      </dgm:t>
    </dgm:pt>
    <dgm:pt modelId="{FFE9DB24-FD45-445D-B378-B457B4067C34}" type="sibTrans" cxnId="{156DFC8B-CB2D-4484-9D36-4B144BBA771A}">
      <dgm:prSet/>
      <dgm:spPr/>
      <dgm:t>
        <a:bodyPr/>
        <a:lstStyle/>
        <a:p>
          <a:endParaRPr lang="en-US"/>
        </a:p>
      </dgm:t>
    </dgm:pt>
    <dgm:pt modelId="{20255DB5-8155-43E5-AED5-09F37C2F189D}">
      <dgm:prSet/>
      <dgm:spPr/>
      <dgm:t>
        <a:bodyPr/>
        <a:lstStyle/>
        <a:p>
          <a:r>
            <a:rPr lang="en-US" b="0" i="0" baseline="0" dirty="0"/>
            <a:t>Task Parallel - different instructions on different data (MIMD)</a:t>
          </a:r>
          <a:endParaRPr lang="en-US" dirty="0"/>
        </a:p>
      </dgm:t>
    </dgm:pt>
    <dgm:pt modelId="{12F1F58C-8636-4506-A66C-75729E4B0700}" type="parTrans" cxnId="{AFC04B90-A7CF-4782-93CD-1FC53ED0B65C}">
      <dgm:prSet/>
      <dgm:spPr/>
      <dgm:t>
        <a:bodyPr/>
        <a:lstStyle/>
        <a:p>
          <a:endParaRPr lang="en-US"/>
        </a:p>
      </dgm:t>
    </dgm:pt>
    <dgm:pt modelId="{EEFF62B4-498B-447F-9021-36F946046187}" type="sibTrans" cxnId="{AFC04B90-A7CF-4782-93CD-1FC53ED0B65C}">
      <dgm:prSet/>
      <dgm:spPr/>
      <dgm:t>
        <a:bodyPr/>
        <a:lstStyle/>
        <a:p>
          <a:endParaRPr lang="en-US"/>
        </a:p>
      </dgm:t>
    </dgm:pt>
    <dgm:pt modelId="{01CE36B9-6053-4119-93A0-AABE64BDAD9D}">
      <dgm:prSet/>
      <dgm:spPr/>
      <dgm:t>
        <a:bodyPr/>
        <a:lstStyle/>
        <a:p>
          <a:r>
            <a:rPr lang="en-US" b="0" i="0" baseline="0" dirty="0"/>
            <a:t>SPMD (single program, multiple data) not synchronized at individual operation level</a:t>
          </a:r>
          <a:endParaRPr lang="en-US" dirty="0"/>
        </a:p>
      </dgm:t>
    </dgm:pt>
    <dgm:pt modelId="{97DD18B2-3F9D-4BBB-AC15-84BF09FC1CCA}" type="parTrans" cxnId="{A25905A0-6079-4C85-BF0A-C38DDF60F02E}">
      <dgm:prSet/>
      <dgm:spPr/>
      <dgm:t>
        <a:bodyPr/>
        <a:lstStyle/>
        <a:p>
          <a:endParaRPr lang="en-US"/>
        </a:p>
      </dgm:t>
    </dgm:pt>
    <dgm:pt modelId="{0CC60F3B-BCAA-4889-A77E-F7118CB475D1}" type="sibTrans" cxnId="{A25905A0-6079-4C85-BF0A-C38DDF60F02E}">
      <dgm:prSet/>
      <dgm:spPr/>
      <dgm:t>
        <a:bodyPr/>
        <a:lstStyle/>
        <a:p>
          <a:endParaRPr lang="en-US"/>
        </a:p>
      </dgm:t>
    </dgm:pt>
    <dgm:pt modelId="{BB373A64-066B-4BE8-9B7E-C9D3B0A6E522}">
      <dgm:prSet/>
      <dgm:spPr/>
      <dgm:t>
        <a:bodyPr/>
        <a:lstStyle/>
        <a:p>
          <a:r>
            <a:rPr lang="en-US" b="0" i="0" baseline="0" dirty="0"/>
            <a:t>SPMD is equivalent to MIMD since each MIMD program can be made SPMD (similarly for SIMD, but not in practical sense.)</a:t>
          </a:r>
          <a:endParaRPr lang="en-US" dirty="0"/>
        </a:p>
      </dgm:t>
    </dgm:pt>
    <dgm:pt modelId="{364C0191-D52A-4465-9772-3160FE46D524}" type="parTrans" cxnId="{137E49FF-650E-4422-B994-4C8CADEFA4F4}">
      <dgm:prSet/>
      <dgm:spPr/>
      <dgm:t>
        <a:bodyPr/>
        <a:lstStyle/>
        <a:p>
          <a:endParaRPr lang="en-US"/>
        </a:p>
      </dgm:t>
    </dgm:pt>
    <dgm:pt modelId="{127C79CF-F30B-4C1F-AEF6-0E6CECA53FD3}" type="sibTrans" cxnId="{137E49FF-650E-4422-B994-4C8CADEFA4F4}">
      <dgm:prSet/>
      <dgm:spPr/>
      <dgm:t>
        <a:bodyPr/>
        <a:lstStyle/>
        <a:p>
          <a:endParaRPr lang="en-US"/>
        </a:p>
      </dgm:t>
    </dgm:pt>
    <dgm:pt modelId="{E0A775FF-7179-41B5-80AB-5DEDD8A84DBC}">
      <dgm:prSet/>
      <dgm:spPr/>
      <dgm:t>
        <a:bodyPr/>
        <a:lstStyle/>
        <a:p>
          <a:r>
            <a:rPr lang="en-US" b="0" i="0" baseline="0" dirty="0"/>
            <a:t>Message passing (and MPI) is for MIMD/SPMD parallelism.  HPF is an example of the SIMD interface.</a:t>
          </a:r>
          <a:endParaRPr lang="en-US" dirty="0"/>
        </a:p>
      </dgm:t>
    </dgm:pt>
    <dgm:pt modelId="{11A18216-C672-4F21-90F8-B0ABE3E3DB71}" type="parTrans" cxnId="{7A05C159-2CC4-4357-BF9C-73C6D953C451}">
      <dgm:prSet/>
      <dgm:spPr/>
      <dgm:t>
        <a:bodyPr/>
        <a:lstStyle/>
        <a:p>
          <a:endParaRPr lang="en-US"/>
        </a:p>
      </dgm:t>
    </dgm:pt>
    <dgm:pt modelId="{709FF277-B833-4029-8FA1-EBA76B95D96A}" type="sibTrans" cxnId="{7A05C159-2CC4-4357-BF9C-73C6D953C451}">
      <dgm:prSet/>
      <dgm:spPr/>
      <dgm:t>
        <a:bodyPr/>
        <a:lstStyle/>
        <a:p>
          <a:endParaRPr lang="en-US"/>
        </a:p>
      </dgm:t>
    </dgm:pt>
    <dgm:pt modelId="{DBEFC494-A53D-4496-AD19-804F5CFD484B}" type="pres">
      <dgm:prSet presAssocID="{CFDB1B4B-6BFA-4B42-926D-A461F8B30815}" presName="linear" presStyleCnt="0">
        <dgm:presLayoutVars>
          <dgm:animLvl val="lvl"/>
          <dgm:resizeHandles val="exact"/>
        </dgm:presLayoutVars>
      </dgm:prSet>
      <dgm:spPr/>
      <dgm:t>
        <a:bodyPr/>
        <a:lstStyle/>
        <a:p>
          <a:endParaRPr lang="en-US"/>
        </a:p>
      </dgm:t>
    </dgm:pt>
    <dgm:pt modelId="{CAD3CF00-6C9F-4AF9-8036-BDD800829E17}" type="pres">
      <dgm:prSet presAssocID="{C1FD8691-1712-496A-9C2D-668BF68B15B7}" presName="parentText" presStyleLbl="node1" presStyleIdx="0" presStyleCnt="2">
        <dgm:presLayoutVars>
          <dgm:chMax val="0"/>
          <dgm:bulletEnabled val="1"/>
        </dgm:presLayoutVars>
      </dgm:prSet>
      <dgm:spPr/>
      <dgm:t>
        <a:bodyPr/>
        <a:lstStyle/>
        <a:p>
          <a:endParaRPr lang="en-US"/>
        </a:p>
      </dgm:t>
    </dgm:pt>
    <dgm:pt modelId="{680D00BF-8EA8-4205-936E-8F95A389A6F5}" type="pres">
      <dgm:prSet presAssocID="{C1FD8691-1712-496A-9C2D-668BF68B15B7}" presName="childText" presStyleLbl="revTx" presStyleIdx="0" presStyleCnt="1">
        <dgm:presLayoutVars>
          <dgm:bulletEnabled val="1"/>
        </dgm:presLayoutVars>
      </dgm:prSet>
      <dgm:spPr/>
      <dgm:t>
        <a:bodyPr/>
        <a:lstStyle/>
        <a:p>
          <a:endParaRPr lang="en-US"/>
        </a:p>
      </dgm:t>
    </dgm:pt>
    <dgm:pt modelId="{3ABB439E-72F3-45A1-8D71-0A63F0574A52}" type="pres">
      <dgm:prSet presAssocID="{E0A775FF-7179-41B5-80AB-5DEDD8A84DBC}" presName="parentText" presStyleLbl="node1" presStyleIdx="1" presStyleCnt="2">
        <dgm:presLayoutVars>
          <dgm:chMax val="0"/>
          <dgm:bulletEnabled val="1"/>
        </dgm:presLayoutVars>
      </dgm:prSet>
      <dgm:spPr/>
      <dgm:t>
        <a:bodyPr/>
        <a:lstStyle/>
        <a:p>
          <a:endParaRPr lang="en-US"/>
        </a:p>
      </dgm:t>
    </dgm:pt>
  </dgm:ptLst>
  <dgm:cxnLst>
    <dgm:cxn modelId="{97608B04-067E-4DCD-9C7C-A2C7FAF69C10}" type="presOf" srcId="{CFDB1B4B-6BFA-4B42-926D-A461F8B30815}" destId="{DBEFC494-A53D-4496-AD19-804F5CFD484B}" srcOrd="0" destOrd="0" presId="urn:microsoft.com/office/officeart/2005/8/layout/vList2"/>
    <dgm:cxn modelId="{A25905A0-6079-4C85-BF0A-C38DDF60F02E}" srcId="{C1FD8691-1712-496A-9C2D-668BF68B15B7}" destId="{01CE36B9-6053-4119-93A0-AABE64BDAD9D}" srcOrd="2" destOrd="0" parTransId="{97DD18B2-3F9D-4BBB-AC15-84BF09FC1CCA}" sibTransId="{0CC60F3B-BCAA-4889-A77E-F7118CB475D1}"/>
    <dgm:cxn modelId="{AFC04B90-A7CF-4782-93CD-1FC53ED0B65C}" srcId="{C1FD8691-1712-496A-9C2D-668BF68B15B7}" destId="{20255DB5-8155-43E5-AED5-09F37C2F189D}" srcOrd="1" destOrd="0" parTransId="{12F1F58C-8636-4506-A66C-75729E4B0700}" sibTransId="{EEFF62B4-498B-447F-9021-36F946046187}"/>
    <dgm:cxn modelId="{7A05C159-2CC4-4357-BF9C-73C6D953C451}" srcId="{CFDB1B4B-6BFA-4B42-926D-A461F8B30815}" destId="{E0A775FF-7179-41B5-80AB-5DEDD8A84DBC}" srcOrd="1" destOrd="0" parTransId="{11A18216-C672-4F21-90F8-B0ABE3E3DB71}" sibTransId="{709FF277-B833-4029-8FA1-EBA76B95D96A}"/>
    <dgm:cxn modelId="{BF395350-8A77-47B5-BE4E-DB5A2C1A86AB}" srcId="{CFDB1B4B-6BFA-4B42-926D-A461F8B30815}" destId="{C1FD8691-1712-496A-9C2D-668BF68B15B7}" srcOrd="0" destOrd="0" parTransId="{374CA7F4-338C-401C-812F-4E3970CCF67E}" sibTransId="{D8CCC0AE-F977-452D-8E07-AB927260CF5F}"/>
    <dgm:cxn modelId="{72F81D01-77D4-426A-B28C-FDA773B208B9}" type="presOf" srcId="{01CE36B9-6053-4119-93A0-AABE64BDAD9D}" destId="{680D00BF-8EA8-4205-936E-8F95A389A6F5}" srcOrd="0" destOrd="2" presId="urn:microsoft.com/office/officeart/2005/8/layout/vList2"/>
    <dgm:cxn modelId="{FAF38B86-718D-4C85-BB8D-8820A42C0A32}" type="presOf" srcId="{C1FD8691-1712-496A-9C2D-668BF68B15B7}" destId="{CAD3CF00-6C9F-4AF9-8036-BDD800829E17}" srcOrd="0" destOrd="0" presId="urn:microsoft.com/office/officeart/2005/8/layout/vList2"/>
    <dgm:cxn modelId="{A4220470-686B-466F-8539-82A166045964}" type="presOf" srcId="{6F6C116B-549C-4835-8569-F082E1E9BF25}" destId="{680D00BF-8EA8-4205-936E-8F95A389A6F5}" srcOrd="0" destOrd="0" presId="urn:microsoft.com/office/officeart/2005/8/layout/vList2"/>
    <dgm:cxn modelId="{A5255BC1-1B26-4C46-BBD1-CD0DF64D0D4E}" type="presOf" srcId="{BB373A64-066B-4BE8-9B7E-C9D3B0A6E522}" destId="{680D00BF-8EA8-4205-936E-8F95A389A6F5}" srcOrd="0" destOrd="3" presId="urn:microsoft.com/office/officeart/2005/8/layout/vList2"/>
    <dgm:cxn modelId="{4723ED48-9FD7-42AA-A7F3-D803A6C4EC2F}" type="presOf" srcId="{E0A775FF-7179-41B5-80AB-5DEDD8A84DBC}" destId="{3ABB439E-72F3-45A1-8D71-0A63F0574A52}" srcOrd="0" destOrd="0" presId="urn:microsoft.com/office/officeart/2005/8/layout/vList2"/>
    <dgm:cxn modelId="{156DFC8B-CB2D-4484-9D36-4B144BBA771A}" srcId="{C1FD8691-1712-496A-9C2D-668BF68B15B7}" destId="{6F6C116B-549C-4835-8569-F082E1E9BF25}" srcOrd="0" destOrd="0" parTransId="{FE66B43C-B767-45B0-BF7D-1625568818CA}" sibTransId="{FFE9DB24-FD45-445D-B378-B457B4067C34}"/>
    <dgm:cxn modelId="{AC7E15D0-C17F-4679-B727-F8577CDA6F64}" type="presOf" srcId="{20255DB5-8155-43E5-AED5-09F37C2F189D}" destId="{680D00BF-8EA8-4205-936E-8F95A389A6F5}" srcOrd="0" destOrd="1" presId="urn:microsoft.com/office/officeart/2005/8/layout/vList2"/>
    <dgm:cxn modelId="{137E49FF-650E-4422-B994-4C8CADEFA4F4}" srcId="{C1FD8691-1712-496A-9C2D-668BF68B15B7}" destId="{BB373A64-066B-4BE8-9B7E-C9D3B0A6E522}" srcOrd="3" destOrd="0" parTransId="{364C0191-D52A-4465-9772-3160FE46D524}" sibTransId="{127C79CF-F30B-4C1F-AEF6-0E6CECA53FD3}"/>
    <dgm:cxn modelId="{FAA8157F-8140-4E66-87CA-AD35C42E9342}" type="presParOf" srcId="{DBEFC494-A53D-4496-AD19-804F5CFD484B}" destId="{CAD3CF00-6C9F-4AF9-8036-BDD800829E17}" srcOrd="0" destOrd="0" presId="urn:microsoft.com/office/officeart/2005/8/layout/vList2"/>
    <dgm:cxn modelId="{6E3DE944-687B-479F-BB3D-4422E99A2947}" type="presParOf" srcId="{DBEFC494-A53D-4496-AD19-804F5CFD484B}" destId="{680D00BF-8EA8-4205-936E-8F95A389A6F5}" srcOrd="1" destOrd="0" presId="urn:microsoft.com/office/officeart/2005/8/layout/vList2"/>
    <dgm:cxn modelId="{4C6C8049-73F6-4CCF-B019-BFB318ACD636}" type="presParOf" srcId="{DBEFC494-A53D-4496-AD19-804F5CFD484B}" destId="{3ABB439E-72F3-45A1-8D71-0A63F0574A52}"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846106-ED98-4CA1-9045-80981F5171B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9B75E5F-94F1-4809-909D-CDBCD12A2523}">
      <dgm:prSet/>
      <dgm:spPr/>
      <dgm:t>
        <a:bodyPr/>
        <a:lstStyle/>
        <a:p>
          <a:r>
            <a:rPr lang="en-US"/>
            <a:t>From a programming perspective, message passing implementations commonly comprise a library of subroutines that are imbedded in source code. The programmer is responsible for determining all parallelism. </a:t>
          </a:r>
        </a:p>
      </dgm:t>
    </dgm:pt>
    <dgm:pt modelId="{93F79F12-A099-4424-8FBB-FF2A643C6EAB}" type="parTrans" cxnId="{31A0C21D-5789-4E02-8A36-20D1AF6A363D}">
      <dgm:prSet/>
      <dgm:spPr/>
      <dgm:t>
        <a:bodyPr/>
        <a:lstStyle/>
        <a:p>
          <a:endParaRPr lang="en-US"/>
        </a:p>
      </dgm:t>
    </dgm:pt>
    <dgm:pt modelId="{8C752237-4E8F-43AB-85E5-8AE702602F17}" type="sibTrans" cxnId="{31A0C21D-5789-4E02-8A36-20D1AF6A363D}">
      <dgm:prSet/>
      <dgm:spPr/>
      <dgm:t>
        <a:bodyPr/>
        <a:lstStyle/>
        <a:p>
          <a:endParaRPr lang="en-US"/>
        </a:p>
      </dgm:t>
    </dgm:pt>
    <dgm:pt modelId="{568CEF37-B044-408A-80D5-8835A02E1D6C}">
      <dgm:prSet/>
      <dgm:spPr/>
      <dgm:t>
        <a:bodyPr/>
        <a:lstStyle/>
        <a:p>
          <a:r>
            <a:rPr lang="en-US" dirty="0"/>
            <a:t>Historically, a variety of message passing libraries have been available since the 1980s. These implementations differed substantially from each other making it difficult for programmers to develop portable applications. </a:t>
          </a:r>
        </a:p>
      </dgm:t>
    </dgm:pt>
    <dgm:pt modelId="{7DA7E17A-F598-4A62-9A77-1085D846E833}" type="parTrans" cxnId="{AFCCBCC4-10F6-407C-AFF9-148BE58F3020}">
      <dgm:prSet/>
      <dgm:spPr/>
      <dgm:t>
        <a:bodyPr/>
        <a:lstStyle/>
        <a:p>
          <a:endParaRPr lang="en-US"/>
        </a:p>
      </dgm:t>
    </dgm:pt>
    <dgm:pt modelId="{1AC72E19-E8F4-4A97-B5DD-46BCDA0593CA}" type="sibTrans" cxnId="{AFCCBCC4-10F6-407C-AFF9-148BE58F3020}">
      <dgm:prSet/>
      <dgm:spPr/>
      <dgm:t>
        <a:bodyPr/>
        <a:lstStyle/>
        <a:p>
          <a:endParaRPr lang="en-US"/>
        </a:p>
      </dgm:t>
    </dgm:pt>
    <dgm:pt modelId="{590F921E-7586-43AD-8FCB-0710CCF2ADE1}">
      <dgm:prSet/>
      <dgm:spPr/>
      <dgm:t>
        <a:bodyPr/>
        <a:lstStyle/>
        <a:p>
          <a:r>
            <a:rPr lang="en-US"/>
            <a:t>In 1992, the MPI Forum was formed with the primary goal of establishing a standard interface for message passing implementations. </a:t>
          </a:r>
        </a:p>
      </dgm:t>
    </dgm:pt>
    <dgm:pt modelId="{D08CD602-027E-4435-BCD9-55EF77417309}" type="parTrans" cxnId="{F848154B-D010-447B-B2C9-D312E6A51663}">
      <dgm:prSet/>
      <dgm:spPr/>
      <dgm:t>
        <a:bodyPr/>
        <a:lstStyle/>
        <a:p>
          <a:endParaRPr lang="en-US"/>
        </a:p>
      </dgm:t>
    </dgm:pt>
    <dgm:pt modelId="{72AF5268-2547-4B22-8BE2-2B7CCF74C62E}" type="sibTrans" cxnId="{F848154B-D010-447B-B2C9-D312E6A51663}">
      <dgm:prSet/>
      <dgm:spPr/>
      <dgm:t>
        <a:bodyPr/>
        <a:lstStyle/>
        <a:p>
          <a:endParaRPr lang="en-US"/>
        </a:p>
      </dgm:t>
    </dgm:pt>
    <dgm:pt modelId="{C8218700-4FE8-4E9C-A323-B40E424C509F}">
      <dgm:prSet/>
      <dgm:spPr/>
      <dgm:t>
        <a:bodyPr/>
        <a:lstStyle/>
        <a:p>
          <a:r>
            <a:rPr lang="en-US"/>
            <a:t>Part 1 of the Message Passing Interface (MPI) was released in 1994. Part 2 (MPI-2) was released in 1996. Both MPI specifications are available on the web at </a:t>
          </a:r>
          <a:r>
            <a:rPr lang="en-US" u="sng"/>
            <a:t>www.mcs.anl.gov/Projects/mpi/standard.html. </a:t>
          </a:r>
          <a:endParaRPr lang="en-US"/>
        </a:p>
      </dgm:t>
    </dgm:pt>
    <dgm:pt modelId="{2D9D1CBF-EA99-4FAD-A2A3-EFBE18FBC587}" type="parTrans" cxnId="{550C39DA-50AC-4A30-A73F-8D1CC12967D2}">
      <dgm:prSet/>
      <dgm:spPr/>
      <dgm:t>
        <a:bodyPr/>
        <a:lstStyle/>
        <a:p>
          <a:endParaRPr lang="en-US"/>
        </a:p>
      </dgm:t>
    </dgm:pt>
    <dgm:pt modelId="{FC0594F6-934C-4D8B-87EF-506878E07809}" type="sibTrans" cxnId="{550C39DA-50AC-4A30-A73F-8D1CC12967D2}">
      <dgm:prSet/>
      <dgm:spPr/>
      <dgm:t>
        <a:bodyPr/>
        <a:lstStyle/>
        <a:p>
          <a:endParaRPr lang="en-US"/>
        </a:p>
      </dgm:t>
    </dgm:pt>
    <dgm:pt modelId="{A96C17AB-A011-4E38-B7B2-14F5550F5C05}" type="pres">
      <dgm:prSet presAssocID="{55846106-ED98-4CA1-9045-80981F5171B8}" presName="linear" presStyleCnt="0">
        <dgm:presLayoutVars>
          <dgm:animLvl val="lvl"/>
          <dgm:resizeHandles val="exact"/>
        </dgm:presLayoutVars>
      </dgm:prSet>
      <dgm:spPr/>
      <dgm:t>
        <a:bodyPr/>
        <a:lstStyle/>
        <a:p>
          <a:endParaRPr lang="en-US"/>
        </a:p>
      </dgm:t>
    </dgm:pt>
    <dgm:pt modelId="{1DAAC632-10A3-4D7C-AA30-85C84833365E}" type="pres">
      <dgm:prSet presAssocID="{D9B75E5F-94F1-4809-909D-CDBCD12A2523}" presName="parentText" presStyleLbl="node1" presStyleIdx="0" presStyleCnt="4">
        <dgm:presLayoutVars>
          <dgm:chMax val="0"/>
          <dgm:bulletEnabled val="1"/>
        </dgm:presLayoutVars>
      </dgm:prSet>
      <dgm:spPr/>
      <dgm:t>
        <a:bodyPr/>
        <a:lstStyle/>
        <a:p>
          <a:endParaRPr lang="en-US"/>
        </a:p>
      </dgm:t>
    </dgm:pt>
    <dgm:pt modelId="{49313E5A-C5D5-4B0E-A582-12B1AB752089}" type="pres">
      <dgm:prSet presAssocID="{8C752237-4E8F-43AB-85E5-8AE702602F17}" presName="spacer" presStyleCnt="0"/>
      <dgm:spPr/>
    </dgm:pt>
    <dgm:pt modelId="{4694BB8F-8C38-4661-81E3-E26DCA3E2D9A}" type="pres">
      <dgm:prSet presAssocID="{568CEF37-B044-408A-80D5-8835A02E1D6C}" presName="parentText" presStyleLbl="node1" presStyleIdx="1" presStyleCnt="4">
        <dgm:presLayoutVars>
          <dgm:chMax val="0"/>
          <dgm:bulletEnabled val="1"/>
        </dgm:presLayoutVars>
      </dgm:prSet>
      <dgm:spPr/>
      <dgm:t>
        <a:bodyPr/>
        <a:lstStyle/>
        <a:p>
          <a:endParaRPr lang="en-US"/>
        </a:p>
      </dgm:t>
    </dgm:pt>
    <dgm:pt modelId="{C56B084D-8F72-4761-BC89-486B720CD6C0}" type="pres">
      <dgm:prSet presAssocID="{1AC72E19-E8F4-4A97-B5DD-46BCDA0593CA}" presName="spacer" presStyleCnt="0"/>
      <dgm:spPr/>
    </dgm:pt>
    <dgm:pt modelId="{06A0F947-CB4E-4017-BAA3-2741845EA857}" type="pres">
      <dgm:prSet presAssocID="{590F921E-7586-43AD-8FCB-0710CCF2ADE1}" presName="parentText" presStyleLbl="node1" presStyleIdx="2" presStyleCnt="4">
        <dgm:presLayoutVars>
          <dgm:chMax val="0"/>
          <dgm:bulletEnabled val="1"/>
        </dgm:presLayoutVars>
      </dgm:prSet>
      <dgm:spPr/>
      <dgm:t>
        <a:bodyPr/>
        <a:lstStyle/>
        <a:p>
          <a:endParaRPr lang="en-US"/>
        </a:p>
      </dgm:t>
    </dgm:pt>
    <dgm:pt modelId="{9416FE84-0F7F-49D7-ABB9-988B40A716C0}" type="pres">
      <dgm:prSet presAssocID="{72AF5268-2547-4B22-8BE2-2B7CCF74C62E}" presName="spacer" presStyleCnt="0"/>
      <dgm:spPr/>
    </dgm:pt>
    <dgm:pt modelId="{3E61AF15-056A-4FD0-A8F8-CDA3B677DA2E}" type="pres">
      <dgm:prSet presAssocID="{C8218700-4FE8-4E9C-A323-B40E424C509F}" presName="parentText" presStyleLbl="node1" presStyleIdx="3" presStyleCnt="4">
        <dgm:presLayoutVars>
          <dgm:chMax val="0"/>
          <dgm:bulletEnabled val="1"/>
        </dgm:presLayoutVars>
      </dgm:prSet>
      <dgm:spPr/>
      <dgm:t>
        <a:bodyPr/>
        <a:lstStyle/>
        <a:p>
          <a:endParaRPr lang="en-US"/>
        </a:p>
      </dgm:t>
    </dgm:pt>
  </dgm:ptLst>
  <dgm:cxnLst>
    <dgm:cxn modelId="{3AACB9E8-5089-493F-81B8-8D471E744E95}" type="presOf" srcId="{55846106-ED98-4CA1-9045-80981F5171B8}" destId="{A96C17AB-A011-4E38-B7B2-14F5550F5C05}" srcOrd="0" destOrd="0" presId="urn:microsoft.com/office/officeart/2005/8/layout/vList2"/>
    <dgm:cxn modelId="{9457F3D2-D409-4884-A796-8B15D4CF2690}" type="presOf" srcId="{C8218700-4FE8-4E9C-A323-B40E424C509F}" destId="{3E61AF15-056A-4FD0-A8F8-CDA3B677DA2E}" srcOrd="0" destOrd="0" presId="urn:microsoft.com/office/officeart/2005/8/layout/vList2"/>
    <dgm:cxn modelId="{78F740EB-A116-4486-9ED0-8514C2EA7F8C}" type="presOf" srcId="{D9B75E5F-94F1-4809-909D-CDBCD12A2523}" destId="{1DAAC632-10A3-4D7C-AA30-85C84833365E}" srcOrd="0" destOrd="0" presId="urn:microsoft.com/office/officeart/2005/8/layout/vList2"/>
    <dgm:cxn modelId="{D25E87D0-9948-4C5B-A2D5-2827A4660899}" type="presOf" srcId="{590F921E-7586-43AD-8FCB-0710CCF2ADE1}" destId="{06A0F947-CB4E-4017-BAA3-2741845EA857}" srcOrd="0" destOrd="0" presId="urn:microsoft.com/office/officeart/2005/8/layout/vList2"/>
    <dgm:cxn modelId="{AFCCBCC4-10F6-407C-AFF9-148BE58F3020}" srcId="{55846106-ED98-4CA1-9045-80981F5171B8}" destId="{568CEF37-B044-408A-80D5-8835A02E1D6C}" srcOrd="1" destOrd="0" parTransId="{7DA7E17A-F598-4A62-9A77-1085D846E833}" sibTransId="{1AC72E19-E8F4-4A97-B5DD-46BCDA0593CA}"/>
    <dgm:cxn modelId="{F848154B-D010-447B-B2C9-D312E6A51663}" srcId="{55846106-ED98-4CA1-9045-80981F5171B8}" destId="{590F921E-7586-43AD-8FCB-0710CCF2ADE1}" srcOrd="2" destOrd="0" parTransId="{D08CD602-027E-4435-BCD9-55EF77417309}" sibTransId="{72AF5268-2547-4B22-8BE2-2B7CCF74C62E}"/>
    <dgm:cxn modelId="{31A0C21D-5789-4E02-8A36-20D1AF6A363D}" srcId="{55846106-ED98-4CA1-9045-80981F5171B8}" destId="{D9B75E5F-94F1-4809-909D-CDBCD12A2523}" srcOrd="0" destOrd="0" parTransId="{93F79F12-A099-4424-8FBB-FF2A643C6EAB}" sibTransId="{8C752237-4E8F-43AB-85E5-8AE702602F17}"/>
    <dgm:cxn modelId="{F54EB18B-9A83-46BF-8ED8-507A9F1FA42F}" type="presOf" srcId="{568CEF37-B044-408A-80D5-8835A02E1D6C}" destId="{4694BB8F-8C38-4661-81E3-E26DCA3E2D9A}" srcOrd="0" destOrd="0" presId="urn:microsoft.com/office/officeart/2005/8/layout/vList2"/>
    <dgm:cxn modelId="{550C39DA-50AC-4A30-A73F-8D1CC12967D2}" srcId="{55846106-ED98-4CA1-9045-80981F5171B8}" destId="{C8218700-4FE8-4E9C-A323-B40E424C509F}" srcOrd="3" destOrd="0" parTransId="{2D9D1CBF-EA99-4FAD-A2A3-EFBE18FBC587}" sibTransId="{FC0594F6-934C-4D8B-87EF-506878E07809}"/>
    <dgm:cxn modelId="{B2325763-1C7D-4EAC-AC5A-43A66BCD1B52}" type="presParOf" srcId="{A96C17AB-A011-4E38-B7B2-14F5550F5C05}" destId="{1DAAC632-10A3-4D7C-AA30-85C84833365E}" srcOrd="0" destOrd="0" presId="urn:microsoft.com/office/officeart/2005/8/layout/vList2"/>
    <dgm:cxn modelId="{EA8FB1B2-0045-45B7-B9D8-551D8716CE51}" type="presParOf" srcId="{A96C17AB-A011-4E38-B7B2-14F5550F5C05}" destId="{49313E5A-C5D5-4B0E-A582-12B1AB752089}" srcOrd="1" destOrd="0" presId="urn:microsoft.com/office/officeart/2005/8/layout/vList2"/>
    <dgm:cxn modelId="{C35C62CB-0876-4883-98E6-F91E2417B354}" type="presParOf" srcId="{A96C17AB-A011-4E38-B7B2-14F5550F5C05}" destId="{4694BB8F-8C38-4661-81E3-E26DCA3E2D9A}" srcOrd="2" destOrd="0" presId="urn:microsoft.com/office/officeart/2005/8/layout/vList2"/>
    <dgm:cxn modelId="{FF0C6CB6-9E60-4F22-A5B4-E2449622A3B9}" type="presParOf" srcId="{A96C17AB-A011-4E38-B7B2-14F5550F5C05}" destId="{C56B084D-8F72-4761-BC89-486B720CD6C0}" srcOrd="3" destOrd="0" presId="urn:microsoft.com/office/officeart/2005/8/layout/vList2"/>
    <dgm:cxn modelId="{102B6F30-9678-4455-B761-5C0BE788CE43}" type="presParOf" srcId="{A96C17AB-A011-4E38-B7B2-14F5550F5C05}" destId="{06A0F947-CB4E-4017-BAA3-2741845EA857}" srcOrd="4" destOrd="0" presId="urn:microsoft.com/office/officeart/2005/8/layout/vList2"/>
    <dgm:cxn modelId="{C5D94BA7-0BEB-4267-8964-4761465F3A5C}" type="presParOf" srcId="{A96C17AB-A011-4E38-B7B2-14F5550F5C05}" destId="{9416FE84-0F7F-49D7-ABB9-988B40A716C0}" srcOrd="5" destOrd="0" presId="urn:microsoft.com/office/officeart/2005/8/layout/vList2"/>
    <dgm:cxn modelId="{F19A637E-7A73-41E1-AAF1-75D1B423BB3A}" type="presParOf" srcId="{A96C17AB-A011-4E38-B7B2-14F5550F5C05}" destId="{3E61AF15-056A-4FD0-A8F8-CDA3B677DA2E}"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B4E073A-C414-4B85-8B38-F7BABC57DBD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E27C331-0652-46D3-8534-204390942BA5}">
      <dgm:prSet/>
      <dgm:spPr/>
      <dgm:t>
        <a:bodyPr/>
        <a:lstStyle/>
        <a:p>
          <a:r>
            <a:rPr lang="en-US" dirty="0"/>
            <a:t>MPI is now the "de facto" industry standard for message passing, replacing virtually all other message passing implementations used for production work. Most, if not all of the popular parallel computing platforms offer at least one implementation of MPI. A few offer a full implementation of MPI-2. </a:t>
          </a:r>
        </a:p>
      </dgm:t>
    </dgm:pt>
    <dgm:pt modelId="{9E249F78-F3DB-43CF-90AF-3DE795A7C176}" type="parTrans" cxnId="{F48942C8-A547-4F71-A2E1-03A2F78E1519}">
      <dgm:prSet/>
      <dgm:spPr/>
      <dgm:t>
        <a:bodyPr/>
        <a:lstStyle/>
        <a:p>
          <a:endParaRPr lang="en-US"/>
        </a:p>
      </dgm:t>
    </dgm:pt>
    <dgm:pt modelId="{C5F1877A-4E60-49DE-B111-79D8A220E1A3}" type="sibTrans" cxnId="{F48942C8-A547-4F71-A2E1-03A2F78E1519}">
      <dgm:prSet/>
      <dgm:spPr/>
      <dgm:t>
        <a:bodyPr/>
        <a:lstStyle/>
        <a:p>
          <a:endParaRPr lang="en-US"/>
        </a:p>
      </dgm:t>
    </dgm:pt>
    <dgm:pt modelId="{DEB674B4-0D1B-4AB0-8014-7ED0927F37BC}">
      <dgm:prSet/>
      <dgm:spPr/>
      <dgm:t>
        <a:bodyPr/>
        <a:lstStyle/>
        <a:p>
          <a:r>
            <a:rPr lang="en-US"/>
            <a:t>For shared memory architectures, MPI implementations usually don't use a network for task communications. Instead, they use shared memory (memory copies) for performance reasons. </a:t>
          </a:r>
        </a:p>
      </dgm:t>
    </dgm:pt>
    <dgm:pt modelId="{716B07E8-4CF9-499C-B62B-4C4525300311}" type="parTrans" cxnId="{D496C2A3-0D77-4D93-830C-1DF7C1C7EC52}">
      <dgm:prSet/>
      <dgm:spPr/>
      <dgm:t>
        <a:bodyPr/>
        <a:lstStyle/>
        <a:p>
          <a:endParaRPr lang="en-US"/>
        </a:p>
      </dgm:t>
    </dgm:pt>
    <dgm:pt modelId="{578B20D0-6520-4FDA-B686-F68EBAAF3DFA}" type="sibTrans" cxnId="{D496C2A3-0D77-4D93-830C-1DF7C1C7EC52}">
      <dgm:prSet/>
      <dgm:spPr/>
      <dgm:t>
        <a:bodyPr/>
        <a:lstStyle/>
        <a:p>
          <a:endParaRPr lang="en-US"/>
        </a:p>
      </dgm:t>
    </dgm:pt>
    <dgm:pt modelId="{E2DC20CC-779A-48B1-B624-408387539150}" type="pres">
      <dgm:prSet presAssocID="{AB4E073A-C414-4B85-8B38-F7BABC57DBD5}" presName="linear" presStyleCnt="0">
        <dgm:presLayoutVars>
          <dgm:animLvl val="lvl"/>
          <dgm:resizeHandles val="exact"/>
        </dgm:presLayoutVars>
      </dgm:prSet>
      <dgm:spPr/>
      <dgm:t>
        <a:bodyPr/>
        <a:lstStyle/>
        <a:p>
          <a:endParaRPr lang="en-US"/>
        </a:p>
      </dgm:t>
    </dgm:pt>
    <dgm:pt modelId="{9F21F128-348A-4E73-B2AD-3B7F92C0B849}" type="pres">
      <dgm:prSet presAssocID="{CE27C331-0652-46D3-8534-204390942BA5}" presName="parentText" presStyleLbl="node1" presStyleIdx="0" presStyleCnt="2">
        <dgm:presLayoutVars>
          <dgm:chMax val="0"/>
          <dgm:bulletEnabled val="1"/>
        </dgm:presLayoutVars>
      </dgm:prSet>
      <dgm:spPr/>
      <dgm:t>
        <a:bodyPr/>
        <a:lstStyle/>
        <a:p>
          <a:endParaRPr lang="en-US"/>
        </a:p>
      </dgm:t>
    </dgm:pt>
    <dgm:pt modelId="{32F81881-3EB8-44B9-B5E0-E073B15D993E}" type="pres">
      <dgm:prSet presAssocID="{C5F1877A-4E60-49DE-B111-79D8A220E1A3}" presName="spacer" presStyleCnt="0"/>
      <dgm:spPr/>
    </dgm:pt>
    <dgm:pt modelId="{390885A2-0308-41FA-84A4-28F2AF60CFD2}" type="pres">
      <dgm:prSet presAssocID="{DEB674B4-0D1B-4AB0-8014-7ED0927F37BC}" presName="parentText" presStyleLbl="node1" presStyleIdx="1" presStyleCnt="2">
        <dgm:presLayoutVars>
          <dgm:chMax val="0"/>
          <dgm:bulletEnabled val="1"/>
        </dgm:presLayoutVars>
      </dgm:prSet>
      <dgm:spPr/>
      <dgm:t>
        <a:bodyPr/>
        <a:lstStyle/>
        <a:p>
          <a:endParaRPr lang="en-US"/>
        </a:p>
      </dgm:t>
    </dgm:pt>
  </dgm:ptLst>
  <dgm:cxnLst>
    <dgm:cxn modelId="{D6866BA9-5D3D-474D-B510-5636A7AE3B9A}" type="presOf" srcId="{AB4E073A-C414-4B85-8B38-F7BABC57DBD5}" destId="{E2DC20CC-779A-48B1-B624-408387539150}" srcOrd="0" destOrd="0" presId="urn:microsoft.com/office/officeart/2005/8/layout/vList2"/>
    <dgm:cxn modelId="{D496C2A3-0D77-4D93-830C-1DF7C1C7EC52}" srcId="{AB4E073A-C414-4B85-8B38-F7BABC57DBD5}" destId="{DEB674B4-0D1B-4AB0-8014-7ED0927F37BC}" srcOrd="1" destOrd="0" parTransId="{716B07E8-4CF9-499C-B62B-4C4525300311}" sibTransId="{578B20D0-6520-4FDA-B686-F68EBAAF3DFA}"/>
    <dgm:cxn modelId="{F48942C8-A547-4F71-A2E1-03A2F78E1519}" srcId="{AB4E073A-C414-4B85-8B38-F7BABC57DBD5}" destId="{CE27C331-0652-46D3-8534-204390942BA5}" srcOrd="0" destOrd="0" parTransId="{9E249F78-F3DB-43CF-90AF-3DE795A7C176}" sibTransId="{C5F1877A-4E60-49DE-B111-79D8A220E1A3}"/>
    <dgm:cxn modelId="{33BA0F65-67DF-4E9C-A79E-051E4A833B6B}" type="presOf" srcId="{DEB674B4-0D1B-4AB0-8014-7ED0927F37BC}" destId="{390885A2-0308-41FA-84A4-28F2AF60CFD2}" srcOrd="0" destOrd="0" presId="urn:microsoft.com/office/officeart/2005/8/layout/vList2"/>
    <dgm:cxn modelId="{4ECCC2BF-4B42-4373-B8EA-BEEC0366EA8C}" type="presOf" srcId="{CE27C331-0652-46D3-8534-204390942BA5}" destId="{9F21F128-348A-4E73-B2AD-3B7F92C0B849}" srcOrd="0" destOrd="0" presId="urn:microsoft.com/office/officeart/2005/8/layout/vList2"/>
    <dgm:cxn modelId="{53C87F4E-004D-4F4F-A07C-7A794344DEB5}" type="presParOf" srcId="{E2DC20CC-779A-48B1-B624-408387539150}" destId="{9F21F128-348A-4E73-B2AD-3B7F92C0B849}" srcOrd="0" destOrd="0" presId="urn:microsoft.com/office/officeart/2005/8/layout/vList2"/>
    <dgm:cxn modelId="{95FEACF6-8665-4001-B96C-CD5090B63983}" type="presParOf" srcId="{E2DC20CC-779A-48B1-B624-408387539150}" destId="{32F81881-3EB8-44B9-B5E0-E073B15D993E}" srcOrd="1" destOrd="0" presId="urn:microsoft.com/office/officeart/2005/8/layout/vList2"/>
    <dgm:cxn modelId="{5939D1B9-A3FA-40A6-8057-7D57D53508F7}" type="presParOf" srcId="{E2DC20CC-779A-48B1-B624-408387539150}" destId="{390885A2-0308-41FA-84A4-28F2AF60CFD2}"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i="0" dirty="0">
              <a:effectLst/>
              <a:latin typeface="Arial" panose="020B0604020202020204" pitchFamily="34" charset="0"/>
              <a:cs typeface="Arial" panose="020B0604020202020204" pitchFamily="34" charset="0"/>
            </a:rPr>
            <a:t>Library M</a:t>
          </a:r>
          <a:r>
            <a:rPr lang="en-US" dirty="0">
              <a:solidFill>
                <a:schemeClr val="tx1"/>
              </a:solidFill>
              <a:latin typeface="Arial" panose="020B0604020202020204" pitchFamily="34" charset="0"/>
              <a:cs typeface="Arial" panose="020B0604020202020204" pitchFamily="34" charset="0"/>
            </a:rPr>
            <a:t>essage-Passing</a:t>
          </a:r>
          <a:r>
            <a:rPr lang="en-US" dirty="0">
              <a:latin typeface="Arial" panose="020B0604020202020204" pitchFamily="34" charset="0"/>
              <a:cs typeface="Arial" panose="020B0604020202020204" pitchFamily="34" charset="0"/>
            </a:rPr>
            <a:t>.</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dirty="0">
              <a:solidFill>
                <a:schemeClr val="tx1"/>
              </a:solidFill>
              <a:latin typeface="Arial" panose="020B0604020202020204" pitchFamily="34" charset="0"/>
              <a:cs typeface="Arial" panose="020B0604020202020204" pitchFamily="34" charset="0"/>
            </a:rPr>
            <a:t>MPI Basics Program</a:t>
          </a:r>
          <a:r>
            <a:rPr lang="en-US" dirty="0">
              <a:latin typeface="Arial" panose="020B0604020202020204" pitchFamily="34" charset="0"/>
              <a:cs typeface="Arial" panose="020B0604020202020204" pitchFamily="34" charset="0"/>
            </a:rPr>
            <a:t>.</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t>
        <a:bodyPr/>
        <a:lstStyle/>
        <a:p>
          <a:endParaRPr lang="en-US"/>
        </a:p>
      </dgm:t>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t>
        <a:bodyPr/>
        <a:lstStyle/>
        <a:p>
          <a:endParaRPr lang="en-US"/>
        </a:p>
      </dgm:t>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custScaleX="104363">
        <dgm:presLayoutVars>
          <dgm:chMax val="0"/>
          <dgm:chPref val="0"/>
        </dgm:presLayoutVars>
      </dgm:prSet>
      <dgm:spPr/>
      <dgm:t>
        <a:bodyPr/>
        <a:lstStyle/>
        <a:p>
          <a:endParaRPr lang="en-US"/>
        </a:p>
      </dgm:t>
    </dgm:pt>
  </dgm:ptLst>
  <dgm:cxnLst>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3DC648-76D6-49F1-8B6E-BAE9442A03D2}"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95D280D6-EB9E-4FD7-8953-87685AA34DA3}">
      <dgm:prSet/>
      <dgm:spPr/>
      <dgm:t>
        <a:bodyPr/>
        <a:lstStyle/>
        <a:p>
          <a:r>
            <a:rPr lang="en-US" dirty="0"/>
            <a:t>MPI is a specification for the developers and users of message passing libraries. By itself, it is NOT a library - but rather the specification of what such a library should be.</a:t>
          </a:r>
        </a:p>
      </dgm:t>
    </dgm:pt>
    <dgm:pt modelId="{6159F377-A4FD-4EF6-BB57-21C4EE314791}" type="parTrans" cxnId="{2D2B94E4-D256-42F8-B401-84FC6ACCD855}">
      <dgm:prSet/>
      <dgm:spPr/>
      <dgm:t>
        <a:bodyPr/>
        <a:lstStyle/>
        <a:p>
          <a:endParaRPr lang="en-US"/>
        </a:p>
      </dgm:t>
    </dgm:pt>
    <dgm:pt modelId="{3FF2719B-E362-4FF1-83D1-331F2E13A176}" type="sibTrans" cxnId="{2D2B94E4-D256-42F8-B401-84FC6ACCD855}">
      <dgm:prSet/>
      <dgm:spPr/>
      <dgm:t>
        <a:bodyPr/>
        <a:lstStyle/>
        <a:p>
          <a:endParaRPr lang="en-US"/>
        </a:p>
      </dgm:t>
    </dgm:pt>
    <dgm:pt modelId="{7C755390-DBAA-4CAF-8C46-6EEBE36FA118}">
      <dgm:prSet/>
      <dgm:spPr/>
      <dgm:t>
        <a:bodyPr/>
        <a:lstStyle/>
        <a:p>
          <a:r>
            <a:rPr lang="en-US"/>
            <a:t>A message-passing library specifications:</a:t>
          </a:r>
        </a:p>
      </dgm:t>
    </dgm:pt>
    <dgm:pt modelId="{344566F0-9792-467C-B551-9B2F924F0674}" type="parTrans" cxnId="{76045F80-E318-4F5B-8BD2-2097E870A846}">
      <dgm:prSet/>
      <dgm:spPr/>
      <dgm:t>
        <a:bodyPr/>
        <a:lstStyle/>
        <a:p>
          <a:endParaRPr lang="en-US"/>
        </a:p>
      </dgm:t>
    </dgm:pt>
    <dgm:pt modelId="{50B5A7FD-A9EA-419E-8ACD-6F205C8AF77D}" type="sibTrans" cxnId="{76045F80-E318-4F5B-8BD2-2097E870A846}">
      <dgm:prSet/>
      <dgm:spPr/>
      <dgm:t>
        <a:bodyPr/>
        <a:lstStyle/>
        <a:p>
          <a:endParaRPr lang="en-US"/>
        </a:p>
      </dgm:t>
    </dgm:pt>
    <dgm:pt modelId="{25FE423E-D539-4648-989C-A05BBCE05FE4}">
      <dgm:prSet/>
      <dgm:spPr/>
      <dgm:t>
        <a:bodyPr/>
        <a:lstStyle/>
        <a:p>
          <a:r>
            <a:rPr lang="en-US"/>
            <a:t>Extended message-passing model.</a:t>
          </a:r>
        </a:p>
      </dgm:t>
    </dgm:pt>
    <dgm:pt modelId="{7A126807-FEB5-4D40-B43F-A91CCF0A5AAB}" type="parTrans" cxnId="{EA7115C7-4634-42ED-9989-F18B22E1F9C7}">
      <dgm:prSet/>
      <dgm:spPr/>
      <dgm:t>
        <a:bodyPr/>
        <a:lstStyle/>
        <a:p>
          <a:endParaRPr lang="en-US"/>
        </a:p>
      </dgm:t>
    </dgm:pt>
    <dgm:pt modelId="{5D62869D-96B7-4593-B1E0-3D263AC61BA4}" type="sibTrans" cxnId="{EA7115C7-4634-42ED-9989-F18B22E1F9C7}">
      <dgm:prSet/>
      <dgm:spPr/>
      <dgm:t>
        <a:bodyPr/>
        <a:lstStyle/>
        <a:p>
          <a:endParaRPr lang="en-US"/>
        </a:p>
      </dgm:t>
    </dgm:pt>
    <dgm:pt modelId="{D7ACD0F2-D83E-4E21-ABE8-AD15265D3818}">
      <dgm:prSet/>
      <dgm:spPr/>
      <dgm:t>
        <a:bodyPr/>
        <a:lstStyle/>
        <a:p>
          <a:r>
            <a:rPr lang="en-US"/>
            <a:t>Not a language or compiler specification.</a:t>
          </a:r>
        </a:p>
      </dgm:t>
    </dgm:pt>
    <dgm:pt modelId="{427C8488-D586-4A30-B94F-F0DA19552620}" type="parTrans" cxnId="{5F684772-3D03-45EB-B29E-A67DB162F299}">
      <dgm:prSet/>
      <dgm:spPr/>
      <dgm:t>
        <a:bodyPr/>
        <a:lstStyle/>
        <a:p>
          <a:endParaRPr lang="en-US"/>
        </a:p>
      </dgm:t>
    </dgm:pt>
    <dgm:pt modelId="{DDE4235C-CF25-4AF2-BD5C-89BF2D3F1FEA}" type="sibTrans" cxnId="{5F684772-3D03-45EB-B29E-A67DB162F299}">
      <dgm:prSet/>
      <dgm:spPr/>
      <dgm:t>
        <a:bodyPr/>
        <a:lstStyle/>
        <a:p>
          <a:endParaRPr lang="en-US"/>
        </a:p>
      </dgm:t>
    </dgm:pt>
    <dgm:pt modelId="{FB7F63E7-B655-463C-8938-163A3AE4A48C}">
      <dgm:prSet/>
      <dgm:spPr/>
      <dgm:t>
        <a:bodyPr/>
        <a:lstStyle/>
        <a:p>
          <a:r>
            <a:rPr lang="en-US"/>
            <a:t>Not a specific implementation or product.</a:t>
          </a:r>
        </a:p>
      </dgm:t>
    </dgm:pt>
    <dgm:pt modelId="{1392CC14-9A79-48D3-8BF6-B02870CA3AFA}" type="parTrans" cxnId="{9C050DA4-48C1-4AE7-8F45-A2F2E4C7376C}">
      <dgm:prSet/>
      <dgm:spPr/>
      <dgm:t>
        <a:bodyPr/>
        <a:lstStyle/>
        <a:p>
          <a:endParaRPr lang="en-US"/>
        </a:p>
      </dgm:t>
    </dgm:pt>
    <dgm:pt modelId="{36B26793-33AA-43E4-9DE7-12851A68BEEC}" type="sibTrans" cxnId="{9C050DA4-48C1-4AE7-8F45-A2F2E4C7376C}">
      <dgm:prSet/>
      <dgm:spPr/>
      <dgm:t>
        <a:bodyPr/>
        <a:lstStyle/>
        <a:p>
          <a:endParaRPr lang="en-US"/>
        </a:p>
      </dgm:t>
    </dgm:pt>
    <dgm:pt modelId="{2C1E2736-07D1-4FFF-8D56-B1FDAC224296}" type="pres">
      <dgm:prSet presAssocID="{4C3DC648-76D6-49F1-8B6E-BAE9442A03D2}" presName="Name0" presStyleCnt="0">
        <dgm:presLayoutVars>
          <dgm:dir/>
          <dgm:animLvl val="lvl"/>
          <dgm:resizeHandles val="exact"/>
        </dgm:presLayoutVars>
      </dgm:prSet>
      <dgm:spPr/>
      <dgm:t>
        <a:bodyPr/>
        <a:lstStyle/>
        <a:p>
          <a:endParaRPr lang="en-US"/>
        </a:p>
      </dgm:t>
    </dgm:pt>
    <dgm:pt modelId="{FAB998C1-AF6C-44B2-9CDB-083EFA31A2AF}" type="pres">
      <dgm:prSet presAssocID="{7C755390-DBAA-4CAF-8C46-6EEBE36FA118}" presName="boxAndChildren" presStyleCnt="0"/>
      <dgm:spPr/>
    </dgm:pt>
    <dgm:pt modelId="{544E8893-7999-4792-91A5-3FC179741F11}" type="pres">
      <dgm:prSet presAssocID="{7C755390-DBAA-4CAF-8C46-6EEBE36FA118}" presName="parentTextBox" presStyleLbl="node1" presStyleIdx="0" presStyleCnt="2"/>
      <dgm:spPr/>
      <dgm:t>
        <a:bodyPr/>
        <a:lstStyle/>
        <a:p>
          <a:endParaRPr lang="en-US"/>
        </a:p>
      </dgm:t>
    </dgm:pt>
    <dgm:pt modelId="{DFFB6C22-E3ED-44B9-99F1-62459AAD28F4}" type="pres">
      <dgm:prSet presAssocID="{7C755390-DBAA-4CAF-8C46-6EEBE36FA118}" presName="entireBox" presStyleLbl="node1" presStyleIdx="0" presStyleCnt="2"/>
      <dgm:spPr/>
      <dgm:t>
        <a:bodyPr/>
        <a:lstStyle/>
        <a:p>
          <a:endParaRPr lang="en-US"/>
        </a:p>
      </dgm:t>
    </dgm:pt>
    <dgm:pt modelId="{957A72C0-C9C6-4C38-ACDD-FA38DECDC826}" type="pres">
      <dgm:prSet presAssocID="{7C755390-DBAA-4CAF-8C46-6EEBE36FA118}" presName="descendantBox" presStyleCnt="0"/>
      <dgm:spPr/>
    </dgm:pt>
    <dgm:pt modelId="{C896A8A8-721D-4068-8064-A0FC65FBF9C4}" type="pres">
      <dgm:prSet presAssocID="{25FE423E-D539-4648-989C-A05BBCE05FE4}" presName="childTextBox" presStyleLbl="fgAccFollowNode1" presStyleIdx="0" presStyleCnt="3">
        <dgm:presLayoutVars>
          <dgm:bulletEnabled val="1"/>
        </dgm:presLayoutVars>
      </dgm:prSet>
      <dgm:spPr/>
      <dgm:t>
        <a:bodyPr/>
        <a:lstStyle/>
        <a:p>
          <a:endParaRPr lang="en-US"/>
        </a:p>
      </dgm:t>
    </dgm:pt>
    <dgm:pt modelId="{1464C159-4587-42F9-B9AD-9CE599147880}" type="pres">
      <dgm:prSet presAssocID="{D7ACD0F2-D83E-4E21-ABE8-AD15265D3818}" presName="childTextBox" presStyleLbl="fgAccFollowNode1" presStyleIdx="1" presStyleCnt="3">
        <dgm:presLayoutVars>
          <dgm:bulletEnabled val="1"/>
        </dgm:presLayoutVars>
      </dgm:prSet>
      <dgm:spPr/>
      <dgm:t>
        <a:bodyPr/>
        <a:lstStyle/>
        <a:p>
          <a:endParaRPr lang="en-US"/>
        </a:p>
      </dgm:t>
    </dgm:pt>
    <dgm:pt modelId="{DD279B23-970D-4DB1-BD66-AEEC50B5150C}" type="pres">
      <dgm:prSet presAssocID="{FB7F63E7-B655-463C-8938-163A3AE4A48C}" presName="childTextBox" presStyleLbl="fgAccFollowNode1" presStyleIdx="2" presStyleCnt="3">
        <dgm:presLayoutVars>
          <dgm:bulletEnabled val="1"/>
        </dgm:presLayoutVars>
      </dgm:prSet>
      <dgm:spPr/>
      <dgm:t>
        <a:bodyPr/>
        <a:lstStyle/>
        <a:p>
          <a:endParaRPr lang="en-US"/>
        </a:p>
      </dgm:t>
    </dgm:pt>
    <dgm:pt modelId="{7C5A479B-4C9C-46CC-A8BA-63CF7E2DDA56}" type="pres">
      <dgm:prSet presAssocID="{3FF2719B-E362-4FF1-83D1-331F2E13A176}" presName="sp" presStyleCnt="0"/>
      <dgm:spPr/>
    </dgm:pt>
    <dgm:pt modelId="{4BF990A6-AA14-4111-BFAA-DB237478BFD8}" type="pres">
      <dgm:prSet presAssocID="{95D280D6-EB9E-4FD7-8953-87685AA34DA3}" presName="arrowAndChildren" presStyleCnt="0"/>
      <dgm:spPr/>
    </dgm:pt>
    <dgm:pt modelId="{2543BDC1-1BDC-4C71-94F5-F307C1EE10BF}" type="pres">
      <dgm:prSet presAssocID="{95D280D6-EB9E-4FD7-8953-87685AA34DA3}" presName="parentTextArrow" presStyleLbl="node1" presStyleIdx="1" presStyleCnt="2"/>
      <dgm:spPr/>
      <dgm:t>
        <a:bodyPr/>
        <a:lstStyle/>
        <a:p>
          <a:endParaRPr lang="en-US"/>
        </a:p>
      </dgm:t>
    </dgm:pt>
  </dgm:ptLst>
  <dgm:cxnLst>
    <dgm:cxn modelId="{2D2B94E4-D256-42F8-B401-84FC6ACCD855}" srcId="{4C3DC648-76D6-49F1-8B6E-BAE9442A03D2}" destId="{95D280D6-EB9E-4FD7-8953-87685AA34DA3}" srcOrd="0" destOrd="0" parTransId="{6159F377-A4FD-4EF6-BB57-21C4EE314791}" sibTransId="{3FF2719B-E362-4FF1-83D1-331F2E13A176}"/>
    <dgm:cxn modelId="{DDECABE0-1F86-44CB-8F6A-9612BAE08E3D}" type="presOf" srcId="{25FE423E-D539-4648-989C-A05BBCE05FE4}" destId="{C896A8A8-721D-4068-8064-A0FC65FBF9C4}" srcOrd="0" destOrd="0" presId="urn:microsoft.com/office/officeart/2005/8/layout/process4"/>
    <dgm:cxn modelId="{25DAF9E6-DDC9-4E69-B8FA-712CE397AE92}" type="presOf" srcId="{7C755390-DBAA-4CAF-8C46-6EEBE36FA118}" destId="{544E8893-7999-4792-91A5-3FC179741F11}" srcOrd="0" destOrd="0" presId="urn:microsoft.com/office/officeart/2005/8/layout/process4"/>
    <dgm:cxn modelId="{6C96F5CD-0045-4DC7-9D93-A19846573969}" type="presOf" srcId="{4C3DC648-76D6-49F1-8B6E-BAE9442A03D2}" destId="{2C1E2736-07D1-4FFF-8D56-B1FDAC224296}" srcOrd="0" destOrd="0" presId="urn:microsoft.com/office/officeart/2005/8/layout/process4"/>
    <dgm:cxn modelId="{5F684772-3D03-45EB-B29E-A67DB162F299}" srcId="{7C755390-DBAA-4CAF-8C46-6EEBE36FA118}" destId="{D7ACD0F2-D83E-4E21-ABE8-AD15265D3818}" srcOrd="1" destOrd="0" parTransId="{427C8488-D586-4A30-B94F-F0DA19552620}" sibTransId="{DDE4235C-CF25-4AF2-BD5C-89BF2D3F1FEA}"/>
    <dgm:cxn modelId="{837AA0D1-D68E-46BF-8F44-E6187867CA74}" type="presOf" srcId="{7C755390-DBAA-4CAF-8C46-6EEBE36FA118}" destId="{DFFB6C22-E3ED-44B9-99F1-62459AAD28F4}" srcOrd="1" destOrd="0" presId="urn:microsoft.com/office/officeart/2005/8/layout/process4"/>
    <dgm:cxn modelId="{EB6B21FD-147D-418B-A439-BD7BD087F2A6}" type="presOf" srcId="{FB7F63E7-B655-463C-8938-163A3AE4A48C}" destId="{DD279B23-970D-4DB1-BD66-AEEC50B5150C}" srcOrd="0" destOrd="0" presId="urn:microsoft.com/office/officeart/2005/8/layout/process4"/>
    <dgm:cxn modelId="{EA7115C7-4634-42ED-9989-F18B22E1F9C7}" srcId="{7C755390-DBAA-4CAF-8C46-6EEBE36FA118}" destId="{25FE423E-D539-4648-989C-A05BBCE05FE4}" srcOrd="0" destOrd="0" parTransId="{7A126807-FEB5-4D40-B43F-A91CCF0A5AAB}" sibTransId="{5D62869D-96B7-4593-B1E0-3D263AC61BA4}"/>
    <dgm:cxn modelId="{BD0B7C6D-E1E9-42B1-8E0F-90E96E3F164C}" type="presOf" srcId="{D7ACD0F2-D83E-4E21-ABE8-AD15265D3818}" destId="{1464C159-4587-42F9-B9AD-9CE599147880}" srcOrd="0" destOrd="0" presId="urn:microsoft.com/office/officeart/2005/8/layout/process4"/>
    <dgm:cxn modelId="{9C050DA4-48C1-4AE7-8F45-A2F2E4C7376C}" srcId="{7C755390-DBAA-4CAF-8C46-6EEBE36FA118}" destId="{FB7F63E7-B655-463C-8938-163A3AE4A48C}" srcOrd="2" destOrd="0" parTransId="{1392CC14-9A79-48D3-8BF6-B02870CA3AFA}" sibTransId="{36B26793-33AA-43E4-9DE7-12851A68BEEC}"/>
    <dgm:cxn modelId="{CDC95202-D3F8-446B-9DF9-174D7383A6A5}" type="presOf" srcId="{95D280D6-EB9E-4FD7-8953-87685AA34DA3}" destId="{2543BDC1-1BDC-4C71-94F5-F307C1EE10BF}" srcOrd="0" destOrd="0" presId="urn:microsoft.com/office/officeart/2005/8/layout/process4"/>
    <dgm:cxn modelId="{76045F80-E318-4F5B-8BD2-2097E870A846}" srcId="{4C3DC648-76D6-49F1-8B6E-BAE9442A03D2}" destId="{7C755390-DBAA-4CAF-8C46-6EEBE36FA118}" srcOrd="1" destOrd="0" parTransId="{344566F0-9792-467C-B551-9B2F924F0674}" sibTransId="{50B5A7FD-A9EA-419E-8ACD-6F205C8AF77D}"/>
    <dgm:cxn modelId="{EEF3B3EF-787D-41A1-B378-9A1FC07CCB95}" type="presParOf" srcId="{2C1E2736-07D1-4FFF-8D56-B1FDAC224296}" destId="{FAB998C1-AF6C-44B2-9CDB-083EFA31A2AF}" srcOrd="0" destOrd="0" presId="urn:microsoft.com/office/officeart/2005/8/layout/process4"/>
    <dgm:cxn modelId="{2A172F9A-53D0-4C5B-9ED3-5E5A12C4422F}" type="presParOf" srcId="{FAB998C1-AF6C-44B2-9CDB-083EFA31A2AF}" destId="{544E8893-7999-4792-91A5-3FC179741F11}" srcOrd="0" destOrd="0" presId="urn:microsoft.com/office/officeart/2005/8/layout/process4"/>
    <dgm:cxn modelId="{69EB4C10-55A3-4C9B-9C8B-83ABABD209BC}" type="presParOf" srcId="{FAB998C1-AF6C-44B2-9CDB-083EFA31A2AF}" destId="{DFFB6C22-E3ED-44B9-99F1-62459AAD28F4}" srcOrd="1" destOrd="0" presId="urn:microsoft.com/office/officeart/2005/8/layout/process4"/>
    <dgm:cxn modelId="{9CC244E9-1964-4BF5-88FE-213B31D89DD3}" type="presParOf" srcId="{FAB998C1-AF6C-44B2-9CDB-083EFA31A2AF}" destId="{957A72C0-C9C6-4C38-ACDD-FA38DECDC826}" srcOrd="2" destOrd="0" presId="urn:microsoft.com/office/officeart/2005/8/layout/process4"/>
    <dgm:cxn modelId="{7F8A9716-0926-4949-B079-5B954607CB74}" type="presParOf" srcId="{957A72C0-C9C6-4C38-ACDD-FA38DECDC826}" destId="{C896A8A8-721D-4068-8064-A0FC65FBF9C4}" srcOrd="0" destOrd="0" presId="urn:microsoft.com/office/officeart/2005/8/layout/process4"/>
    <dgm:cxn modelId="{8FF2A58B-2200-47ED-AD0D-F094ECD56367}" type="presParOf" srcId="{957A72C0-C9C6-4C38-ACDD-FA38DECDC826}" destId="{1464C159-4587-42F9-B9AD-9CE599147880}" srcOrd="1" destOrd="0" presId="urn:microsoft.com/office/officeart/2005/8/layout/process4"/>
    <dgm:cxn modelId="{59B83004-D5E0-41D6-8974-08DDDCBD2732}" type="presParOf" srcId="{957A72C0-C9C6-4C38-ACDD-FA38DECDC826}" destId="{DD279B23-970D-4DB1-BD66-AEEC50B5150C}" srcOrd="2" destOrd="0" presId="urn:microsoft.com/office/officeart/2005/8/layout/process4"/>
    <dgm:cxn modelId="{420FC44F-7EFF-4C7F-B0DA-B98DA4EFBE90}" type="presParOf" srcId="{2C1E2736-07D1-4FFF-8D56-B1FDAC224296}" destId="{7C5A479B-4C9C-46CC-A8BA-63CF7E2DDA56}" srcOrd="1" destOrd="0" presId="urn:microsoft.com/office/officeart/2005/8/layout/process4"/>
    <dgm:cxn modelId="{4F7D7FF6-578B-4EB8-953C-D7414D4BC921}" type="presParOf" srcId="{2C1E2736-07D1-4FFF-8D56-B1FDAC224296}" destId="{4BF990A6-AA14-4111-BFAA-DB237478BFD8}" srcOrd="2" destOrd="0" presId="urn:microsoft.com/office/officeart/2005/8/layout/process4"/>
    <dgm:cxn modelId="{443B70FE-7E60-4626-B6DB-F45AF0520865}" type="presParOf" srcId="{4BF990A6-AA14-4111-BFAA-DB237478BFD8}" destId="{2543BDC1-1BDC-4C71-94F5-F307C1EE10B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091EC98-CCFF-4A51-9B8D-863D735ECD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DB849197-2022-410A-8784-DDD6AD95AF6C}">
      <dgm:prSet/>
      <dgm:spPr/>
      <dgm:t>
        <a:bodyPr/>
        <a:lstStyle/>
        <a:p>
          <a:r>
            <a:rPr lang="en-GB" b="0" i="0" baseline="0"/>
            <a:t>MPI provides point-to-point communication.</a:t>
          </a:r>
          <a:endParaRPr lang="en-PK"/>
        </a:p>
      </dgm:t>
    </dgm:pt>
    <dgm:pt modelId="{8F905457-E147-4CB1-8675-F39C3DD2B652}" type="parTrans" cxnId="{A0981026-FA8C-4B3D-AEE0-377FC16FCF59}">
      <dgm:prSet/>
      <dgm:spPr/>
      <dgm:t>
        <a:bodyPr/>
        <a:lstStyle/>
        <a:p>
          <a:endParaRPr lang="en-PK"/>
        </a:p>
      </dgm:t>
    </dgm:pt>
    <dgm:pt modelId="{374DF3F2-E99E-4BF0-98F6-A2B31B0668B4}" type="sibTrans" cxnId="{A0981026-FA8C-4B3D-AEE0-377FC16FCF59}">
      <dgm:prSet/>
      <dgm:spPr/>
      <dgm:t>
        <a:bodyPr/>
        <a:lstStyle/>
        <a:p>
          <a:endParaRPr lang="en-PK"/>
        </a:p>
      </dgm:t>
    </dgm:pt>
    <dgm:pt modelId="{A174E0A6-5E59-4FC1-894F-2676EE28C848}">
      <dgm:prSet/>
      <dgm:spPr/>
      <dgm:t>
        <a:bodyPr/>
        <a:lstStyle/>
        <a:p>
          <a:r>
            <a:rPr lang="en-GB" b="0" i="0" baseline="0"/>
            <a:t>Collective operations</a:t>
          </a:r>
          <a:endParaRPr lang="en-PK"/>
        </a:p>
      </dgm:t>
    </dgm:pt>
    <dgm:pt modelId="{9317B7EE-4854-4D19-8511-BB83B4E508E2}" type="parTrans" cxnId="{47523D66-1562-4CF9-A970-16B14E92C1B3}">
      <dgm:prSet/>
      <dgm:spPr/>
      <dgm:t>
        <a:bodyPr/>
        <a:lstStyle/>
        <a:p>
          <a:endParaRPr lang="en-PK"/>
        </a:p>
      </dgm:t>
    </dgm:pt>
    <dgm:pt modelId="{C0E35077-6E75-43E4-910A-FE43D1C8DBBB}" type="sibTrans" cxnId="{47523D66-1562-4CF9-A970-16B14E92C1B3}">
      <dgm:prSet/>
      <dgm:spPr/>
      <dgm:t>
        <a:bodyPr/>
        <a:lstStyle/>
        <a:p>
          <a:endParaRPr lang="en-PK"/>
        </a:p>
      </dgm:t>
    </dgm:pt>
    <dgm:pt modelId="{DBB02DB6-B6F3-4018-9B0C-D802E0BA6ADB}">
      <dgm:prSet/>
      <dgm:spPr/>
      <dgm:t>
        <a:bodyPr/>
        <a:lstStyle/>
        <a:p>
          <a:r>
            <a:rPr lang="en-GB" b="0" i="0" baseline="0"/>
            <a:t>Barrier synchronization</a:t>
          </a:r>
          <a:endParaRPr lang="en-PK"/>
        </a:p>
      </dgm:t>
    </dgm:pt>
    <dgm:pt modelId="{9EBB76FB-874B-43E4-A022-6B14D8ED31A0}" type="parTrans" cxnId="{3CF992AE-39D9-484F-A723-0D8F31EFFD7E}">
      <dgm:prSet/>
      <dgm:spPr/>
      <dgm:t>
        <a:bodyPr/>
        <a:lstStyle/>
        <a:p>
          <a:endParaRPr lang="en-PK"/>
        </a:p>
      </dgm:t>
    </dgm:pt>
    <dgm:pt modelId="{0F4F5E02-7CF2-44C3-B2C9-2F97752CCA64}" type="sibTrans" cxnId="{3CF992AE-39D9-484F-A723-0D8F31EFFD7E}">
      <dgm:prSet/>
      <dgm:spPr/>
      <dgm:t>
        <a:bodyPr/>
        <a:lstStyle/>
        <a:p>
          <a:endParaRPr lang="en-PK"/>
        </a:p>
      </dgm:t>
    </dgm:pt>
    <dgm:pt modelId="{0FD67940-95BC-406E-999D-56DB48470BCE}">
      <dgm:prSet/>
      <dgm:spPr/>
      <dgm:t>
        <a:bodyPr/>
        <a:lstStyle/>
        <a:p>
          <a:r>
            <a:rPr lang="en-GB" b="0" i="0" baseline="0"/>
            <a:t>Gather/scatter operations</a:t>
          </a:r>
          <a:endParaRPr lang="en-PK"/>
        </a:p>
      </dgm:t>
    </dgm:pt>
    <dgm:pt modelId="{B629D721-3B78-4DEB-84F7-FCB081FBBDF7}" type="parTrans" cxnId="{47CB3795-EE98-4B5D-9FFA-694A38B1A3DE}">
      <dgm:prSet/>
      <dgm:spPr/>
      <dgm:t>
        <a:bodyPr/>
        <a:lstStyle/>
        <a:p>
          <a:endParaRPr lang="en-PK"/>
        </a:p>
      </dgm:t>
    </dgm:pt>
    <dgm:pt modelId="{047A7048-7F2C-4DA7-A2A6-8B807F6FB8A9}" type="sibTrans" cxnId="{47CB3795-EE98-4B5D-9FFA-694A38B1A3DE}">
      <dgm:prSet/>
      <dgm:spPr/>
      <dgm:t>
        <a:bodyPr/>
        <a:lstStyle/>
        <a:p>
          <a:endParaRPr lang="en-PK"/>
        </a:p>
      </dgm:t>
    </dgm:pt>
    <dgm:pt modelId="{7BFE729D-B0FD-4062-99EF-4B001046337C}">
      <dgm:prSet/>
      <dgm:spPr/>
      <dgm:t>
        <a:bodyPr/>
        <a:lstStyle/>
        <a:p>
          <a:r>
            <a:rPr lang="en-GB" b="0" i="0" baseline="0"/>
            <a:t>Broadcast, reductions</a:t>
          </a:r>
          <a:endParaRPr lang="en-PK"/>
        </a:p>
      </dgm:t>
    </dgm:pt>
    <dgm:pt modelId="{5D53CF46-5C68-456B-81BE-B1CE92965A12}" type="parTrans" cxnId="{259D8466-98C1-4805-9A4F-A608AA6BA13E}">
      <dgm:prSet/>
      <dgm:spPr/>
      <dgm:t>
        <a:bodyPr/>
        <a:lstStyle/>
        <a:p>
          <a:endParaRPr lang="en-PK"/>
        </a:p>
      </dgm:t>
    </dgm:pt>
    <dgm:pt modelId="{8DAC03C6-71AE-45FE-A662-BF95A2738CE9}" type="sibTrans" cxnId="{259D8466-98C1-4805-9A4F-A608AA6BA13E}">
      <dgm:prSet/>
      <dgm:spPr/>
      <dgm:t>
        <a:bodyPr/>
        <a:lstStyle/>
        <a:p>
          <a:endParaRPr lang="en-PK"/>
        </a:p>
      </dgm:t>
    </dgm:pt>
    <dgm:pt modelId="{74C0CE27-DA13-4CBA-85AC-47FAF6B6157D}">
      <dgm:prSet/>
      <dgm:spPr/>
      <dgm:t>
        <a:bodyPr/>
        <a:lstStyle/>
        <a:p>
          <a:r>
            <a:rPr lang="en-GB" b="0" i="0" baseline="0"/>
            <a:t>Predefined and derived datatypes.</a:t>
          </a:r>
          <a:endParaRPr lang="en-PK"/>
        </a:p>
      </dgm:t>
    </dgm:pt>
    <dgm:pt modelId="{A8A2455B-BB05-4FD6-B241-C1348DF83ED1}" type="parTrans" cxnId="{8C1E5E21-ADF2-4B97-9397-95ED97AB1671}">
      <dgm:prSet/>
      <dgm:spPr/>
      <dgm:t>
        <a:bodyPr/>
        <a:lstStyle/>
        <a:p>
          <a:endParaRPr lang="en-PK"/>
        </a:p>
      </dgm:t>
    </dgm:pt>
    <dgm:pt modelId="{2E75AAF4-328C-4F93-9DC8-DA35E35238E8}" type="sibTrans" cxnId="{8C1E5E21-ADF2-4B97-9397-95ED97AB1671}">
      <dgm:prSet/>
      <dgm:spPr/>
      <dgm:t>
        <a:bodyPr/>
        <a:lstStyle/>
        <a:p>
          <a:endParaRPr lang="en-PK"/>
        </a:p>
      </dgm:t>
    </dgm:pt>
    <dgm:pt modelId="{7635905D-9E48-4AEC-A116-6DC3695D4AEF}">
      <dgm:prSet/>
      <dgm:spPr/>
      <dgm:t>
        <a:bodyPr/>
        <a:lstStyle/>
        <a:p>
          <a:r>
            <a:rPr lang="en-GB" b="0" i="0" baseline="0"/>
            <a:t>Virtual topologies.</a:t>
          </a:r>
          <a:endParaRPr lang="en-PK"/>
        </a:p>
      </dgm:t>
    </dgm:pt>
    <dgm:pt modelId="{715245F6-2755-485F-97EA-C648EE4C1FEA}" type="parTrans" cxnId="{0DB385B7-6FEA-45F4-AE3B-3EBEF2F072B4}">
      <dgm:prSet/>
      <dgm:spPr/>
      <dgm:t>
        <a:bodyPr/>
        <a:lstStyle/>
        <a:p>
          <a:endParaRPr lang="en-PK"/>
        </a:p>
      </dgm:t>
    </dgm:pt>
    <dgm:pt modelId="{6648A8AA-C590-4BB4-B0A2-9685C60A7F74}" type="sibTrans" cxnId="{0DB385B7-6FEA-45F4-AE3B-3EBEF2F072B4}">
      <dgm:prSet/>
      <dgm:spPr/>
      <dgm:t>
        <a:bodyPr/>
        <a:lstStyle/>
        <a:p>
          <a:endParaRPr lang="en-PK"/>
        </a:p>
      </dgm:t>
    </dgm:pt>
    <dgm:pt modelId="{B7846D4A-B38D-43E4-A646-7CE8FEB71F57}">
      <dgm:prSet/>
      <dgm:spPr/>
      <dgm:t>
        <a:bodyPr/>
        <a:lstStyle/>
        <a:p>
          <a:r>
            <a:rPr lang="en-GB" b="0" i="0" baseline="0"/>
            <a:t>C/C++ and Fortran bindings.</a:t>
          </a:r>
          <a:endParaRPr lang="en-PK"/>
        </a:p>
      </dgm:t>
    </dgm:pt>
    <dgm:pt modelId="{D8A34745-57D4-404A-91FA-DE82F811D6CE}" type="parTrans" cxnId="{402E9769-D00B-4B9E-9803-A38DBB78E4FE}">
      <dgm:prSet/>
      <dgm:spPr/>
      <dgm:t>
        <a:bodyPr/>
        <a:lstStyle/>
        <a:p>
          <a:endParaRPr lang="en-PK"/>
        </a:p>
      </dgm:t>
    </dgm:pt>
    <dgm:pt modelId="{94630832-D237-4C19-AE28-FA65F08BAFE2}" type="sibTrans" cxnId="{402E9769-D00B-4B9E-9803-A38DBB78E4FE}">
      <dgm:prSet/>
      <dgm:spPr/>
      <dgm:t>
        <a:bodyPr/>
        <a:lstStyle/>
        <a:p>
          <a:endParaRPr lang="en-PK"/>
        </a:p>
      </dgm:t>
    </dgm:pt>
    <dgm:pt modelId="{A7C3F1F8-83F6-4732-86A1-937AA70CD8F2}" type="pres">
      <dgm:prSet presAssocID="{8091EC98-CCFF-4A51-9B8D-863D735ECD37}" presName="linear" presStyleCnt="0">
        <dgm:presLayoutVars>
          <dgm:animLvl val="lvl"/>
          <dgm:resizeHandles val="exact"/>
        </dgm:presLayoutVars>
      </dgm:prSet>
      <dgm:spPr/>
      <dgm:t>
        <a:bodyPr/>
        <a:lstStyle/>
        <a:p>
          <a:endParaRPr lang="en-US"/>
        </a:p>
      </dgm:t>
    </dgm:pt>
    <dgm:pt modelId="{9BA1286D-6FAA-4724-9AD8-3E259B250F4F}" type="pres">
      <dgm:prSet presAssocID="{DB849197-2022-410A-8784-DDD6AD95AF6C}" presName="parentText" presStyleLbl="node1" presStyleIdx="0" presStyleCnt="5">
        <dgm:presLayoutVars>
          <dgm:chMax val="0"/>
          <dgm:bulletEnabled val="1"/>
        </dgm:presLayoutVars>
      </dgm:prSet>
      <dgm:spPr/>
      <dgm:t>
        <a:bodyPr/>
        <a:lstStyle/>
        <a:p>
          <a:endParaRPr lang="en-US"/>
        </a:p>
      </dgm:t>
    </dgm:pt>
    <dgm:pt modelId="{A7EFFCCF-1C51-4F78-945B-5BADF82D03F6}" type="pres">
      <dgm:prSet presAssocID="{374DF3F2-E99E-4BF0-98F6-A2B31B0668B4}" presName="spacer" presStyleCnt="0"/>
      <dgm:spPr/>
    </dgm:pt>
    <dgm:pt modelId="{A73BC9B1-4550-4101-A4E0-865A6DC7CDA0}" type="pres">
      <dgm:prSet presAssocID="{A174E0A6-5E59-4FC1-894F-2676EE28C848}" presName="parentText" presStyleLbl="node1" presStyleIdx="1" presStyleCnt="5">
        <dgm:presLayoutVars>
          <dgm:chMax val="0"/>
          <dgm:bulletEnabled val="1"/>
        </dgm:presLayoutVars>
      </dgm:prSet>
      <dgm:spPr/>
      <dgm:t>
        <a:bodyPr/>
        <a:lstStyle/>
        <a:p>
          <a:endParaRPr lang="en-US"/>
        </a:p>
      </dgm:t>
    </dgm:pt>
    <dgm:pt modelId="{626B9CD6-4812-4C4F-8488-A0D2E9D86196}" type="pres">
      <dgm:prSet presAssocID="{A174E0A6-5E59-4FC1-894F-2676EE28C848}" presName="childText" presStyleLbl="revTx" presStyleIdx="0" presStyleCnt="1">
        <dgm:presLayoutVars>
          <dgm:bulletEnabled val="1"/>
        </dgm:presLayoutVars>
      </dgm:prSet>
      <dgm:spPr/>
      <dgm:t>
        <a:bodyPr/>
        <a:lstStyle/>
        <a:p>
          <a:endParaRPr lang="en-US"/>
        </a:p>
      </dgm:t>
    </dgm:pt>
    <dgm:pt modelId="{09E21807-27D1-4320-A7B0-663C41266121}" type="pres">
      <dgm:prSet presAssocID="{74C0CE27-DA13-4CBA-85AC-47FAF6B6157D}" presName="parentText" presStyleLbl="node1" presStyleIdx="2" presStyleCnt="5">
        <dgm:presLayoutVars>
          <dgm:chMax val="0"/>
          <dgm:bulletEnabled val="1"/>
        </dgm:presLayoutVars>
      </dgm:prSet>
      <dgm:spPr/>
      <dgm:t>
        <a:bodyPr/>
        <a:lstStyle/>
        <a:p>
          <a:endParaRPr lang="en-US"/>
        </a:p>
      </dgm:t>
    </dgm:pt>
    <dgm:pt modelId="{E8DB17EA-ABE0-417D-B9BD-A54762A08410}" type="pres">
      <dgm:prSet presAssocID="{2E75AAF4-328C-4F93-9DC8-DA35E35238E8}" presName="spacer" presStyleCnt="0"/>
      <dgm:spPr/>
    </dgm:pt>
    <dgm:pt modelId="{8B5A8963-7F1B-4A78-8A32-D10B31C9A64B}" type="pres">
      <dgm:prSet presAssocID="{7635905D-9E48-4AEC-A116-6DC3695D4AEF}" presName="parentText" presStyleLbl="node1" presStyleIdx="3" presStyleCnt="5">
        <dgm:presLayoutVars>
          <dgm:chMax val="0"/>
          <dgm:bulletEnabled val="1"/>
        </dgm:presLayoutVars>
      </dgm:prSet>
      <dgm:spPr/>
      <dgm:t>
        <a:bodyPr/>
        <a:lstStyle/>
        <a:p>
          <a:endParaRPr lang="en-US"/>
        </a:p>
      </dgm:t>
    </dgm:pt>
    <dgm:pt modelId="{4C6AD156-3036-4CBB-B9E7-E3EB284EE62D}" type="pres">
      <dgm:prSet presAssocID="{6648A8AA-C590-4BB4-B0A2-9685C60A7F74}" presName="spacer" presStyleCnt="0"/>
      <dgm:spPr/>
    </dgm:pt>
    <dgm:pt modelId="{8F38DFAC-4948-4726-AE4B-EB0444755183}" type="pres">
      <dgm:prSet presAssocID="{B7846D4A-B38D-43E4-A646-7CE8FEB71F57}" presName="parentText" presStyleLbl="node1" presStyleIdx="4" presStyleCnt="5">
        <dgm:presLayoutVars>
          <dgm:chMax val="0"/>
          <dgm:bulletEnabled val="1"/>
        </dgm:presLayoutVars>
      </dgm:prSet>
      <dgm:spPr/>
      <dgm:t>
        <a:bodyPr/>
        <a:lstStyle/>
        <a:p>
          <a:endParaRPr lang="en-US"/>
        </a:p>
      </dgm:t>
    </dgm:pt>
  </dgm:ptLst>
  <dgm:cxnLst>
    <dgm:cxn modelId="{159B9970-8AC3-4C15-AAA7-4AB76D895304}" type="presOf" srcId="{8091EC98-CCFF-4A51-9B8D-863D735ECD37}" destId="{A7C3F1F8-83F6-4732-86A1-937AA70CD8F2}" srcOrd="0" destOrd="0" presId="urn:microsoft.com/office/officeart/2005/8/layout/vList2"/>
    <dgm:cxn modelId="{448C2365-F48C-459F-9E8E-E28495E54D18}" type="presOf" srcId="{7BFE729D-B0FD-4062-99EF-4B001046337C}" destId="{626B9CD6-4812-4C4F-8488-A0D2E9D86196}" srcOrd="0" destOrd="2" presId="urn:microsoft.com/office/officeart/2005/8/layout/vList2"/>
    <dgm:cxn modelId="{A3D6A80E-AF4A-4485-82B3-8BAF9745E9D4}" type="presOf" srcId="{DBB02DB6-B6F3-4018-9B0C-D802E0BA6ADB}" destId="{626B9CD6-4812-4C4F-8488-A0D2E9D86196}" srcOrd="0" destOrd="0" presId="urn:microsoft.com/office/officeart/2005/8/layout/vList2"/>
    <dgm:cxn modelId="{8C1E5E21-ADF2-4B97-9397-95ED97AB1671}" srcId="{8091EC98-CCFF-4A51-9B8D-863D735ECD37}" destId="{74C0CE27-DA13-4CBA-85AC-47FAF6B6157D}" srcOrd="2" destOrd="0" parTransId="{A8A2455B-BB05-4FD6-B241-C1348DF83ED1}" sibTransId="{2E75AAF4-328C-4F93-9DC8-DA35E35238E8}"/>
    <dgm:cxn modelId="{3CF992AE-39D9-484F-A723-0D8F31EFFD7E}" srcId="{A174E0A6-5E59-4FC1-894F-2676EE28C848}" destId="{DBB02DB6-B6F3-4018-9B0C-D802E0BA6ADB}" srcOrd="0" destOrd="0" parTransId="{9EBB76FB-874B-43E4-A022-6B14D8ED31A0}" sibTransId="{0F4F5E02-7CF2-44C3-B2C9-2F97752CCA64}"/>
    <dgm:cxn modelId="{0DB385B7-6FEA-45F4-AE3B-3EBEF2F072B4}" srcId="{8091EC98-CCFF-4A51-9B8D-863D735ECD37}" destId="{7635905D-9E48-4AEC-A116-6DC3695D4AEF}" srcOrd="3" destOrd="0" parTransId="{715245F6-2755-485F-97EA-C648EE4C1FEA}" sibTransId="{6648A8AA-C590-4BB4-B0A2-9685C60A7F74}"/>
    <dgm:cxn modelId="{B417994F-2378-4D29-9EFD-58DEC0F31882}" type="presOf" srcId="{B7846D4A-B38D-43E4-A646-7CE8FEB71F57}" destId="{8F38DFAC-4948-4726-AE4B-EB0444755183}" srcOrd="0" destOrd="0" presId="urn:microsoft.com/office/officeart/2005/8/layout/vList2"/>
    <dgm:cxn modelId="{6AFB8BB7-3A19-498D-8686-EF9DCEEE279E}" type="presOf" srcId="{0FD67940-95BC-406E-999D-56DB48470BCE}" destId="{626B9CD6-4812-4C4F-8488-A0D2E9D86196}" srcOrd="0" destOrd="1" presId="urn:microsoft.com/office/officeart/2005/8/layout/vList2"/>
    <dgm:cxn modelId="{A0981026-FA8C-4B3D-AEE0-377FC16FCF59}" srcId="{8091EC98-CCFF-4A51-9B8D-863D735ECD37}" destId="{DB849197-2022-410A-8784-DDD6AD95AF6C}" srcOrd="0" destOrd="0" parTransId="{8F905457-E147-4CB1-8675-F39C3DD2B652}" sibTransId="{374DF3F2-E99E-4BF0-98F6-A2B31B0668B4}"/>
    <dgm:cxn modelId="{47CB3795-EE98-4B5D-9FFA-694A38B1A3DE}" srcId="{A174E0A6-5E59-4FC1-894F-2676EE28C848}" destId="{0FD67940-95BC-406E-999D-56DB48470BCE}" srcOrd="1" destOrd="0" parTransId="{B629D721-3B78-4DEB-84F7-FCB081FBBDF7}" sibTransId="{047A7048-7F2C-4DA7-A2A6-8B807F6FB8A9}"/>
    <dgm:cxn modelId="{D8FE1969-0CC9-4393-A337-632A67F7D607}" type="presOf" srcId="{7635905D-9E48-4AEC-A116-6DC3695D4AEF}" destId="{8B5A8963-7F1B-4A78-8A32-D10B31C9A64B}" srcOrd="0" destOrd="0" presId="urn:microsoft.com/office/officeart/2005/8/layout/vList2"/>
    <dgm:cxn modelId="{402E9769-D00B-4B9E-9803-A38DBB78E4FE}" srcId="{8091EC98-CCFF-4A51-9B8D-863D735ECD37}" destId="{B7846D4A-B38D-43E4-A646-7CE8FEB71F57}" srcOrd="4" destOrd="0" parTransId="{D8A34745-57D4-404A-91FA-DE82F811D6CE}" sibTransId="{94630832-D237-4C19-AE28-FA65F08BAFE2}"/>
    <dgm:cxn modelId="{43B39672-5066-4953-B9B2-EFEFCF5039E8}" type="presOf" srcId="{74C0CE27-DA13-4CBA-85AC-47FAF6B6157D}" destId="{09E21807-27D1-4320-A7B0-663C41266121}" srcOrd="0" destOrd="0" presId="urn:microsoft.com/office/officeart/2005/8/layout/vList2"/>
    <dgm:cxn modelId="{792A27E6-4C54-47F3-988A-A21D9D95282F}" type="presOf" srcId="{DB849197-2022-410A-8784-DDD6AD95AF6C}" destId="{9BA1286D-6FAA-4724-9AD8-3E259B250F4F}" srcOrd="0" destOrd="0" presId="urn:microsoft.com/office/officeart/2005/8/layout/vList2"/>
    <dgm:cxn modelId="{259D8466-98C1-4805-9A4F-A608AA6BA13E}" srcId="{A174E0A6-5E59-4FC1-894F-2676EE28C848}" destId="{7BFE729D-B0FD-4062-99EF-4B001046337C}" srcOrd="2" destOrd="0" parTransId="{5D53CF46-5C68-456B-81BE-B1CE92965A12}" sibTransId="{8DAC03C6-71AE-45FE-A662-BF95A2738CE9}"/>
    <dgm:cxn modelId="{47523D66-1562-4CF9-A970-16B14E92C1B3}" srcId="{8091EC98-CCFF-4A51-9B8D-863D735ECD37}" destId="{A174E0A6-5E59-4FC1-894F-2676EE28C848}" srcOrd="1" destOrd="0" parTransId="{9317B7EE-4854-4D19-8511-BB83B4E508E2}" sibTransId="{C0E35077-6E75-43E4-910A-FE43D1C8DBBB}"/>
    <dgm:cxn modelId="{C8AD33EB-5E91-40C1-ABBE-CF375DE11091}" type="presOf" srcId="{A174E0A6-5E59-4FC1-894F-2676EE28C848}" destId="{A73BC9B1-4550-4101-A4E0-865A6DC7CDA0}" srcOrd="0" destOrd="0" presId="urn:microsoft.com/office/officeart/2005/8/layout/vList2"/>
    <dgm:cxn modelId="{BD10B63A-B939-48F6-B34C-DA8197D98EAB}" type="presParOf" srcId="{A7C3F1F8-83F6-4732-86A1-937AA70CD8F2}" destId="{9BA1286D-6FAA-4724-9AD8-3E259B250F4F}" srcOrd="0" destOrd="0" presId="urn:microsoft.com/office/officeart/2005/8/layout/vList2"/>
    <dgm:cxn modelId="{175B083C-FB07-46F3-8D4D-8E4363E45030}" type="presParOf" srcId="{A7C3F1F8-83F6-4732-86A1-937AA70CD8F2}" destId="{A7EFFCCF-1C51-4F78-945B-5BADF82D03F6}" srcOrd="1" destOrd="0" presId="urn:microsoft.com/office/officeart/2005/8/layout/vList2"/>
    <dgm:cxn modelId="{15035B0F-DF3F-460E-9351-DA41DCA618D0}" type="presParOf" srcId="{A7C3F1F8-83F6-4732-86A1-937AA70CD8F2}" destId="{A73BC9B1-4550-4101-A4E0-865A6DC7CDA0}" srcOrd="2" destOrd="0" presId="urn:microsoft.com/office/officeart/2005/8/layout/vList2"/>
    <dgm:cxn modelId="{2092B882-50A8-460B-AB2D-90457D59463E}" type="presParOf" srcId="{A7C3F1F8-83F6-4732-86A1-937AA70CD8F2}" destId="{626B9CD6-4812-4C4F-8488-A0D2E9D86196}" srcOrd="3" destOrd="0" presId="urn:microsoft.com/office/officeart/2005/8/layout/vList2"/>
    <dgm:cxn modelId="{7175CC1E-9BE5-4228-AFA9-53D0C0E792CB}" type="presParOf" srcId="{A7C3F1F8-83F6-4732-86A1-937AA70CD8F2}" destId="{09E21807-27D1-4320-A7B0-663C41266121}" srcOrd="4" destOrd="0" presId="urn:microsoft.com/office/officeart/2005/8/layout/vList2"/>
    <dgm:cxn modelId="{24CCA903-781C-4BB4-8D9D-7FAE13958BAA}" type="presParOf" srcId="{A7C3F1F8-83F6-4732-86A1-937AA70CD8F2}" destId="{E8DB17EA-ABE0-417D-B9BD-A54762A08410}" srcOrd="5" destOrd="0" presId="urn:microsoft.com/office/officeart/2005/8/layout/vList2"/>
    <dgm:cxn modelId="{1EE5AE6B-1984-48F5-A7CC-8A9A0A45A974}" type="presParOf" srcId="{A7C3F1F8-83F6-4732-86A1-937AA70CD8F2}" destId="{8B5A8963-7F1B-4A78-8A32-D10B31C9A64B}" srcOrd="6" destOrd="0" presId="urn:microsoft.com/office/officeart/2005/8/layout/vList2"/>
    <dgm:cxn modelId="{1CE33514-3D6D-482E-9C4A-EF9D96994D28}" type="presParOf" srcId="{A7C3F1F8-83F6-4732-86A1-937AA70CD8F2}" destId="{4C6AD156-3036-4CBB-B9E7-E3EB284EE62D}" srcOrd="7" destOrd="0" presId="urn:microsoft.com/office/officeart/2005/8/layout/vList2"/>
    <dgm:cxn modelId="{019C59DE-60EF-4615-B492-511DDF2BFEDC}" type="presParOf" srcId="{A7C3F1F8-83F6-4732-86A1-937AA70CD8F2}" destId="{8F38DFAC-4948-4726-AE4B-EB0444755183}"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What is </a:t>
          </a:r>
          <a:r>
            <a:rPr lang="en-US" dirty="0">
              <a:latin typeface="Arial" panose="020B0604020202020204" pitchFamily="34" charset="0"/>
              <a:cs typeface="Arial" panose="020B0604020202020204" pitchFamily="34" charset="0"/>
            </a:rPr>
            <a:t>Message Passing Programming?</a:t>
          </a:r>
          <a:endParaRPr lang="en-PK" dirty="0"/>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dirty="0">
              <a:solidFill>
                <a:schemeClr val="tx1"/>
              </a:solidFill>
              <a:latin typeface="Arial" panose="020B0604020202020204" pitchFamily="34" charset="0"/>
              <a:cs typeface="Arial" panose="020B0604020202020204" pitchFamily="34" charset="0"/>
            </a:rPr>
            <a:t>Message Passing Programming Modes</a:t>
          </a:r>
          <a:r>
            <a:rPr lang="en-US" altLang="en-PK" dirty="0">
              <a:latin typeface="Arial" panose="020B0604020202020204" pitchFamily="34" charset="0"/>
              <a:ea typeface="ＭＳ Ｐゴシック" panose="020B0600070205080204" pitchFamily="34" charset="-128"/>
              <a:cs typeface="Arial" panose="020B0604020202020204" pitchFamily="34" charset="0"/>
            </a:rPr>
            <a:t>.</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t>
        <a:bodyPr/>
        <a:lstStyle/>
        <a:p>
          <a:endParaRPr lang="en-US"/>
        </a:p>
      </dgm:t>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t>
        <a:bodyPr/>
        <a:lstStyle/>
        <a:p>
          <a:endParaRPr lang="en-US"/>
        </a:p>
      </dgm:t>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dgm:presLayoutVars>
          <dgm:chMax val="0"/>
          <dgm:chPref val="0"/>
        </dgm:presLayoutVars>
      </dgm:prSet>
      <dgm:spPr/>
      <dgm:t>
        <a:bodyPr/>
        <a:lstStyle/>
        <a:p>
          <a:endParaRPr lang="en-US"/>
        </a:p>
      </dgm:t>
    </dgm:pt>
  </dgm:ptLst>
  <dgm:cxnLst>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A611A0E-F919-4BC4-9BB8-3CBCF5F6DD59}"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CAB0693-CABE-4B12-B4F2-D06D05A4D13D}">
      <dgm:prSet/>
      <dgm:spPr/>
      <dgm:t>
        <a:bodyPr/>
        <a:lstStyle/>
        <a:p>
          <a:r>
            <a:rPr lang="en-US"/>
            <a:t>Distributed memory processes have access only to local data. The sender process issues a send call, and the receiver process issues a matching receive call.</a:t>
          </a:r>
        </a:p>
      </dgm:t>
    </dgm:pt>
    <dgm:pt modelId="{5B2730EF-980F-46CC-A638-1894566DB3F4}" type="parTrans" cxnId="{CD95ADEC-5FE7-4C03-A883-7F03DA0A4E31}">
      <dgm:prSet/>
      <dgm:spPr/>
      <dgm:t>
        <a:bodyPr/>
        <a:lstStyle/>
        <a:p>
          <a:endParaRPr lang="en-US"/>
        </a:p>
      </dgm:t>
    </dgm:pt>
    <dgm:pt modelId="{1FAA37BF-2529-49F1-82A5-50F2B4A769DE}" type="sibTrans" cxnId="{CD95ADEC-5FE7-4C03-A883-7F03DA0A4E31}">
      <dgm:prSet/>
      <dgm:spPr/>
      <dgm:t>
        <a:bodyPr/>
        <a:lstStyle/>
        <a:p>
          <a:endParaRPr lang="en-US"/>
        </a:p>
      </dgm:t>
    </dgm:pt>
    <dgm:pt modelId="{3524818F-1E19-44F1-9EC7-86FF63EF1F48}">
      <dgm:prSet/>
      <dgm:spPr/>
      <dgm:t>
        <a:bodyPr/>
        <a:lstStyle/>
        <a:p>
          <a:r>
            <a:rPr lang="en-US"/>
            <a:t>The logical view of a machine supporting the message-passing paradigm consists of p processes, each with its own exclusive address space. </a:t>
          </a:r>
        </a:p>
      </dgm:t>
    </dgm:pt>
    <dgm:pt modelId="{351BAA33-29B6-4898-98F2-43CE2F0EFB73}" type="parTrans" cxnId="{ABBD4679-26DB-4ED0-8E49-FDB34097E8ED}">
      <dgm:prSet/>
      <dgm:spPr/>
      <dgm:t>
        <a:bodyPr/>
        <a:lstStyle/>
        <a:p>
          <a:endParaRPr lang="en-US"/>
        </a:p>
      </dgm:t>
    </dgm:pt>
    <dgm:pt modelId="{4621227C-B5DE-47C5-BA3B-FDF9FAEAC394}" type="sibTrans" cxnId="{ABBD4679-26DB-4ED0-8E49-FDB34097E8ED}">
      <dgm:prSet/>
      <dgm:spPr/>
      <dgm:t>
        <a:bodyPr/>
        <a:lstStyle/>
        <a:p>
          <a:endParaRPr lang="en-US"/>
        </a:p>
      </dgm:t>
    </dgm:pt>
    <dgm:pt modelId="{CB791412-CBB9-4C55-90B2-57E471078E43}">
      <dgm:prSet/>
      <dgm:spPr/>
      <dgm:t>
        <a:bodyPr/>
        <a:lstStyle/>
        <a:p>
          <a:r>
            <a:rPr lang="en-US"/>
            <a:t>Each data element must belong to one of the partitions of the space; hence, data must be explicitly partitioned and placed. </a:t>
          </a:r>
        </a:p>
      </dgm:t>
    </dgm:pt>
    <dgm:pt modelId="{63DCDA81-14DD-44A9-9160-180622B51A0C}" type="parTrans" cxnId="{A49AB469-7D25-4701-A9F6-E2BEA5E9E41F}">
      <dgm:prSet/>
      <dgm:spPr/>
      <dgm:t>
        <a:bodyPr/>
        <a:lstStyle/>
        <a:p>
          <a:endParaRPr lang="en-US"/>
        </a:p>
      </dgm:t>
    </dgm:pt>
    <dgm:pt modelId="{8A4053D3-D2BF-44D7-9CAA-E6C27F78C08A}" type="sibTrans" cxnId="{A49AB469-7D25-4701-A9F6-E2BEA5E9E41F}">
      <dgm:prSet/>
      <dgm:spPr/>
      <dgm:t>
        <a:bodyPr/>
        <a:lstStyle/>
        <a:p>
          <a:endParaRPr lang="en-US"/>
        </a:p>
      </dgm:t>
    </dgm:pt>
    <dgm:pt modelId="{9B7B44CE-4D0E-4848-999A-65224389CEA3}">
      <dgm:prSet/>
      <dgm:spPr/>
      <dgm:t>
        <a:bodyPr/>
        <a:lstStyle/>
        <a:p>
          <a:r>
            <a:rPr lang="en-US"/>
            <a:t>All interactions (read-only or read/write) require cooperation of two processes – the process that has the data and the process that wants to access the data. </a:t>
          </a:r>
        </a:p>
      </dgm:t>
    </dgm:pt>
    <dgm:pt modelId="{D55455CB-6F27-4D1D-9AB9-0012472725C9}" type="parTrans" cxnId="{3C8AEFB4-7218-4872-9D4E-B6CCF296E008}">
      <dgm:prSet/>
      <dgm:spPr/>
      <dgm:t>
        <a:bodyPr/>
        <a:lstStyle/>
        <a:p>
          <a:endParaRPr lang="en-US"/>
        </a:p>
      </dgm:t>
    </dgm:pt>
    <dgm:pt modelId="{376C8FC4-7B4D-4855-9B30-C1BEB455EEE5}" type="sibTrans" cxnId="{3C8AEFB4-7218-4872-9D4E-B6CCF296E008}">
      <dgm:prSet/>
      <dgm:spPr/>
      <dgm:t>
        <a:bodyPr/>
        <a:lstStyle/>
        <a:p>
          <a:endParaRPr lang="en-US"/>
        </a:p>
      </dgm:t>
    </dgm:pt>
    <dgm:pt modelId="{B2EADEC5-187A-423A-9D4A-A17DAE6DED23}">
      <dgm:prSet/>
      <dgm:spPr/>
      <dgm:t>
        <a:bodyPr/>
        <a:lstStyle/>
        <a:p>
          <a:r>
            <a:rPr lang="en-US"/>
            <a:t>These two constraints, while onerous, make underlying costs very explicit to the programmer.</a:t>
          </a:r>
        </a:p>
      </dgm:t>
    </dgm:pt>
    <dgm:pt modelId="{984FD572-9314-4E93-BC7E-2F16DD872DB7}" type="parTrans" cxnId="{D9536283-C61C-4DCB-BEE7-2DBFEECDF361}">
      <dgm:prSet/>
      <dgm:spPr/>
      <dgm:t>
        <a:bodyPr/>
        <a:lstStyle/>
        <a:p>
          <a:endParaRPr lang="en-US"/>
        </a:p>
      </dgm:t>
    </dgm:pt>
    <dgm:pt modelId="{D0DBED00-3775-44A6-A9E6-816853573CA5}" type="sibTrans" cxnId="{D9536283-C61C-4DCB-BEE7-2DBFEECDF361}">
      <dgm:prSet/>
      <dgm:spPr/>
      <dgm:t>
        <a:bodyPr/>
        <a:lstStyle/>
        <a:p>
          <a:endParaRPr lang="en-US"/>
        </a:p>
      </dgm:t>
    </dgm:pt>
    <dgm:pt modelId="{ECF8E4B5-EA95-4F30-B8AA-56E4853A2DD3}" type="pres">
      <dgm:prSet presAssocID="{BA611A0E-F919-4BC4-9BB8-3CBCF5F6DD59}" presName="outerComposite" presStyleCnt="0">
        <dgm:presLayoutVars>
          <dgm:chMax val="5"/>
          <dgm:dir/>
          <dgm:resizeHandles val="exact"/>
        </dgm:presLayoutVars>
      </dgm:prSet>
      <dgm:spPr/>
      <dgm:t>
        <a:bodyPr/>
        <a:lstStyle/>
        <a:p>
          <a:endParaRPr lang="en-US"/>
        </a:p>
      </dgm:t>
    </dgm:pt>
    <dgm:pt modelId="{D4033C35-109A-4D9D-89A5-17071EBB7D43}" type="pres">
      <dgm:prSet presAssocID="{BA611A0E-F919-4BC4-9BB8-3CBCF5F6DD59}" presName="dummyMaxCanvas" presStyleCnt="0">
        <dgm:presLayoutVars/>
      </dgm:prSet>
      <dgm:spPr/>
    </dgm:pt>
    <dgm:pt modelId="{8DD84A68-C1A5-40AC-B0F2-899B9A028258}" type="pres">
      <dgm:prSet presAssocID="{BA611A0E-F919-4BC4-9BB8-3CBCF5F6DD59}" presName="FiveNodes_1" presStyleLbl="node1" presStyleIdx="0" presStyleCnt="5">
        <dgm:presLayoutVars>
          <dgm:bulletEnabled val="1"/>
        </dgm:presLayoutVars>
      </dgm:prSet>
      <dgm:spPr/>
      <dgm:t>
        <a:bodyPr/>
        <a:lstStyle/>
        <a:p>
          <a:endParaRPr lang="en-US"/>
        </a:p>
      </dgm:t>
    </dgm:pt>
    <dgm:pt modelId="{F05F4AD2-B639-4BF3-87C4-EB17AC67EB68}" type="pres">
      <dgm:prSet presAssocID="{BA611A0E-F919-4BC4-9BB8-3CBCF5F6DD59}" presName="FiveNodes_2" presStyleLbl="node1" presStyleIdx="1" presStyleCnt="5">
        <dgm:presLayoutVars>
          <dgm:bulletEnabled val="1"/>
        </dgm:presLayoutVars>
      </dgm:prSet>
      <dgm:spPr/>
      <dgm:t>
        <a:bodyPr/>
        <a:lstStyle/>
        <a:p>
          <a:endParaRPr lang="en-US"/>
        </a:p>
      </dgm:t>
    </dgm:pt>
    <dgm:pt modelId="{229A207F-61C8-4F92-8ECD-665F11F1823F}" type="pres">
      <dgm:prSet presAssocID="{BA611A0E-F919-4BC4-9BB8-3CBCF5F6DD59}" presName="FiveNodes_3" presStyleLbl="node1" presStyleIdx="2" presStyleCnt="5">
        <dgm:presLayoutVars>
          <dgm:bulletEnabled val="1"/>
        </dgm:presLayoutVars>
      </dgm:prSet>
      <dgm:spPr/>
      <dgm:t>
        <a:bodyPr/>
        <a:lstStyle/>
        <a:p>
          <a:endParaRPr lang="en-US"/>
        </a:p>
      </dgm:t>
    </dgm:pt>
    <dgm:pt modelId="{813B8C75-98C8-499D-8C3D-27A5EAD8A8E0}" type="pres">
      <dgm:prSet presAssocID="{BA611A0E-F919-4BC4-9BB8-3CBCF5F6DD59}" presName="FiveNodes_4" presStyleLbl="node1" presStyleIdx="3" presStyleCnt="5">
        <dgm:presLayoutVars>
          <dgm:bulletEnabled val="1"/>
        </dgm:presLayoutVars>
      </dgm:prSet>
      <dgm:spPr/>
      <dgm:t>
        <a:bodyPr/>
        <a:lstStyle/>
        <a:p>
          <a:endParaRPr lang="en-US"/>
        </a:p>
      </dgm:t>
    </dgm:pt>
    <dgm:pt modelId="{9C576D03-3539-49F3-86BE-9AC4ADC67C51}" type="pres">
      <dgm:prSet presAssocID="{BA611A0E-F919-4BC4-9BB8-3CBCF5F6DD59}" presName="FiveNodes_5" presStyleLbl="node1" presStyleIdx="4" presStyleCnt="5">
        <dgm:presLayoutVars>
          <dgm:bulletEnabled val="1"/>
        </dgm:presLayoutVars>
      </dgm:prSet>
      <dgm:spPr/>
      <dgm:t>
        <a:bodyPr/>
        <a:lstStyle/>
        <a:p>
          <a:endParaRPr lang="en-US"/>
        </a:p>
      </dgm:t>
    </dgm:pt>
    <dgm:pt modelId="{48A67E06-FF05-476F-BF50-C42F56DA12F3}" type="pres">
      <dgm:prSet presAssocID="{BA611A0E-F919-4BC4-9BB8-3CBCF5F6DD59}" presName="FiveConn_1-2" presStyleLbl="fgAccFollowNode1" presStyleIdx="0" presStyleCnt="4">
        <dgm:presLayoutVars>
          <dgm:bulletEnabled val="1"/>
        </dgm:presLayoutVars>
      </dgm:prSet>
      <dgm:spPr/>
      <dgm:t>
        <a:bodyPr/>
        <a:lstStyle/>
        <a:p>
          <a:endParaRPr lang="en-US"/>
        </a:p>
      </dgm:t>
    </dgm:pt>
    <dgm:pt modelId="{936EAF3B-CDBE-4107-8522-F7B889AB53D5}" type="pres">
      <dgm:prSet presAssocID="{BA611A0E-F919-4BC4-9BB8-3CBCF5F6DD59}" presName="FiveConn_2-3" presStyleLbl="fgAccFollowNode1" presStyleIdx="1" presStyleCnt="4">
        <dgm:presLayoutVars>
          <dgm:bulletEnabled val="1"/>
        </dgm:presLayoutVars>
      </dgm:prSet>
      <dgm:spPr/>
      <dgm:t>
        <a:bodyPr/>
        <a:lstStyle/>
        <a:p>
          <a:endParaRPr lang="en-US"/>
        </a:p>
      </dgm:t>
    </dgm:pt>
    <dgm:pt modelId="{D0A02231-76AD-453D-A5D4-51153D7BB1DD}" type="pres">
      <dgm:prSet presAssocID="{BA611A0E-F919-4BC4-9BB8-3CBCF5F6DD59}" presName="FiveConn_3-4" presStyleLbl="fgAccFollowNode1" presStyleIdx="2" presStyleCnt="4">
        <dgm:presLayoutVars>
          <dgm:bulletEnabled val="1"/>
        </dgm:presLayoutVars>
      </dgm:prSet>
      <dgm:spPr/>
      <dgm:t>
        <a:bodyPr/>
        <a:lstStyle/>
        <a:p>
          <a:endParaRPr lang="en-US"/>
        </a:p>
      </dgm:t>
    </dgm:pt>
    <dgm:pt modelId="{D7538634-3B9D-4E1C-A3FA-4DE7811F9745}" type="pres">
      <dgm:prSet presAssocID="{BA611A0E-F919-4BC4-9BB8-3CBCF5F6DD59}" presName="FiveConn_4-5" presStyleLbl="fgAccFollowNode1" presStyleIdx="3" presStyleCnt="4">
        <dgm:presLayoutVars>
          <dgm:bulletEnabled val="1"/>
        </dgm:presLayoutVars>
      </dgm:prSet>
      <dgm:spPr/>
      <dgm:t>
        <a:bodyPr/>
        <a:lstStyle/>
        <a:p>
          <a:endParaRPr lang="en-US"/>
        </a:p>
      </dgm:t>
    </dgm:pt>
    <dgm:pt modelId="{660510F6-A749-4963-9E39-84661768982A}" type="pres">
      <dgm:prSet presAssocID="{BA611A0E-F919-4BC4-9BB8-3CBCF5F6DD59}" presName="FiveNodes_1_text" presStyleLbl="node1" presStyleIdx="4" presStyleCnt="5">
        <dgm:presLayoutVars>
          <dgm:bulletEnabled val="1"/>
        </dgm:presLayoutVars>
      </dgm:prSet>
      <dgm:spPr/>
      <dgm:t>
        <a:bodyPr/>
        <a:lstStyle/>
        <a:p>
          <a:endParaRPr lang="en-US"/>
        </a:p>
      </dgm:t>
    </dgm:pt>
    <dgm:pt modelId="{95839A8E-6440-4C34-A440-906CF257E589}" type="pres">
      <dgm:prSet presAssocID="{BA611A0E-F919-4BC4-9BB8-3CBCF5F6DD59}" presName="FiveNodes_2_text" presStyleLbl="node1" presStyleIdx="4" presStyleCnt="5">
        <dgm:presLayoutVars>
          <dgm:bulletEnabled val="1"/>
        </dgm:presLayoutVars>
      </dgm:prSet>
      <dgm:spPr/>
      <dgm:t>
        <a:bodyPr/>
        <a:lstStyle/>
        <a:p>
          <a:endParaRPr lang="en-US"/>
        </a:p>
      </dgm:t>
    </dgm:pt>
    <dgm:pt modelId="{6E316095-3571-4687-97B8-A4DEE9426B00}" type="pres">
      <dgm:prSet presAssocID="{BA611A0E-F919-4BC4-9BB8-3CBCF5F6DD59}" presName="FiveNodes_3_text" presStyleLbl="node1" presStyleIdx="4" presStyleCnt="5">
        <dgm:presLayoutVars>
          <dgm:bulletEnabled val="1"/>
        </dgm:presLayoutVars>
      </dgm:prSet>
      <dgm:spPr/>
      <dgm:t>
        <a:bodyPr/>
        <a:lstStyle/>
        <a:p>
          <a:endParaRPr lang="en-US"/>
        </a:p>
      </dgm:t>
    </dgm:pt>
    <dgm:pt modelId="{E811E47B-473B-41EC-84F2-04E9526212EB}" type="pres">
      <dgm:prSet presAssocID="{BA611A0E-F919-4BC4-9BB8-3CBCF5F6DD59}" presName="FiveNodes_4_text" presStyleLbl="node1" presStyleIdx="4" presStyleCnt="5">
        <dgm:presLayoutVars>
          <dgm:bulletEnabled val="1"/>
        </dgm:presLayoutVars>
      </dgm:prSet>
      <dgm:spPr/>
      <dgm:t>
        <a:bodyPr/>
        <a:lstStyle/>
        <a:p>
          <a:endParaRPr lang="en-US"/>
        </a:p>
      </dgm:t>
    </dgm:pt>
    <dgm:pt modelId="{FA8786F8-37BB-401F-9875-41BED5D422A2}" type="pres">
      <dgm:prSet presAssocID="{BA611A0E-F919-4BC4-9BB8-3CBCF5F6DD59}" presName="FiveNodes_5_text" presStyleLbl="node1" presStyleIdx="4" presStyleCnt="5">
        <dgm:presLayoutVars>
          <dgm:bulletEnabled val="1"/>
        </dgm:presLayoutVars>
      </dgm:prSet>
      <dgm:spPr/>
      <dgm:t>
        <a:bodyPr/>
        <a:lstStyle/>
        <a:p>
          <a:endParaRPr lang="en-US"/>
        </a:p>
      </dgm:t>
    </dgm:pt>
  </dgm:ptLst>
  <dgm:cxnLst>
    <dgm:cxn modelId="{C2D93568-071E-459A-AD77-D69A05374526}" type="presOf" srcId="{8CAB0693-CABE-4B12-B4F2-D06D05A4D13D}" destId="{8DD84A68-C1A5-40AC-B0F2-899B9A028258}" srcOrd="0" destOrd="0" presId="urn:microsoft.com/office/officeart/2005/8/layout/vProcess5"/>
    <dgm:cxn modelId="{010F9D5D-30A6-4F5F-AE45-85DAF6083BB5}" type="presOf" srcId="{9B7B44CE-4D0E-4848-999A-65224389CEA3}" destId="{813B8C75-98C8-499D-8C3D-27A5EAD8A8E0}" srcOrd="0" destOrd="0" presId="urn:microsoft.com/office/officeart/2005/8/layout/vProcess5"/>
    <dgm:cxn modelId="{8F3E7362-4713-4810-8EEC-402CAD44D9E2}" type="presOf" srcId="{3524818F-1E19-44F1-9EC7-86FF63EF1F48}" destId="{95839A8E-6440-4C34-A440-906CF257E589}" srcOrd="1" destOrd="0" presId="urn:microsoft.com/office/officeart/2005/8/layout/vProcess5"/>
    <dgm:cxn modelId="{DCE8518B-73E7-4564-85D9-BB2D6E8F52C5}" type="presOf" srcId="{B2EADEC5-187A-423A-9D4A-A17DAE6DED23}" destId="{9C576D03-3539-49F3-86BE-9AC4ADC67C51}" srcOrd="0" destOrd="0" presId="urn:microsoft.com/office/officeart/2005/8/layout/vProcess5"/>
    <dgm:cxn modelId="{CD95ADEC-5FE7-4C03-A883-7F03DA0A4E31}" srcId="{BA611A0E-F919-4BC4-9BB8-3CBCF5F6DD59}" destId="{8CAB0693-CABE-4B12-B4F2-D06D05A4D13D}" srcOrd="0" destOrd="0" parTransId="{5B2730EF-980F-46CC-A638-1894566DB3F4}" sibTransId="{1FAA37BF-2529-49F1-82A5-50F2B4A769DE}"/>
    <dgm:cxn modelId="{1B75DCF2-8D7F-4D04-9DD9-CE8067BF15C0}" type="presOf" srcId="{376C8FC4-7B4D-4855-9B30-C1BEB455EEE5}" destId="{D7538634-3B9D-4E1C-A3FA-4DE7811F9745}" srcOrd="0" destOrd="0" presId="urn:microsoft.com/office/officeart/2005/8/layout/vProcess5"/>
    <dgm:cxn modelId="{1BCFA7FB-2314-4E6A-96FB-C9C14DAAD90E}" type="presOf" srcId="{4621227C-B5DE-47C5-BA3B-FDF9FAEAC394}" destId="{936EAF3B-CDBE-4107-8522-F7B889AB53D5}" srcOrd="0" destOrd="0" presId="urn:microsoft.com/office/officeart/2005/8/layout/vProcess5"/>
    <dgm:cxn modelId="{8665BF4B-2A99-4E7D-9313-779F587814D5}" type="presOf" srcId="{BA611A0E-F919-4BC4-9BB8-3CBCF5F6DD59}" destId="{ECF8E4B5-EA95-4F30-B8AA-56E4853A2DD3}" srcOrd="0" destOrd="0" presId="urn:microsoft.com/office/officeart/2005/8/layout/vProcess5"/>
    <dgm:cxn modelId="{ABBD4679-26DB-4ED0-8E49-FDB34097E8ED}" srcId="{BA611A0E-F919-4BC4-9BB8-3CBCF5F6DD59}" destId="{3524818F-1E19-44F1-9EC7-86FF63EF1F48}" srcOrd="1" destOrd="0" parTransId="{351BAA33-29B6-4898-98F2-43CE2F0EFB73}" sibTransId="{4621227C-B5DE-47C5-BA3B-FDF9FAEAC394}"/>
    <dgm:cxn modelId="{724BFD66-D5E1-4FDC-974F-7C0DBD1B2A17}" type="presOf" srcId="{B2EADEC5-187A-423A-9D4A-A17DAE6DED23}" destId="{FA8786F8-37BB-401F-9875-41BED5D422A2}" srcOrd="1" destOrd="0" presId="urn:microsoft.com/office/officeart/2005/8/layout/vProcess5"/>
    <dgm:cxn modelId="{7BA70127-2A97-4D1F-836E-BD39C60330A0}" type="presOf" srcId="{1FAA37BF-2529-49F1-82A5-50F2B4A769DE}" destId="{48A67E06-FF05-476F-BF50-C42F56DA12F3}" srcOrd="0" destOrd="0" presId="urn:microsoft.com/office/officeart/2005/8/layout/vProcess5"/>
    <dgm:cxn modelId="{B59FD491-8ED1-443D-9048-266655128F69}" type="presOf" srcId="{3524818F-1E19-44F1-9EC7-86FF63EF1F48}" destId="{F05F4AD2-B639-4BF3-87C4-EB17AC67EB68}" srcOrd="0" destOrd="0" presId="urn:microsoft.com/office/officeart/2005/8/layout/vProcess5"/>
    <dgm:cxn modelId="{3C8AEFB4-7218-4872-9D4E-B6CCF296E008}" srcId="{BA611A0E-F919-4BC4-9BB8-3CBCF5F6DD59}" destId="{9B7B44CE-4D0E-4848-999A-65224389CEA3}" srcOrd="3" destOrd="0" parTransId="{D55455CB-6F27-4D1D-9AB9-0012472725C9}" sibTransId="{376C8FC4-7B4D-4855-9B30-C1BEB455EEE5}"/>
    <dgm:cxn modelId="{6A992EE8-88D7-4048-8086-6E663A160E02}" type="presOf" srcId="{8A4053D3-D2BF-44D7-9CAA-E6C27F78C08A}" destId="{D0A02231-76AD-453D-A5D4-51153D7BB1DD}" srcOrd="0" destOrd="0" presId="urn:microsoft.com/office/officeart/2005/8/layout/vProcess5"/>
    <dgm:cxn modelId="{4F9B9AB7-CFDD-4D4A-BA2F-2CBFB7B18F26}" type="presOf" srcId="{9B7B44CE-4D0E-4848-999A-65224389CEA3}" destId="{E811E47B-473B-41EC-84F2-04E9526212EB}" srcOrd="1" destOrd="0" presId="urn:microsoft.com/office/officeart/2005/8/layout/vProcess5"/>
    <dgm:cxn modelId="{3D0C5DBC-5899-443F-8BAF-E62B0C4C30E4}" type="presOf" srcId="{CB791412-CBB9-4C55-90B2-57E471078E43}" destId="{6E316095-3571-4687-97B8-A4DEE9426B00}" srcOrd="1" destOrd="0" presId="urn:microsoft.com/office/officeart/2005/8/layout/vProcess5"/>
    <dgm:cxn modelId="{D9536283-C61C-4DCB-BEE7-2DBFEECDF361}" srcId="{BA611A0E-F919-4BC4-9BB8-3CBCF5F6DD59}" destId="{B2EADEC5-187A-423A-9D4A-A17DAE6DED23}" srcOrd="4" destOrd="0" parTransId="{984FD572-9314-4E93-BC7E-2F16DD872DB7}" sibTransId="{D0DBED00-3775-44A6-A9E6-816853573CA5}"/>
    <dgm:cxn modelId="{A49AB469-7D25-4701-A9F6-E2BEA5E9E41F}" srcId="{BA611A0E-F919-4BC4-9BB8-3CBCF5F6DD59}" destId="{CB791412-CBB9-4C55-90B2-57E471078E43}" srcOrd="2" destOrd="0" parTransId="{63DCDA81-14DD-44A9-9160-180622B51A0C}" sibTransId="{8A4053D3-D2BF-44D7-9CAA-E6C27F78C08A}"/>
    <dgm:cxn modelId="{94FC3717-884F-4913-B2B3-910BDC2BCACB}" type="presOf" srcId="{CB791412-CBB9-4C55-90B2-57E471078E43}" destId="{229A207F-61C8-4F92-8ECD-665F11F1823F}" srcOrd="0" destOrd="0" presId="urn:microsoft.com/office/officeart/2005/8/layout/vProcess5"/>
    <dgm:cxn modelId="{31B83E4F-4515-4E57-9683-AC4907E44BAD}" type="presOf" srcId="{8CAB0693-CABE-4B12-B4F2-D06D05A4D13D}" destId="{660510F6-A749-4963-9E39-84661768982A}" srcOrd="1" destOrd="0" presId="urn:microsoft.com/office/officeart/2005/8/layout/vProcess5"/>
    <dgm:cxn modelId="{C29003C8-B501-4511-AA7A-5005ADEED954}" type="presParOf" srcId="{ECF8E4B5-EA95-4F30-B8AA-56E4853A2DD3}" destId="{D4033C35-109A-4D9D-89A5-17071EBB7D43}" srcOrd="0" destOrd="0" presId="urn:microsoft.com/office/officeart/2005/8/layout/vProcess5"/>
    <dgm:cxn modelId="{39105D25-4A80-4824-8B81-717B2D3C7FDA}" type="presParOf" srcId="{ECF8E4B5-EA95-4F30-B8AA-56E4853A2DD3}" destId="{8DD84A68-C1A5-40AC-B0F2-899B9A028258}" srcOrd="1" destOrd="0" presId="urn:microsoft.com/office/officeart/2005/8/layout/vProcess5"/>
    <dgm:cxn modelId="{86BD36AD-0289-466C-B9D4-AF846E9371C3}" type="presParOf" srcId="{ECF8E4B5-EA95-4F30-B8AA-56E4853A2DD3}" destId="{F05F4AD2-B639-4BF3-87C4-EB17AC67EB68}" srcOrd="2" destOrd="0" presId="urn:microsoft.com/office/officeart/2005/8/layout/vProcess5"/>
    <dgm:cxn modelId="{4E9CE7CF-C7F5-47C0-B673-7EC5B05DF9CD}" type="presParOf" srcId="{ECF8E4B5-EA95-4F30-B8AA-56E4853A2DD3}" destId="{229A207F-61C8-4F92-8ECD-665F11F1823F}" srcOrd="3" destOrd="0" presId="urn:microsoft.com/office/officeart/2005/8/layout/vProcess5"/>
    <dgm:cxn modelId="{FF0D8001-E3D4-4AF2-A5D6-138BDED61147}" type="presParOf" srcId="{ECF8E4B5-EA95-4F30-B8AA-56E4853A2DD3}" destId="{813B8C75-98C8-499D-8C3D-27A5EAD8A8E0}" srcOrd="4" destOrd="0" presId="urn:microsoft.com/office/officeart/2005/8/layout/vProcess5"/>
    <dgm:cxn modelId="{B86FBB39-EE6C-4EAD-AC8E-FD30033119EE}" type="presParOf" srcId="{ECF8E4B5-EA95-4F30-B8AA-56E4853A2DD3}" destId="{9C576D03-3539-49F3-86BE-9AC4ADC67C51}" srcOrd="5" destOrd="0" presId="urn:microsoft.com/office/officeart/2005/8/layout/vProcess5"/>
    <dgm:cxn modelId="{2CD6DF36-E352-490D-9406-91FE6E5AE0A3}" type="presParOf" srcId="{ECF8E4B5-EA95-4F30-B8AA-56E4853A2DD3}" destId="{48A67E06-FF05-476F-BF50-C42F56DA12F3}" srcOrd="6" destOrd="0" presId="urn:microsoft.com/office/officeart/2005/8/layout/vProcess5"/>
    <dgm:cxn modelId="{8BD8593E-5168-482B-93BF-638C197907C6}" type="presParOf" srcId="{ECF8E4B5-EA95-4F30-B8AA-56E4853A2DD3}" destId="{936EAF3B-CDBE-4107-8522-F7B889AB53D5}" srcOrd="7" destOrd="0" presId="urn:microsoft.com/office/officeart/2005/8/layout/vProcess5"/>
    <dgm:cxn modelId="{DE17F458-02FD-441B-A572-1AC9689DF173}" type="presParOf" srcId="{ECF8E4B5-EA95-4F30-B8AA-56E4853A2DD3}" destId="{D0A02231-76AD-453D-A5D4-51153D7BB1DD}" srcOrd="8" destOrd="0" presId="urn:microsoft.com/office/officeart/2005/8/layout/vProcess5"/>
    <dgm:cxn modelId="{9D11F3A7-6645-4B20-8C0A-485F1C294C88}" type="presParOf" srcId="{ECF8E4B5-EA95-4F30-B8AA-56E4853A2DD3}" destId="{D7538634-3B9D-4E1C-A3FA-4DE7811F9745}" srcOrd="9" destOrd="0" presId="urn:microsoft.com/office/officeart/2005/8/layout/vProcess5"/>
    <dgm:cxn modelId="{4BDAA577-3E4F-4DDB-8B71-E46680BA996C}" type="presParOf" srcId="{ECF8E4B5-EA95-4F30-B8AA-56E4853A2DD3}" destId="{660510F6-A749-4963-9E39-84661768982A}" srcOrd="10" destOrd="0" presId="urn:microsoft.com/office/officeart/2005/8/layout/vProcess5"/>
    <dgm:cxn modelId="{13715BAC-46D3-4787-9567-D3DBF7DF760F}" type="presParOf" srcId="{ECF8E4B5-EA95-4F30-B8AA-56E4853A2DD3}" destId="{95839A8E-6440-4C34-A440-906CF257E589}" srcOrd="11" destOrd="0" presId="urn:microsoft.com/office/officeart/2005/8/layout/vProcess5"/>
    <dgm:cxn modelId="{A14759D4-E14C-4D79-B3B4-F67EBE41C6D7}" type="presParOf" srcId="{ECF8E4B5-EA95-4F30-B8AA-56E4853A2DD3}" destId="{6E316095-3571-4687-97B8-A4DEE9426B00}" srcOrd="12" destOrd="0" presId="urn:microsoft.com/office/officeart/2005/8/layout/vProcess5"/>
    <dgm:cxn modelId="{82C8A1BF-91CD-4AAE-8962-06ACBE868219}" type="presParOf" srcId="{ECF8E4B5-EA95-4F30-B8AA-56E4853A2DD3}" destId="{E811E47B-473B-41EC-84F2-04E9526212EB}" srcOrd="13" destOrd="0" presId="urn:microsoft.com/office/officeart/2005/8/layout/vProcess5"/>
    <dgm:cxn modelId="{13A3384E-836E-4C28-9046-6E730060139B}" type="presParOf" srcId="{ECF8E4B5-EA95-4F30-B8AA-56E4853A2DD3}" destId="{FA8786F8-37BB-401F-9875-41BED5D422A2}"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1D6B7C4-B25C-4883-B7B6-D1C7758ACE9B}"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B5EA279A-7190-4A5D-9513-97412C4A9260}">
      <dgm:prSet/>
      <dgm:spPr/>
      <dgm:t>
        <a:bodyPr/>
        <a:lstStyle/>
        <a:p>
          <a:r>
            <a:rPr lang="en-GB" b="0" i="0" baseline="0" dirty="0"/>
            <a:t>Different communication modes that can be used for message</a:t>
          </a:r>
          <a:r>
            <a:rPr lang="en-GB" dirty="0"/>
            <a:t> passing programming are:</a:t>
          </a:r>
          <a:endParaRPr lang="en-PK" dirty="0"/>
        </a:p>
      </dgm:t>
    </dgm:pt>
    <dgm:pt modelId="{262FE152-8344-4089-A207-B2654BE6019A}" type="parTrans" cxnId="{30037944-5DCA-47C6-96D9-EBCB5AD10B48}">
      <dgm:prSet/>
      <dgm:spPr/>
      <dgm:t>
        <a:bodyPr/>
        <a:lstStyle/>
        <a:p>
          <a:endParaRPr lang="en-PK"/>
        </a:p>
      </dgm:t>
    </dgm:pt>
    <dgm:pt modelId="{1CBB4EEE-67ED-47DC-A9A5-D141CBB1CD13}" type="sibTrans" cxnId="{30037944-5DCA-47C6-96D9-EBCB5AD10B48}">
      <dgm:prSet/>
      <dgm:spPr/>
      <dgm:t>
        <a:bodyPr/>
        <a:lstStyle/>
        <a:p>
          <a:endParaRPr lang="en-PK"/>
        </a:p>
      </dgm:t>
    </dgm:pt>
    <dgm:pt modelId="{F3F1B565-9534-42EC-B6F3-15E79A4FDF27}">
      <dgm:prSet/>
      <dgm:spPr/>
      <dgm:t>
        <a:bodyPr/>
        <a:lstStyle/>
        <a:p>
          <a:r>
            <a:rPr lang="en-GB" b="0" i="0" baseline="0" dirty="0"/>
            <a:t>Synchronous/asynchronous</a:t>
          </a:r>
          <a:endParaRPr lang="en-PK" dirty="0"/>
        </a:p>
      </dgm:t>
    </dgm:pt>
    <dgm:pt modelId="{645DFBCB-6559-479A-867D-2F7B3BFC005A}" type="parTrans" cxnId="{456306A6-FD46-4475-9F1B-41996293C8E8}">
      <dgm:prSet/>
      <dgm:spPr/>
      <dgm:t>
        <a:bodyPr/>
        <a:lstStyle/>
        <a:p>
          <a:endParaRPr lang="en-PK"/>
        </a:p>
      </dgm:t>
    </dgm:pt>
    <dgm:pt modelId="{4DC6F63A-2BDF-4748-A078-9D7AA88410FF}" type="sibTrans" cxnId="{456306A6-FD46-4475-9F1B-41996293C8E8}">
      <dgm:prSet/>
      <dgm:spPr/>
      <dgm:t>
        <a:bodyPr/>
        <a:lstStyle/>
        <a:p>
          <a:endParaRPr lang="en-PK"/>
        </a:p>
      </dgm:t>
    </dgm:pt>
    <dgm:pt modelId="{ABBA41A5-C409-492C-A2FC-58ACFCEEF8A6}">
      <dgm:prSet/>
      <dgm:spPr/>
      <dgm:t>
        <a:bodyPr/>
        <a:lstStyle/>
        <a:p>
          <a:r>
            <a:rPr lang="en-GB" b="0" i="0" baseline="0" dirty="0"/>
            <a:t>Blocking/non-blocking</a:t>
          </a:r>
          <a:endParaRPr lang="en-PK" dirty="0"/>
        </a:p>
      </dgm:t>
    </dgm:pt>
    <dgm:pt modelId="{B602A69D-CF02-46C7-BA57-BD742014A42D}" type="parTrans" cxnId="{069DDBEE-9D0A-4287-B59F-7073C2CC2B63}">
      <dgm:prSet/>
      <dgm:spPr/>
      <dgm:t>
        <a:bodyPr/>
        <a:lstStyle/>
        <a:p>
          <a:endParaRPr lang="en-PK"/>
        </a:p>
      </dgm:t>
    </dgm:pt>
    <dgm:pt modelId="{9C39AA4D-144E-489E-B8B5-DBBAB27E84D2}" type="sibTrans" cxnId="{069DDBEE-9D0A-4287-B59F-7073C2CC2B63}">
      <dgm:prSet/>
      <dgm:spPr/>
      <dgm:t>
        <a:bodyPr/>
        <a:lstStyle/>
        <a:p>
          <a:endParaRPr lang="en-PK"/>
        </a:p>
      </dgm:t>
    </dgm:pt>
    <dgm:pt modelId="{6F274177-1F23-4A40-ABB4-AA1EF4C90710}">
      <dgm:prSet/>
      <dgm:spPr/>
      <dgm:t>
        <a:bodyPr/>
        <a:lstStyle/>
        <a:p>
          <a:r>
            <a:rPr lang="en-GB" b="0" i="0" baseline="0" dirty="0"/>
            <a:t>Buffered/unbuffered</a:t>
          </a:r>
          <a:endParaRPr lang="en-PK" dirty="0"/>
        </a:p>
      </dgm:t>
    </dgm:pt>
    <dgm:pt modelId="{F310C074-AF28-49E7-9C60-4DCEFD99648B}" type="parTrans" cxnId="{95BFB6A4-1D30-483A-816C-787F345538EA}">
      <dgm:prSet/>
      <dgm:spPr/>
      <dgm:t>
        <a:bodyPr/>
        <a:lstStyle/>
        <a:p>
          <a:endParaRPr lang="en-PK"/>
        </a:p>
      </dgm:t>
    </dgm:pt>
    <dgm:pt modelId="{3276F6A2-7EC5-48A6-AAEC-1282D282B633}" type="sibTrans" cxnId="{95BFB6A4-1D30-483A-816C-787F345538EA}">
      <dgm:prSet/>
      <dgm:spPr/>
      <dgm:t>
        <a:bodyPr/>
        <a:lstStyle/>
        <a:p>
          <a:endParaRPr lang="en-PK"/>
        </a:p>
      </dgm:t>
    </dgm:pt>
    <dgm:pt modelId="{8C273CFB-6E8A-4207-B4CA-1EAFC09010FE}" type="pres">
      <dgm:prSet presAssocID="{11D6B7C4-B25C-4883-B7B6-D1C7758ACE9B}" presName="Name0" presStyleCnt="0">
        <dgm:presLayoutVars>
          <dgm:dir/>
          <dgm:animLvl val="lvl"/>
          <dgm:resizeHandles val="exact"/>
        </dgm:presLayoutVars>
      </dgm:prSet>
      <dgm:spPr/>
      <dgm:t>
        <a:bodyPr/>
        <a:lstStyle/>
        <a:p>
          <a:endParaRPr lang="en-US"/>
        </a:p>
      </dgm:t>
    </dgm:pt>
    <dgm:pt modelId="{3A1F2503-6399-4105-BDF5-2E8EFFC38948}" type="pres">
      <dgm:prSet presAssocID="{B5EA279A-7190-4A5D-9513-97412C4A9260}" presName="linNode" presStyleCnt="0"/>
      <dgm:spPr/>
    </dgm:pt>
    <dgm:pt modelId="{7DECBFEB-0A2C-4DFB-B213-AA2C4714D681}" type="pres">
      <dgm:prSet presAssocID="{B5EA279A-7190-4A5D-9513-97412C4A9260}" presName="parentText" presStyleLbl="node1" presStyleIdx="0" presStyleCnt="1">
        <dgm:presLayoutVars>
          <dgm:chMax val="1"/>
          <dgm:bulletEnabled val="1"/>
        </dgm:presLayoutVars>
      </dgm:prSet>
      <dgm:spPr/>
      <dgm:t>
        <a:bodyPr/>
        <a:lstStyle/>
        <a:p>
          <a:endParaRPr lang="en-US"/>
        </a:p>
      </dgm:t>
    </dgm:pt>
    <dgm:pt modelId="{9772FC28-CB9C-459B-A1E1-E69D3565ED02}" type="pres">
      <dgm:prSet presAssocID="{B5EA279A-7190-4A5D-9513-97412C4A9260}" presName="descendantText" presStyleLbl="alignAccFollowNode1" presStyleIdx="0" presStyleCnt="1">
        <dgm:presLayoutVars>
          <dgm:bulletEnabled val="1"/>
        </dgm:presLayoutVars>
      </dgm:prSet>
      <dgm:spPr/>
      <dgm:t>
        <a:bodyPr/>
        <a:lstStyle/>
        <a:p>
          <a:endParaRPr lang="en-US"/>
        </a:p>
      </dgm:t>
    </dgm:pt>
  </dgm:ptLst>
  <dgm:cxnLst>
    <dgm:cxn modelId="{34ED4A68-C619-4BF1-9CFD-3F07673F5B58}" type="presOf" srcId="{F3F1B565-9534-42EC-B6F3-15E79A4FDF27}" destId="{9772FC28-CB9C-459B-A1E1-E69D3565ED02}" srcOrd="0" destOrd="0" presId="urn:microsoft.com/office/officeart/2005/8/layout/vList5"/>
    <dgm:cxn modelId="{6F6867C2-4958-4B98-A713-3D269497DC86}" type="presOf" srcId="{ABBA41A5-C409-492C-A2FC-58ACFCEEF8A6}" destId="{9772FC28-CB9C-459B-A1E1-E69D3565ED02}" srcOrd="0" destOrd="1" presId="urn:microsoft.com/office/officeart/2005/8/layout/vList5"/>
    <dgm:cxn modelId="{30037944-5DCA-47C6-96D9-EBCB5AD10B48}" srcId="{11D6B7C4-B25C-4883-B7B6-D1C7758ACE9B}" destId="{B5EA279A-7190-4A5D-9513-97412C4A9260}" srcOrd="0" destOrd="0" parTransId="{262FE152-8344-4089-A207-B2654BE6019A}" sibTransId="{1CBB4EEE-67ED-47DC-A9A5-D141CBB1CD13}"/>
    <dgm:cxn modelId="{4477C844-702F-41BB-AE23-833AE546A312}" type="presOf" srcId="{11D6B7C4-B25C-4883-B7B6-D1C7758ACE9B}" destId="{8C273CFB-6E8A-4207-B4CA-1EAFC09010FE}" srcOrd="0" destOrd="0" presId="urn:microsoft.com/office/officeart/2005/8/layout/vList5"/>
    <dgm:cxn modelId="{64B141B3-21BF-4AB7-8F88-84070B429303}" type="presOf" srcId="{6F274177-1F23-4A40-ABB4-AA1EF4C90710}" destId="{9772FC28-CB9C-459B-A1E1-E69D3565ED02}" srcOrd="0" destOrd="2" presId="urn:microsoft.com/office/officeart/2005/8/layout/vList5"/>
    <dgm:cxn modelId="{D3F0216F-63B9-429A-A1CF-37554135B270}" type="presOf" srcId="{B5EA279A-7190-4A5D-9513-97412C4A9260}" destId="{7DECBFEB-0A2C-4DFB-B213-AA2C4714D681}" srcOrd="0" destOrd="0" presId="urn:microsoft.com/office/officeart/2005/8/layout/vList5"/>
    <dgm:cxn modelId="{456306A6-FD46-4475-9F1B-41996293C8E8}" srcId="{B5EA279A-7190-4A5D-9513-97412C4A9260}" destId="{F3F1B565-9534-42EC-B6F3-15E79A4FDF27}" srcOrd="0" destOrd="0" parTransId="{645DFBCB-6559-479A-867D-2F7B3BFC005A}" sibTransId="{4DC6F63A-2BDF-4748-A078-9D7AA88410FF}"/>
    <dgm:cxn modelId="{95BFB6A4-1D30-483A-816C-787F345538EA}" srcId="{B5EA279A-7190-4A5D-9513-97412C4A9260}" destId="{6F274177-1F23-4A40-ABB4-AA1EF4C90710}" srcOrd="2" destOrd="0" parTransId="{F310C074-AF28-49E7-9C60-4DCEFD99648B}" sibTransId="{3276F6A2-7EC5-48A6-AAEC-1282D282B633}"/>
    <dgm:cxn modelId="{069DDBEE-9D0A-4287-B59F-7073C2CC2B63}" srcId="{B5EA279A-7190-4A5D-9513-97412C4A9260}" destId="{ABBA41A5-C409-492C-A2FC-58ACFCEEF8A6}" srcOrd="1" destOrd="0" parTransId="{B602A69D-CF02-46C7-BA57-BD742014A42D}" sibTransId="{9C39AA4D-144E-489E-B8B5-DBBAB27E84D2}"/>
    <dgm:cxn modelId="{1F95E465-E7B9-46D6-A222-EF4D8405E88C}" type="presParOf" srcId="{8C273CFB-6E8A-4207-B4CA-1EAFC09010FE}" destId="{3A1F2503-6399-4105-BDF5-2E8EFFC38948}" srcOrd="0" destOrd="0" presId="urn:microsoft.com/office/officeart/2005/8/layout/vList5"/>
    <dgm:cxn modelId="{D825821A-ABFF-4D45-839C-9D55FF05FEDC}" type="presParOf" srcId="{3A1F2503-6399-4105-BDF5-2E8EFFC38948}" destId="{7DECBFEB-0A2C-4DFB-B213-AA2C4714D681}" srcOrd="0" destOrd="0" presId="urn:microsoft.com/office/officeart/2005/8/layout/vList5"/>
    <dgm:cxn modelId="{802E33D9-FA9F-4FF6-9433-5767E7AAE264}" type="presParOf" srcId="{3A1F2503-6399-4105-BDF5-2E8EFFC38948}" destId="{9772FC28-CB9C-459B-A1E1-E69D3565ED0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4261E85-33B2-486E-8C3A-A001204959DA}"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1F6F2A48-45BF-46EA-9FD3-11D9EFA51E69}">
      <dgm:prSet/>
      <dgm:spPr/>
      <dgm:t>
        <a:bodyPr/>
        <a:lstStyle/>
        <a:p>
          <a:r>
            <a:rPr lang="en-US" dirty="0">
              <a:latin typeface="Arial" panose="020B0604020202020204" pitchFamily="34" charset="0"/>
              <a:cs typeface="Arial" panose="020B0604020202020204" pitchFamily="34" charset="0"/>
            </a:rPr>
            <a:t>Non-blocking: A routine is non-blocking if it is guaranteed to complete regardless of external events (e.g., the other processors). Example: A send is non-blocking if it is guaranteed to return whether or not there is a matching receive. </a:t>
          </a:r>
        </a:p>
      </dgm:t>
    </dgm:pt>
    <dgm:pt modelId="{A59DD65C-905B-4B96-80EF-27F1B7AA2977}" type="parTrans" cxnId="{9D28A55E-5E0E-4205-86FA-8A4088F4D307}">
      <dgm:prSet/>
      <dgm:spPr/>
      <dgm:t>
        <a:bodyPr/>
        <a:lstStyle/>
        <a:p>
          <a:endParaRPr lang="en-US"/>
        </a:p>
      </dgm:t>
    </dgm:pt>
    <dgm:pt modelId="{A1C1F588-97FD-4D63-8BBF-F00B99AB8EDC}" type="sibTrans" cxnId="{9D28A55E-5E0E-4205-86FA-8A4088F4D307}">
      <dgm:prSet/>
      <dgm:spPr/>
      <dgm:t>
        <a:bodyPr/>
        <a:lstStyle/>
        <a:p>
          <a:endParaRPr lang="en-US"/>
        </a:p>
      </dgm:t>
    </dgm:pt>
    <dgm:pt modelId="{6F56AACB-4432-470E-B4D7-227F357A5820}">
      <dgm:prSet/>
      <dgm:spPr/>
      <dgm:t>
        <a:bodyPr/>
        <a:lstStyle/>
        <a:p>
          <a:r>
            <a:rPr lang="en-US" dirty="0">
              <a:latin typeface="Arial" panose="020B0604020202020204" pitchFamily="34" charset="0"/>
              <a:cs typeface="Arial" panose="020B0604020202020204" pitchFamily="34" charset="0"/>
            </a:rPr>
            <a:t>Blocking: A routine is blocking if its completion (return of control to the calling routine) may depend on an external event (an event that is outside the control of the routine itself). Example: A send is blocking if it does not return until there is a matching receive. </a:t>
          </a:r>
        </a:p>
      </dgm:t>
    </dgm:pt>
    <dgm:pt modelId="{E9D65BC3-9CF5-4A88-883D-3D448E3B145A}" type="parTrans" cxnId="{3D7DBB95-BCD3-4A5D-9753-DD6518705757}">
      <dgm:prSet/>
      <dgm:spPr/>
      <dgm:t>
        <a:bodyPr/>
        <a:lstStyle/>
        <a:p>
          <a:endParaRPr lang="en-US"/>
        </a:p>
      </dgm:t>
    </dgm:pt>
    <dgm:pt modelId="{E1B7C9EF-4585-4AEB-9C66-8201B7A00F7D}" type="sibTrans" cxnId="{3D7DBB95-BCD3-4A5D-9753-DD6518705757}">
      <dgm:prSet/>
      <dgm:spPr/>
      <dgm:t>
        <a:bodyPr/>
        <a:lstStyle/>
        <a:p>
          <a:endParaRPr lang="en-US"/>
        </a:p>
      </dgm:t>
    </dgm:pt>
    <dgm:pt modelId="{E9329F12-7519-4B82-A006-E8A83849848A}" type="pres">
      <dgm:prSet presAssocID="{04261E85-33B2-486E-8C3A-A001204959DA}" presName="hierChild1" presStyleCnt="0">
        <dgm:presLayoutVars>
          <dgm:chPref val="1"/>
          <dgm:dir/>
          <dgm:animOne val="branch"/>
          <dgm:animLvl val="lvl"/>
          <dgm:resizeHandles/>
        </dgm:presLayoutVars>
      </dgm:prSet>
      <dgm:spPr/>
      <dgm:t>
        <a:bodyPr/>
        <a:lstStyle/>
        <a:p>
          <a:endParaRPr lang="en-US"/>
        </a:p>
      </dgm:t>
    </dgm:pt>
    <dgm:pt modelId="{46131C89-45DB-4DE8-A088-E44A855B13F0}" type="pres">
      <dgm:prSet presAssocID="{1F6F2A48-45BF-46EA-9FD3-11D9EFA51E69}" presName="hierRoot1" presStyleCnt="0"/>
      <dgm:spPr/>
    </dgm:pt>
    <dgm:pt modelId="{CA04F28A-C9D7-421C-A467-8D5E2CBA4958}" type="pres">
      <dgm:prSet presAssocID="{1F6F2A48-45BF-46EA-9FD3-11D9EFA51E69}" presName="composite" presStyleCnt="0"/>
      <dgm:spPr/>
    </dgm:pt>
    <dgm:pt modelId="{77E146BD-E34C-45E5-AF8D-C789C2A3B085}" type="pres">
      <dgm:prSet presAssocID="{1F6F2A48-45BF-46EA-9FD3-11D9EFA51E69}" presName="background" presStyleLbl="node0" presStyleIdx="0" presStyleCnt="2"/>
      <dgm:spPr/>
    </dgm:pt>
    <dgm:pt modelId="{8BC33FFC-03F6-4825-9F6B-A1A604CED40B}" type="pres">
      <dgm:prSet presAssocID="{1F6F2A48-45BF-46EA-9FD3-11D9EFA51E69}" presName="text" presStyleLbl="fgAcc0" presStyleIdx="0" presStyleCnt="2">
        <dgm:presLayoutVars>
          <dgm:chPref val="3"/>
        </dgm:presLayoutVars>
      </dgm:prSet>
      <dgm:spPr/>
      <dgm:t>
        <a:bodyPr/>
        <a:lstStyle/>
        <a:p>
          <a:endParaRPr lang="en-US"/>
        </a:p>
      </dgm:t>
    </dgm:pt>
    <dgm:pt modelId="{A25921C2-33A7-4FF4-B606-868DDA507545}" type="pres">
      <dgm:prSet presAssocID="{1F6F2A48-45BF-46EA-9FD3-11D9EFA51E69}" presName="hierChild2" presStyleCnt="0"/>
      <dgm:spPr/>
    </dgm:pt>
    <dgm:pt modelId="{170B783F-B199-4096-A916-1A86F99B8342}" type="pres">
      <dgm:prSet presAssocID="{6F56AACB-4432-470E-B4D7-227F357A5820}" presName="hierRoot1" presStyleCnt="0"/>
      <dgm:spPr/>
    </dgm:pt>
    <dgm:pt modelId="{1B129C24-A807-4A72-88BD-A79B6A95BD33}" type="pres">
      <dgm:prSet presAssocID="{6F56AACB-4432-470E-B4D7-227F357A5820}" presName="composite" presStyleCnt="0"/>
      <dgm:spPr/>
    </dgm:pt>
    <dgm:pt modelId="{31658C81-7C69-4674-8A20-3219B6F6E9FD}" type="pres">
      <dgm:prSet presAssocID="{6F56AACB-4432-470E-B4D7-227F357A5820}" presName="background" presStyleLbl="node0" presStyleIdx="1" presStyleCnt="2"/>
      <dgm:spPr/>
    </dgm:pt>
    <dgm:pt modelId="{B6FC68A9-FAF1-4082-9A29-1D6C189F9F3D}" type="pres">
      <dgm:prSet presAssocID="{6F56AACB-4432-470E-B4D7-227F357A5820}" presName="text" presStyleLbl="fgAcc0" presStyleIdx="1" presStyleCnt="2">
        <dgm:presLayoutVars>
          <dgm:chPref val="3"/>
        </dgm:presLayoutVars>
      </dgm:prSet>
      <dgm:spPr/>
      <dgm:t>
        <a:bodyPr/>
        <a:lstStyle/>
        <a:p>
          <a:endParaRPr lang="en-US"/>
        </a:p>
      </dgm:t>
    </dgm:pt>
    <dgm:pt modelId="{80DDBACD-31B0-436F-AF30-E081D61CE068}" type="pres">
      <dgm:prSet presAssocID="{6F56AACB-4432-470E-B4D7-227F357A5820}" presName="hierChild2" presStyleCnt="0"/>
      <dgm:spPr/>
    </dgm:pt>
  </dgm:ptLst>
  <dgm:cxnLst>
    <dgm:cxn modelId="{9D28A55E-5E0E-4205-86FA-8A4088F4D307}" srcId="{04261E85-33B2-486E-8C3A-A001204959DA}" destId="{1F6F2A48-45BF-46EA-9FD3-11D9EFA51E69}" srcOrd="0" destOrd="0" parTransId="{A59DD65C-905B-4B96-80EF-27F1B7AA2977}" sibTransId="{A1C1F588-97FD-4D63-8BBF-F00B99AB8EDC}"/>
    <dgm:cxn modelId="{3D7DBB95-BCD3-4A5D-9753-DD6518705757}" srcId="{04261E85-33B2-486E-8C3A-A001204959DA}" destId="{6F56AACB-4432-470E-B4D7-227F357A5820}" srcOrd="1" destOrd="0" parTransId="{E9D65BC3-9CF5-4A88-883D-3D448E3B145A}" sibTransId="{E1B7C9EF-4585-4AEB-9C66-8201B7A00F7D}"/>
    <dgm:cxn modelId="{26088418-568E-4A8D-8609-72E84CD7BC66}" type="presOf" srcId="{6F56AACB-4432-470E-B4D7-227F357A5820}" destId="{B6FC68A9-FAF1-4082-9A29-1D6C189F9F3D}" srcOrd="0" destOrd="0" presId="urn:microsoft.com/office/officeart/2005/8/layout/hierarchy1"/>
    <dgm:cxn modelId="{6C4B6329-3BDB-4308-A1FF-F3A634310A17}" type="presOf" srcId="{04261E85-33B2-486E-8C3A-A001204959DA}" destId="{E9329F12-7519-4B82-A006-E8A83849848A}" srcOrd="0" destOrd="0" presId="urn:microsoft.com/office/officeart/2005/8/layout/hierarchy1"/>
    <dgm:cxn modelId="{F6222014-BBEA-42D5-82BD-FB89A888F654}" type="presOf" srcId="{1F6F2A48-45BF-46EA-9FD3-11D9EFA51E69}" destId="{8BC33FFC-03F6-4825-9F6B-A1A604CED40B}" srcOrd="0" destOrd="0" presId="urn:microsoft.com/office/officeart/2005/8/layout/hierarchy1"/>
    <dgm:cxn modelId="{3D5FF8F3-5FD7-4879-A5D1-E6E425626182}" type="presParOf" srcId="{E9329F12-7519-4B82-A006-E8A83849848A}" destId="{46131C89-45DB-4DE8-A088-E44A855B13F0}" srcOrd="0" destOrd="0" presId="urn:microsoft.com/office/officeart/2005/8/layout/hierarchy1"/>
    <dgm:cxn modelId="{404F1394-3092-479C-919E-94567D9E58F7}" type="presParOf" srcId="{46131C89-45DB-4DE8-A088-E44A855B13F0}" destId="{CA04F28A-C9D7-421C-A467-8D5E2CBA4958}" srcOrd="0" destOrd="0" presId="urn:microsoft.com/office/officeart/2005/8/layout/hierarchy1"/>
    <dgm:cxn modelId="{F459DCCB-FBE2-442E-AFB4-664E1CEAE852}" type="presParOf" srcId="{CA04F28A-C9D7-421C-A467-8D5E2CBA4958}" destId="{77E146BD-E34C-45E5-AF8D-C789C2A3B085}" srcOrd="0" destOrd="0" presId="urn:microsoft.com/office/officeart/2005/8/layout/hierarchy1"/>
    <dgm:cxn modelId="{80384172-27D6-4B71-A55C-6C5A73DCBF0A}" type="presParOf" srcId="{CA04F28A-C9D7-421C-A467-8D5E2CBA4958}" destId="{8BC33FFC-03F6-4825-9F6B-A1A604CED40B}" srcOrd="1" destOrd="0" presId="urn:microsoft.com/office/officeart/2005/8/layout/hierarchy1"/>
    <dgm:cxn modelId="{076B126B-73DE-41FE-80D2-2DD1833EE35C}" type="presParOf" srcId="{46131C89-45DB-4DE8-A088-E44A855B13F0}" destId="{A25921C2-33A7-4FF4-B606-868DDA507545}" srcOrd="1" destOrd="0" presId="urn:microsoft.com/office/officeart/2005/8/layout/hierarchy1"/>
    <dgm:cxn modelId="{EA68E5DC-1010-4B5E-AB7B-FE99293D8018}" type="presParOf" srcId="{E9329F12-7519-4B82-A006-E8A83849848A}" destId="{170B783F-B199-4096-A916-1A86F99B8342}" srcOrd="1" destOrd="0" presId="urn:microsoft.com/office/officeart/2005/8/layout/hierarchy1"/>
    <dgm:cxn modelId="{9B14C203-0632-48E2-AD0C-2B89CCCEA4D3}" type="presParOf" srcId="{170B783F-B199-4096-A916-1A86F99B8342}" destId="{1B129C24-A807-4A72-88BD-A79B6A95BD33}" srcOrd="0" destOrd="0" presId="urn:microsoft.com/office/officeart/2005/8/layout/hierarchy1"/>
    <dgm:cxn modelId="{B0613ECD-A85A-4F1A-9F6E-963154683D10}" type="presParOf" srcId="{1B129C24-A807-4A72-88BD-A79B6A95BD33}" destId="{31658C81-7C69-4674-8A20-3219B6F6E9FD}" srcOrd="0" destOrd="0" presId="urn:microsoft.com/office/officeart/2005/8/layout/hierarchy1"/>
    <dgm:cxn modelId="{CD4EBE8D-7E68-4F3D-B994-E87BBE9F95C0}" type="presParOf" srcId="{1B129C24-A807-4A72-88BD-A79B6A95BD33}" destId="{B6FC68A9-FAF1-4082-9A29-1D6C189F9F3D}" srcOrd="1" destOrd="0" presId="urn:microsoft.com/office/officeart/2005/8/layout/hierarchy1"/>
    <dgm:cxn modelId="{2BF9CE7E-50A6-4A34-BF7E-61C62C2ADDD5}" type="presParOf" srcId="{170B783F-B199-4096-A916-1A86F99B8342}" destId="{80DDBACD-31B0-436F-AF30-E081D61CE06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32761B9-F6C4-4A0C-82AE-08C6942875A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DC04E70-6931-43EA-B861-2865EF1CE91E}">
      <dgm:prSet/>
      <dgm:spPr/>
      <dgm:t>
        <a:bodyPr/>
        <a:lstStyle/>
        <a:p>
          <a:r>
            <a:rPr lang="en-US" dirty="0">
              <a:latin typeface="Arial" panose="020B0604020202020204" pitchFamily="34" charset="0"/>
              <a:cs typeface="Arial" panose="020B0604020202020204" pitchFamily="34" charset="0"/>
            </a:rPr>
            <a:t>Asynchronous: A routine is asynchronous if it initiates an operation that happens logically outside the flow of control of the calling process. The important practical distinction is whether the program may be required to check for completion of the operation before proceeding. </a:t>
          </a:r>
        </a:p>
      </dgm:t>
    </dgm:pt>
    <dgm:pt modelId="{D9465497-43A2-448D-8299-D41BD7F366B5}" type="parTrans" cxnId="{3D5E09A7-B989-4B4C-8DCF-3A012D96F478}">
      <dgm:prSet/>
      <dgm:spPr/>
      <dgm:t>
        <a:bodyPr/>
        <a:lstStyle/>
        <a:p>
          <a:endParaRPr lang="en-US"/>
        </a:p>
      </dgm:t>
    </dgm:pt>
    <dgm:pt modelId="{C4E5E9A1-C471-458D-A5AE-7FB76CFB3B3E}" type="sibTrans" cxnId="{3D5E09A7-B989-4B4C-8DCF-3A012D96F478}">
      <dgm:prSet/>
      <dgm:spPr/>
      <dgm:t>
        <a:bodyPr/>
        <a:lstStyle/>
        <a:p>
          <a:endParaRPr lang="en-US"/>
        </a:p>
      </dgm:t>
    </dgm:pt>
    <dgm:pt modelId="{157DFC25-A269-4A03-A8F3-D9BE5C7DEE42}">
      <dgm:prSet/>
      <dgm:spPr/>
      <dgm:t>
        <a:bodyPr/>
        <a:lstStyle/>
        <a:p>
          <a:r>
            <a:rPr lang="en-US" dirty="0">
              <a:latin typeface="Arial" panose="020B0604020202020204" pitchFamily="34" charset="0"/>
              <a:cs typeface="Arial" panose="020B0604020202020204" pitchFamily="34" charset="0"/>
            </a:rPr>
            <a:t>Synchronous: A routine is synchronous if its operation happens within the flow of control of the calling process. </a:t>
          </a:r>
        </a:p>
      </dgm:t>
    </dgm:pt>
    <dgm:pt modelId="{952C8999-6AE2-486C-A2F6-94908121B686}" type="parTrans" cxnId="{7CABCB09-5AE5-4FB0-A952-7CD56A2E7927}">
      <dgm:prSet/>
      <dgm:spPr/>
      <dgm:t>
        <a:bodyPr/>
        <a:lstStyle/>
        <a:p>
          <a:endParaRPr lang="en-US"/>
        </a:p>
      </dgm:t>
    </dgm:pt>
    <dgm:pt modelId="{D5D232F0-2BE8-4E37-B831-E9D5C3320DA8}" type="sibTrans" cxnId="{7CABCB09-5AE5-4FB0-A952-7CD56A2E7927}">
      <dgm:prSet/>
      <dgm:spPr/>
      <dgm:t>
        <a:bodyPr/>
        <a:lstStyle/>
        <a:p>
          <a:endParaRPr lang="en-US"/>
        </a:p>
      </dgm:t>
    </dgm:pt>
    <dgm:pt modelId="{1D8D68B3-AB5D-4B6B-9FE1-EF583EEAF2FA}" type="pres">
      <dgm:prSet presAssocID="{A32761B9-F6C4-4A0C-82AE-08C6942875A6}" presName="hierChild1" presStyleCnt="0">
        <dgm:presLayoutVars>
          <dgm:chPref val="1"/>
          <dgm:dir/>
          <dgm:animOne val="branch"/>
          <dgm:animLvl val="lvl"/>
          <dgm:resizeHandles/>
        </dgm:presLayoutVars>
      </dgm:prSet>
      <dgm:spPr/>
      <dgm:t>
        <a:bodyPr/>
        <a:lstStyle/>
        <a:p>
          <a:endParaRPr lang="en-US"/>
        </a:p>
      </dgm:t>
    </dgm:pt>
    <dgm:pt modelId="{DF4FCABF-DFC3-4059-AD75-B1B9A0D28174}" type="pres">
      <dgm:prSet presAssocID="{5DC04E70-6931-43EA-B861-2865EF1CE91E}" presName="hierRoot1" presStyleCnt="0"/>
      <dgm:spPr/>
    </dgm:pt>
    <dgm:pt modelId="{D0FDD538-D225-4720-92AC-6E72C91DF425}" type="pres">
      <dgm:prSet presAssocID="{5DC04E70-6931-43EA-B861-2865EF1CE91E}" presName="composite" presStyleCnt="0"/>
      <dgm:spPr/>
    </dgm:pt>
    <dgm:pt modelId="{13E7F5F1-CACC-4716-8A00-F130E6FF58A8}" type="pres">
      <dgm:prSet presAssocID="{5DC04E70-6931-43EA-B861-2865EF1CE91E}" presName="background" presStyleLbl="node0" presStyleIdx="0" presStyleCnt="2"/>
      <dgm:spPr/>
    </dgm:pt>
    <dgm:pt modelId="{FD6D4E2F-3E3C-4C8E-83DA-5168C084DF68}" type="pres">
      <dgm:prSet presAssocID="{5DC04E70-6931-43EA-B861-2865EF1CE91E}" presName="text" presStyleLbl="fgAcc0" presStyleIdx="0" presStyleCnt="2">
        <dgm:presLayoutVars>
          <dgm:chPref val="3"/>
        </dgm:presLayoutVars>
      </dgm:prSet>
      <dgm:spPr/>
      <dgm:t>
        <a:bodyPr/>
        <a:lstStyle/>
        <a:p>
          <a:endParaRPr lang="en-US"/>
        </a:p>
      </dgm:t>
    </dgm:pt>
    <dgm:pt modelId="{E56A80CB-91A8-493A-ACA0-535CEC74E5D7}" type="pres">
      <dgm:prSet presAssocID="{5DC04E70-6931-43EA-B861-2865EF1CE91E}" presName="hierChild2" presStyleCnt="0"/>
      <dgm:spPr/>
    </dgm:pt>
    <dgm:pt modelId="{157703ED-0CF9-4B30-8BC0-77BF450AEE70}" type="pres">
      <dgm:prSet presAssocID="{157DFC25-A269-4A03-A8F3-D9BE5C7DEE42}" presName="hierRoot1" presStyleCnt="0"/>
      <dgm:spPr/>
    </dgm:pt>
    <dgm:pt modelId="{F99FD33C-3CA7-4617-B3B8-E084C9050641}" type="pres">
      <dgm:prSet presAssocID="{157DFC25-A269-4A03-A8F3-D9BE5C7DEE42}" presName="composite" presStyleCnt="0"/>
      <dgm:spPr/>
    </dgm:pt>
    <dgm:pt modelId="{61287B1A-C465-4F88-9947-2394DA9A46E4}" type="pres">
      <dgm:prSet presAssocID="{157DFC25-A269-4A03-A8F3-D9BE5C7DEE42}" presName="background" presStyleLbl="node0" presStyleIdx="1" presStyleCnt="2"/>
      <dgm:spPr/>
    </dgm:pt>
    <dgm:pt modelId="{FD06B0C2-7DAA-424F-9B1E-97434FFFB942}" type="pres">
      <dgm:prSet presAssocID="{157DFC25-A269-4A03-A8F3-D9BE5C7DEE42}" presName="text" presStyleLbl="fgAcc0" presStyleIdx="1" presStyleCnt="2">
        <dgm:presLayoutVars>
          <dgm:chPref val="3"/>
        </dgm:presLayoutVars>
      </dgm:prSet>
      <dgm:spPr/>
      <dgm:t>
        <a:bodyPr/>
        <a:lstStyle/>
        <a:p>
          <a:endParaRPr lang="en-US"/>
        </a:p>
      </dgm:t>
    </dgm:pt>
    <dgm:pt modelId="{9EE33D45-1E16-4EDA-AFE6-59683C76EA1C}" type="pres">
      <dgm:prSet presAssocID="{157DFC25-A269-4A03-A8F3-D9BE5C7DEE42}" presName="hierChild2" presStyleCnt="0"/>
      <dgm:spPr/>
    </dgm:pt>
  </dgm:ptLst>
  <dgm:cxnLst>
    <dgm:cxn modelId="{7CABCB09-5AE5-4FB0-A952-7CD56A2E7927}" srcId="{A32761B9-F6C4-4A0C-82AE-08C6942875A6}" destId="{157DFC25-A269-4A03-A8F3-D9BE5C7DEE42}" srcOrd="1" destOrd="0" parTransId="{952C8999-6AE2-486C-A2F6-94908121B686}" sibTransId="{D5D232F0-2BE8-4E37-B831-E9D5C3320DA8}"/>
    <dgm:cxn modelId="{3D5E09A7-B989-4B4C-8DCF-3A012D96F478}" srcId="{A32761B9-F6C4-4A0C-82AE-08C6942875A6}" destId="{5DC04E70-6931-43EA-B861-2865EF1CE91E}" srcOrd="0" destOrd="0" parTransId="{D9465497-43A2-448D-8299-D41BD7F366B5}" sibTransId="{C4E5E9A1-C471-458D-A5AE-7FB76CFB3B3E}"/>
    <dgm:cxn modelId="{CC9F344B-647C-47FF-81DB-E62DACE3E3B6}" type="presOf" srcId="{157DFC25-A269-4A03-A8F3-D9BE5C7DEE42}" destId="{FD06B0C2-7DAA-424F-9B1E-97434FFFB942}" srcOrd="0" destOrd="0" presId="urn:microsoft.com/office/officeart/2005/8/layout/hierarchy1"/>
    <dgm:cxn modelId="{57D9B513-4732-4546-BA67-65F0D5AAA7E7}" type="presOf" srcId="{5DC04E70-6931-43EA-B861-2865EF1CE91E}" destId="{FD6D4E2F-3E3C-4C8E-83DA-5168C084DF68}" srcOrd="0" destOrd="0" presId="urn:microsoft.com/office/officeart/2005/8/layout/hierarchy1"/>
    <dgm:cxn modelId="{A5BC890A-6D5C-409B-98C7-108CED11192E}" type="presOf" srcId="{A32761B9-F6C4-4A0C-82AE-08C6942875A6}" destId="{1D8D68B3-AB5D-4B6B-9FE1-EF583EEAF2FA}" srcOrd="0" destOrd="0" presId="urn:microsoft.com/office/officeart/2005/8/layout/hierarchy1"/>
    <dgm:cxn modelId="{316C4FE4-FD7A-4788-A720-E2A1A81734B0}" type="presParOf" srcId="{1D8D68B3-AB5D-4B6B-9FE1-EF583EEAF2FA}" destId="{DF4FCABF-DFC3-4059-AD75-B1B9A0D28174}" srcOrd="0" destOrd="0" presId="urn:microsoft.com/office/officeart/2005/8/layout/hierarchy1"/>
    <dgm:cxn modelId="{EF5B8383-CB51-4476-A3C2-3FD543BE62F4}" type="presParOf" srcId="{DF4FCABF-DFC3-4059-AD75-B1B9A0D28174}" destId="{D0FDD538-D225-4720-92AC-6E72C91DF425}" srcOrd="0" destOrd="0" presId="urn:microsoft.com/office/officeart/2005/8/layout/hierarchy1"/>
    <dgm:cxn modelId="{BD488706-17A3-4009-A8A6-F07399EA7600}" type="presParOf" srcId="{D0FDD538-D225-4720-92AC-6E72C91DF425}" destId="{13E7F5F1-CACC-4716-8A00-F130E6FF58A8}" srcOrd="0" destOrd="0" presId="urn:microsoft.com/office/officeart/2005/8/layout/hierarchy1"/>
    <dgm:cxn modelId="{E6D4F851-4E2C-4E48-9507-6554CE23E25D}" type="presParOf" srcId="{D0FDD538-D225-4720-92AC-6E72C91DF425}" destId="{FD6D4E2F-3E3C-4C8E-83DA-5168C084DF68}" srcOrd="1" destOrd="0" presId="urn:microsoft.com/office/officeart/2005/8/layout/hierarchy1"/>
    <dgm:cxn modelId="{4017D9DB-8865-4E3B-88F0-703330381F18}" type="presParOf" srcId="{DF4FCABF-DFC3-4059-AD75-B1B9A0D28174}" destId="{E56A80CB-91A8-493A-ACA0-535CEC74E5D7}" srcOrd="1" destOrd="0" presId="urn:microsoft.com/office/officeart/2005/8/layout/hierarchy1"/>
    <dgm:cxn modelId="{FD521E69-5CD9-43D6-A0DF-94A358CABCEA}" type="presParOf" srcId="{1D8D68B3-AB5D-4B6B-9FE1-EF583EEAF2FA}" destId="{157703ED-0CF9-4B30-8BC0-77BF450AEE70}" srcOrd="1" destOrd="0" presId="urn:microsoft.com/office/officeart/2005/8/layout/hierarchy1"/>
    <dgm:cxn modelId="{1DE16DED-0617-4242-AC28-AEE2280734CC}" type="presParOf" srcId="{157703ED-0CF9-4B30-8BC0-77BF450AEE70}" destId="{F99FD33C-3CA7-4617-B3B8-E084C9050641}" srcOrd="0" destOrd="0" presId="urn:microsoft.com/office/officeart/2005/8/layout/hierarchy1"/>
    <dgm:cxn modelId="{59A54597-EB69-41DF-BAFB-390FC670D4C1}" type="presParOf" srcId="{F99FD33C-3CA7-4617-B3B8-E084C9050641}" destId="{61287B1A-C465-4F88-9947-2394DA9A46E4}" srcOrd="0" destOrd="0" presId="urn:microsoft.com/office/officeart/2005/8/layout/hierarchy1"/>
    <dgm:cxn modelId="{AD93FFDF-299E-4C94-845A-3F072F368D93}" type="presParOf" srcId="{F99FD33C-3CA7-4617-B3B8-E084C9050641}" destId="{FD06B0C2-7DAA-424F-9B1E-97434FFFB942}" srcOrd="1" destOrd="0" presId="urn:microsoft.com/office/officeart/2005/8/layout/hierarchy1"/>
    <dgm:cxn modelId="{1E3ED26D-5DDA-4C5C-8DF7-F778DD4B505F}" type="presParOf" srcId="{157703ED-0CF9-4B30-8BC0-77BF450AEE70}" destId="{9EE33D45-1E16-4EDA-AFE6-59683C76EA1C}"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A07962B-8C82-4300-805B-9F73EDCA154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BAA34E9-EF04-43FB-BEB1-E69ABA640839}">
      <dgm:prSet/>
      <dgm:spPr/>
      <dgm:t>
        <a:bodyPr/>
        <a:lstStyle/>
        <a:p>
          <a:r>
            <a:rPr lang="en-US" b="0" i="0" dirty="0">
              <a:latin typeface="Arial" panose="020B0604020202020204" pitchFamily="34" charset="0"/>
              <a:cs typeface="Arial" panose="020B0604020202020204" pitchFamily="34" charset="0"/>
            </a:rPr>
            <a:t>Buffered: A routine that uses buffered message passing is a program that sends and receives messages using a buffer. In this mode, messages are queued in the buffer until they are ready to be sent or received. </a:t>
          </a:r>
          <a:endParaRPr lang="en-US" dirty="0">
            <a:latin typeface="Arial" panose="020B0604020202020204" pitchFamily="34" charset="0"/>
            <a:cs typeface="Arial" panose="020B0604020202020204" pitchFamily="34" charset="0"/>
          </a:endParaRPr>
        </a:p>
      </dgm:t>
    </dgm:pt>
    <dgm:pt modelId="{E843E9E2-2948-4B4E-8D65-79498CABA31F}" type="parTrans" cxnId="{6F1D69D7-0E68-412F-99D4-1DCED55A5FEA}">
      <dgm:prSet/>
      <dgm:spPr/>
      <dgm:t>
        <a:bodyPr/>
        <a:lstStyle/>
        <a:p>
          <a:endParaRPr lang="en-US"/>
        </a:p>
      </dgm:t>
    </dgm:pt>
    <dgm:pt modelId="{060A4275-0D0D-4C49-91EB-1CF9DAB38EA4}" type="sibTrans" cxnId="{6F1D69D7-0E68-412F-99D4-1DCED55A5FEA}">
      <dgm:prSet/>
      <dgm:spPr/>
      <dgm:t>
        <a:bodyPr/>
        <a:lstStyle/>
        <a:p>
          <a:endParaRPr lang="en-US"/>
        </a:p>
      </dgm:t>
    </dgm:pt>
    <dgm:pt modelId="{6C77A8B0-9513-4AEE-8980-E21D17FE32F9}">
      <dgm:prSet/>
      <dgm:spPr/>
      <dgm:t>
        <a:bodyPr/>
        <a:lstStyle/>
        <a:p>
          <a:r>
            <a:rPr lang="en-US" b="0" i="0" dirty="0">
              <a:latin typeface="Arial" panose="020B0604020202020204" pitchFamily="34" charset="0"/>
              <a:cs typeface="Arial" panose="020B0604020202020204" pitchFamily="34" charset="0"/>
            </a:rPr>
            <a:t>Unbuffered: A routine may be used to perform a specific message-passing task, such as sending or receiving a message between two processes. Does not use a buffer. Messages are sent and received immediately without any buffering. This mode is useful when low latency is required.</a:t>
          </a:r>
          <a:endParaRPr lang="en-US" dirty="0">
            <a:latin typeface="Arial" panose="020B0604020202020204" pitchFamily="34" charset="0"/>
            <a:cs typeface="Arial" panose="020B0604020202020204" pitchFamily="34" charset="0"/>
          </a:endParaRPr>
        </a:p>
      </dgm:t>
    </dgm:pt>
    <dgm:pt modelId="{AB3FE20A-82F1-4BE8-A034-C5B491BC048B}" type="parTrans" cxnId="{668C0245-2F2E-437A-B179-CBEC37C2B50B}">
      <dgm:prSet/>
      <dgm:spPr/>
      <dgm:t>
        <a:bodyPr/>
        <a:lstStyle/>
        <a:p>
          <a:endParaRPr lang="en-US"/>
        </a:p>
      </dgm:t>
    </dgm:pt>
    <dgm:pt modelId="{C2DCC6A4-CEAC-461D-B130-3CB88A053CC5}" type="sibTrans" cxnId="{668C0245-2F2E-437A-B179-CBEC37C2B50B}">
      <dgm:prSet/>
      <dgm:spPr/>
      <dgm:t>
        <a:bodyPr/>
        <a:lstStyle/>
        <a:p>
          <a:endParaRPr lang="en-US"/>
        </a:p>
      </dgm:t>
    </dgm:pt>
    <dgm:pt modelId="{419A7E62-158C-47A5-BA8E-D2FD833D1EC5}" type="pres">
      <dgm:prSet presAssocID="{3A07962B-8C82-4300-805B-9F73EDCA1544}" presName="hierChild1" presStyleCnt="0">
        <dgm:presLayoutVars>
          <dgm:chPref val="1"/>
          <dgm:dir/>
          <dgm:animOne val="branch"/>
          <dgm:animLvl val="lvl"/>
          <dgm:resizeHandles/>
        </dgm:presLayoutVars>
      </dgm:prSet>
      <dgm:spPr/>
      <dgm:t>
        <a:bodyPr/>
        <a:lstStyle/>
        <a:p>
          <a:endParaRPr lang="en-US"/>
        </a:p>
      </dgm:t>
    </dgm:pt>
    <dgm:pt modelId="{85A84617-522C-4908-8B4B-C18AD10FED29}" type="pres">
      <dgm:prSet presAssocID="{8BAA34E9-EF04-43FB-BEB1-E69ABA640839}" presName="hierRoot1" presStyleCnt="0"/>
      <dgm:spPr/>
    </dgm:pt>
    <dgm:pt modelId="{D1C1D243-BFDD-495B-AB70-BE480AB88749}" type="pres">
      <dgm:prSet presAssocID="{8BAA34E9-EF04-43FB-BEB1-E69ABA640839}" presName="composite" presStyleCnt="0"/>
      <dgm:spPr/>
    </dgm:pt>
    <dgm:pt modelId="{CF391CC5-4EA0-4E48-BFA4-B203A552A705}" type="pres">
      <dgm:prSet presAssocID="{8BAA34E9-EF04-43FB-BEB1-E69ABA640839}" presName="background" presStyleLbl="node0" presStyleIdx="0" presStyleCnt="2"/>
      <dgm:spPr/>
    </dgm:pt>
    <dgm:pt modelId="{8F11A3BB-2B66-4D63-A3AF-7AFCFD717D96}" type="pres">
      <dgm:prSet presAssocID="{8BAA34E9-EF04-43FB-BEB1-E69ABA640839}" presName="text" presStyleLbl="fgAcc0" presStyleIdx="0" presStyleCnt="2">
        <dgm:presLayoutVars>
          <dgm:chPref val="3"/>
        </dgm:presLayoutVars>
      </dgm:prSet>
      <dgm:spPr/>
      <dgm:t>
        <a:bodyPr/>
        <a:lstStyle/>
        <a:p>
          <a:endParaRPr lang="en-US"/>
        </a:p>
      </dgm:t>
    </dgm:pt>
    <dgm:pt modelId="{7B730F75-AD13-4F06-82E7-8A355A1B44A4}" type="pres">
      <dgm:prSet presAssocID="{8BAA34E9-EF04-43FB-BEB1-E69ABA640839}" presName="hierChild2" presStyleCnt="0"/>
      <dgm:spPr/>
    </dgm:pt>
    <dgm:pt modelId="{FF588297-FC13-4225-B472-E7D65AC11F81}" type="pres">
      <dgm:prSet presAssocID="{6C77A8B0-9513-4AEE-8980-E21D17FE32F9}" presName="hierRoot1" presStyleCnt="0"/>
      <dgm:spPr/>
    </dgm:pt>
    <dgm:pt modelId="{C6988024-B748-48BE-AD4B-2478EAD66C72}" type="pres">
      <dgm:prSet presAssocID="{6C77A8B0-9513-4AEE-8980-E21D17FE32F9}" presName="composite" presStyleCnt="0"/>
      <dgm:spPr/>
    </dgm:pt>
    <dgm:pt modelId="{DE142D05-4830-4F25-BF46-ED86784B226E}" type="pres">
      <dgm:prSet presAssocID="{6C77A8B0-9513-4AEE-8980-E21D17FE32F9}" presName="background" presStyleLbl="node0" presStyleIdx="1" presStyleCnt="2"/>
      <dgm:spPr/>
    </dgm:pt>
    <dgm:pt modelId="{CF9C0951-5C22-4BF9-AEBE-7DD3D318C45D}" type="pres">
      <dgm:prSet presAssocID="{6C77A8B0-9513-4AEE-8980-E21D17FE32F9}" presName="text" presStyleLbl="fgAcc0" presStyleIdx="1" presStyleCnt="2">
        <dgm:presLayoutVars>
          <dgm:chPref val="3"/>
        </dgm:presLayoutVars>
      </dgm:prSet>
      <dgm:spPr/>
      <dgm:t>
        <a:bodyPr/>
        <a:lstStyle/>
        <a:p>
          <a:endParaRPr lang="en-US"/>
        </a:p>
      </dgm:t>
    </dgm:pt>
    <dgm:pt modelId="{A347FD72-BE43-4E9D-A249-982A9A290226}" type="pres">
      <dgm:prSet presAssocID="{6C77A8B0-9513-4AEE-8980-E21D17FE32F9}" presName="hierChild2" presStyleCnt="0"/>
      <dgm:spPr/>
    </dgm:pt>
  </dgm:ptLst>
  <dgm:cxnLst>
    <dgm:cxn modelId="{E2BFA17C-9506-454A-B56B-DD3D88337361}" type="presOf" srcId="{6C77A8B0-9513-4AEE-8980-E21D17FE32F9}" destId="{CF9C0951-5C22-4BF9-AEBE-7DD3D318C45D}" srcOrd="0" destOrd="0" presId="urn:microsoft.com/office/officeart/2005/8/layout/hierarchy1"/>
    <dgm:cxn modelId="{668C0245-2F2E-437A-B179-CBEC37C2B50B}" srcId="{3A07962B-8C82-4300-805B-9F73EDCA1544}" destId="{6C77A8B0-9513-4AEE-8980-E21D17FE32F9}" srcOrd="1" destOrd="0" parTransId="{AB3FE20A-82F1-4BE8-A034-C5B491BC048B}" sibTransId="{C2DCC6A4-CEAC-461D-B130-3CB88A053CC5}"/>
    <dgm:cxn modelId="{4CA772A1-3658-4FC2-AFBC-ADC18F9A7456}" type="presOf" srcId="{3A07962B-8C82-4300-805B-9F73EDCA1544}" destId="{419A7E62-158C-47A5-BA8E-D2FD833D1EC5}" srcOrd="0" destOrd="0" presId="urn:microsoft.com/office/officeart/2005/8/layout/hierarchy1"/>
    <dgm:cxn modelId="{C631F935-3B3D-4228-B979-F931A68D7860}" type="presOf" srcId="{8BAA34E9-EF04-43FB-BEB1-E69ABA640839}" destId="{8F11A3BB-2B66-4D63-A3AF-7AFCFD717D96}" srcOrd="0" destOrd="0" presId="urn:microsoft.com/office/officeart/2005/8/layout/hierarchy1"/>
    <dgm:cxn modelId="{6F1D69D7-0E68-412F-99D4-1DCED55A5FEA}" srcId="{3A07962B-8C82-4300-805B-9F73EDCA1544}" destId="{8BAA34E9-EF04-43FB-BEB1-E69ABA640839}" srcOrd="0" destOrd="0" parTransId="{E843E9E2-2948-4B4E-8D65-79498CABA31F}" sibTransId="{060A4275-0D0D-4C49-91EB-1CF9DAB38EA4}"/>
    <dgm:cxn modelId="{B3F985FB-24E5-450C-BD36-C77B265535E8}" type="presParOf" srcId="{419A7E62-158C-47A5-BA8E-D2FD833D1EC5}" destId="{85A84617-522C-4908-8B4B-C18AD10FED29}" srcOrd="0" destOrd="0" presId="urn:microsoft.com/office/officeart/2005/8/layout/hierarchy1"/>
    <dgm:cxn modelId="{3729C648-B979-463C-A52E-1716535E95B2}" type="presParOf" srcId="{85A84617-522C-4908-8B4B-C18AD10FED29}" destId="{D1C1D243-BFDD-495B-AB70-BE480AB88749}" srcOrd="0" destOrd="0" presId="urn:microsoft.com/office/officeart/2005/8/layout/hierarchy1"/>
    <dgm:cxn modelId="{76989E33-04CB-4223-AC12-942179254C85}" type="presParOf" srcId="{D1C1D243-BFDD-495B-AB70-BE480AB88749}" destId="{CF391CC5-4EA0-4E48-BFA4-B203A552A705}" srcOrd="0" destOrd="0" presId="urn:microsoft.com/office/officeart/2005/8/layout/hierarchy1"/>
    <dgm:cxn modelId="{A1A9DBD8-5903-4AF0-86E3-9C849FA57CCA}" type="presParOf" srcId="{D1C1D243-BFDD-495B-AB70-BE480AB88749}" destId="{8F11A3BB-2B66-4D63-A3AF-7AFCFD717D96}" srcOrd="1" destOrd="0" presId="urn:microsoft.com/office/officeart/2005/8/layout/hierarchy1"/>
    <dgm:cxn modelId="{C7676260-9A54-4810-BF95-4256E8A82C18}" type="presParOf" srcId="{85A84617-522C-4908-8B4B-C18AD10FED29}" destId="{7B730F75-AD13-4F06-82E7-8A355A1B44A4}" srcOrd="1" destOrd="0" presId="urn:microsoft.com/office/officeart/2005/8/layout/hierarchy1"/>
    <dgm:cxn modelId="{0AD647D8-89F4-467A-B8A5-8DF1AD34E3C3}" type="presParOf" srcId="{419A7E62-158C-47A5-BA8E-D2FD833D1EC5}" destId="{FF588297-FC13-4225-B472-E7D65AC11F81}" srcOrd="1" destOrd="0" presId="urn:microsoft.com/office/officeart/2005/8/layout/hierarchy1"/>
    <dgm:cxn modelId="{7A69EAC2-77E8-4F2A-BC91-60CBCDE48386}" type="presParOf" srcId="{FF588297-FC13-4225-B472-E7D65AC11F81}" destId="{C6988024-B748-48BE-AD4B-2478EAD66C72}" srcOrd="0" destOrd="0" presId="urn:microsoft.com/office/officeart/2005/8/layout/hierarchy1"/>
    <dgm:cxn modelId="{2789E546-EA56-4852-8A67-C2267C7DC0DA}" type="presParOf" srcId="{C6988024-B748-48BE-AD4B-2478EAD66C72}" destId="{DE142D05-4830-4F25-BF46-ED86784B226E}" srcOrd="0" destOrd="0" presId="urn:microsoft.com/office/officeart/2005/8/layout/hierarchy1"/>
    <dgm:cxn modelId="{96AE3CE2-6AFA-4F06-B4A0-0464DFBBC658}" type="presParOf" srcId="{C6988024-B748-48BE-AD4B-2478EAD66C72}" destId="{CF9C0951-5C22-4BF9-AEBE-7DD3D318C45D}" srcOrd="1" destOrd="0" presId="urn:microsoft.com/office/officeart/2005/8/layout/hierarchy1"/>
    <dgm:cxn modelId="{823A01DB-5421-4A75-A976-DAB3958B4956}" type="presParOf" srcId="{FF588297-FC13-4225-B472-E7D65AC11F81}" destId="{A347FD72-BE43-4E9D-A249-982A9A290226}"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altLang="en-PK"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dirty="0">
              <a:solidFill>
                <a:schemeClr val="tx1"/>
              </a:solidFill>
              <a:latin typeface="Arial" panose="020B0604020202020204" pitchFamily="34" charset="0"/>
              <a:cs typeface="Arial" panose="020B0604020202020204" pitchFamily="34" charset="0"/>
            </a:rPr>
            <a:t>Synchronous Message Passing</a:t>
          </a:r>
          <a:r>
            <a:rPr lang="en-US" altLang="en-PK" dirty="0">
              <a:latin typeface="Arial" panose="020B0604020202020204" pitchFamily="34" charset="0"/>
              <a:ea typeface="ＭＳ Ｐゴシック" panose="020B0600070205080204" pitchFamily="34" charset="-128"/>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altLang="en-PK" dirty="0">
              <a:latin typeface="Arial" panose="020B0604020202020204" pitchFamily="34" charset="0"/>
              <a:ea typeface="ＭＳ Ｐゴシック" panose="020B0600070205080204" pitchFamily="34" charset="-128"/>
              <a:cs typeface="Arial" panose="020B0604020202020204" pitchFamily="34" charset="0"/>
            </a:rPr>
            <a:t>Understanding of As</a:t>
          </a:r>
          <a:r>
            <a:rPr lang="en-US" dirty="0">
              <a:solidFill>
                <a:schemeClr val="tx1"/>
              </a:solidFill>
              <a:latin typeface="Arial" panose="020B0604020202020204" pitchFamily="34" charset="0"/>
              <a:cs typeface="Arial" panose="020B0604020202020204" pitchFamily="34" charset="0"/>
            </a:rPr>
            <a:t>ynchronous Message Passing</a:t>
          </a:r>
          <a:r>
            <a:rPr lang="en-US" altLang="en-PK" dirty="0">
              <a:latin typeface="Arial" panose="020B0604020202020204" pitchFamily="34" charset="0"/>
              <a:ea typeface="ＭＳ Ｐゴシック" panose="020B0600070205080204" pitchFamily="34" charset="-128"/>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t>
        <a:bodyPr/>
        <a:lstStyle/>
        <a:p>
          <a:endParaRPr lang="en-US"/>
        </a:p>
      </dgm:t>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t>
        <a:bodyPr/>
        <a:lstStyle/>
        <a:p>
          <a:endParaRPr lang="en-US"/>
        </a:p>
      </dgm:t>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t>
        <a:bodyPr/>
        <a:lstStyle/>
        <a:p>
          <a:endParaRPr lang="en-US"/>
        </a:p>
      </dgm:t>
    </dgm:pt>
  </dgm:ptLst>
  <dgm:cxnLst>
    <dgm:cxn modelId="{EA474EB2-2FA0-4EB5-B43B-96F69CF80FDF}" type="presOf" srcId="{B52304F7-9CCF-4381-9DB7-D65E8FF69D98}" destId="{17273AB3-1C10-4C7C-8AEC-2DC6562CD53E}"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7D93A2FB-E493-4057-9321-1F6F3DDA93FB}" srcId="{AC605FAC-F4E1-443B-91BE-22C6277E36A9}" destId="{B52304F7-9CCF-4381-9DB7-D65E8FF69D98}" srcOrd="1" destOrd="0" parTransId="{5A3F200D-6884-4F08-B3E1-ED350FEF42E7}" sibTransId="{3B0ED119-AD1B-484D-96A0-C81E45281368}"/>
    <dgm:cxn modelId="{EC3A6D8C-FF5E-4705-AD3B-8C9EF9B23F68}" type="presOf" srcId="{AC605FAC-F4E1-443B-91BE-22C6277E36A9}" destId="{203A11AC-6691-4719-A18C-2D6C7EA9F1B7}" srcOrd="0" destOrd="0" presId="urn:microsoft.com/office/officeart/2018/2/layout/IconVerticalSolidList"/>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02F1F77-EBAC-4D14-ADFE-BB554D03B0A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057AAE9-DA15-4974-A6BD-3BE4E793CFAC}">
      <dgm:prSet/>
      <dgm:spPr/>
      <dgm:t>
        <a:bodyPr/>
        <a:lstStyle/>
        <a:p>
          <a:r>
            <a:rPr lang="en-US"/>
            <a:t>Message-passing programs are often written using the asynchronous or loosely synchronous paradigms. </a:t>
          </a:r>
        </a:p>
      </dgm:t>
    </dgm:pt>
    <dgm:pt modelId="{D5B4FD53-7571-4FBB-A706-7D9A6C8C4C3C}" type="parTrans" cxnId="{A5F3AEF3-3468-492B-949D-76B099138C24}">
      <dgm:prSet/>
      <dgm:spPr/>
      <dgm:t>
        <a:bodyPr/>
        <a:lstStyle/>
        <a:p>
          <a:endParaRPr lang="en-US"/>
        </a:p>
      </dgm:t>
    </dgm:pt>
    <dgm:pt modelId="{36FB4168-3F1E-470C-9263-4D45DFCD5B8E}" type="sibTrans" cxnId="{A5F3AEF3-3468-492B-949D-76B099138C24}">
      <dgm:prSet/>
      <dgm:spPr/>
      <dgm:t>
        <a:bodyPr/>
        <a:lstStyle/>
        <a:p>
          <a:endParaRPr lang="en-US"/>
        </a:p>
      </dgm:t>
    </dgm:pt>
    <dgm:pt modelId="{B1AEE441-EE9B-4C21-A336-8FE503AC2EC9}">
      <dgm:prSet/>
      <dgm:spPr/>
      <dgm:t>
        <a:bodyPr/>
        <a:lstStyle/>
        <a:p>
          <a:r>
            <a:rPr lang="en-US" dirty="0"/>
            <a:t>In the asynchronous paradigm, all concurrent tasks execute asynchronously. </a:t>
          </a:r>
        </a:p>
      </dgm:t>
    </dgm:pt>
    <dgm:pt modelId="{0F331711-4C58-4FEE-86C1-42DCA9277F02}" type="parTrans" cxnId="{68E9FC9E-C30D-4DF6-B6F6-A9ED3659BB68}">
      <dgm:prSet/>
      <dgm:spPr/>
      <dgm:t>
        <a:bodyPr/>
        <a:lstStyle/>
        <a:p>
          <a:endParaRPr lang="en-US"/>
        </a:p>
      </dgm:t>
    </dgm:pt>
    <dgm:pt modelId="{96CA69DA-C29B-43FF-BD57-E649C3F86E41}" type="sibTrans" cxnId="{68E9FC9E-C30D-4DF6-B6F6-A9ED3659BB68}">
      <dgm:prSet/>
      <dgm:spPr/>
      <dgm:t>
        <a:bodyPr/>
        <a:lstStyle/>
        <a:p>
          <a:endParaRPr lang="en-US"/>
        </a:p>
      </dgm:t>
    </dgm:pt>
    <dgm:pt modelId="{E1D4A63A-24E5-45CE-B277-5682F6566F86}">
      <dgm:prSet/>
      <dgm:spPr/>
      <dgm:t>
        <a:bodyPr/>
        <a:lstStyle/>
        <a:p>
          <a:r>
            <a:rPr lang="en-US" dirty="0"/>
            <a:t>In the loosely synchronous model, tasks or subsets of tasks synchronize to perform interactions. Between these interactions, tasks execute completely asynchronously.</a:t>
          </a:r>
        </a:p>
      </dgm:t>
    </dgm:pt>
    <dgm:pt modelId="{E15159BB-D4EB-48E9-9E78-ED8EA0688CF6}" type="parTrans" cxnId="{FB0A8223-9628-49DB-9A92-A8E2D3CE7642}">
      <dgm:prSet/>
      <dgm:spPr/>
      <dgm:t>
        <a:bodyPr/>
        <a:lstStyle/>
        <a:p>
          <a:endParaRPr lang="en-US"/>
        </a:p>
      </dgm:t>
    </dgm:pt>
    <dgm:pt modelId="{68840591-CDC9-481D-81D1-7C0B74658E57}" type="sibTrans" cxnId="{FB0A8223-9628-49DB-9A92-A8E2D3CE7642}">
      <dgm:prSet/>
      <dgm:spPr/>
      <dgm:t>
        <a:bodyPr/>
        <a:lstStyle/>
        <a:p>
          <a:endParaRPr lang="en-US"/>
        </a:p>
      </dgm:t>
    </dgm:pt>
    <dgm:pt modelId="{47CFADA0-10B5-4B86-9160-576D989DBAC7}" type="pres">
      <dgm:prSet presAssocID="{202F1F77-EBAC-4D14-ADFE-BB554D03B0AF}" presName="linear" presStyleCnt="0">
        <dgm:presLayoutVars>
          <dgm:animLvl val="lvl"/>
          <dgm:resizeHandles val="exact"/>
        </dgm:presLayoutVars>
      </dgm:prSet>
      <dgm:spPr/>
      <dgm:t>
        <a:bodyPr/>
        <a:lstStyle/>
        <a:p>
          <a:endParaRPr lang="en-US"/>
        </a:p>
      </dgm:t>
    </dgm:pt>
    <dgm:pt modelId="{8ECD22FD-D82D-4A64-A1FC-5E777DD42D7B}" type="pres">
      <dgm:prSet presAssocID="{B057AAE9-DA15-4974-A6BD-3BE4E793CFAC}" presName="parentText" presStyleLbl="node1" presStyleIdx="0" presStyleCnt="1">
        <dgm:presLayoutVars>
          <dgm:chMax val="0"/>
          <dgm:bulletEnabled val="1"/>
        </dgm:presLayoutVars>
      </dgm:prSet>
      <dgm:spPr/>
      <dgm:t>
        <a:bodyPr/>
        <a:lstStyle/>
        <a:p>
          <a:endParaRPr lang="en-US"/>
        </a:p>
      </dgm:t>
    </dgm:pt>
    <dgm:pt modelId="{A2C5EB59-5F93-4C3C-BEA1-7AF2D82CA10D}" type="pres">
      <dgm:prSet presAssocID="{B057AAE9-DA15-4974-A6BD-3BE4E793CFAC}" presName="childText" presStyleLbl="revTx" presStyleIdx="0" presStyleCnt="1">
        <dgm:presLayoutVars>
          <dgm:bulletEnabled val="1"/>
        </dgm:presLayoutVars>
      </dgm:prSet>
      <dgm:spPr/>
      <dgm:t>
        <a:bodyPr/>
        <a:lstStyle/>
        <a:p>
          <a:endParaRPr lang="en-US"/>
        </a:p>
      </dgm:t>
    </dgm:pt>
  </dgm:ptLst>
  <dgm:cxnLst>
    <dgm:cxn modelId="{FB0A8223-9628-49DB-9A92-A8E2D3CE7642}" srcId="{B057AAE9-DA15-4974-A6BD-3BE4E793CFAC}" destId="{E1D4A63A-24E5-45CE-B277-5682F6566F86}" srcOrd="1" destOrd="0" parTransId="{E15159BB-D4EB-48E9-9E78-ED8EA0688CF6}" sibTransId="{68840591-CDC9-481D-81D1-7C0B74658E57}"/>
    <dgm:cxn modelId="{68E9FC9E-C30D-4DF6-B6F6-A9ED3659BB68}" srcId="{B057AAE9-DA15-4974-A6BD-3BE4E793CFAC}" destId="{B1AEE441-EE9B-4C21-A336-8FE503AC2EC9}" srcOrd="0" destOrd="0" parTransId="{0F331711-4C58-4FEE-86C1-42DCA9277F02}" sibTransId="{96CA69DA-C29B-43FF-BD57-E649C3F86E41}"/>
    <dgm:cxn modelId="{A5F3AEF3-3468-492B-949D-76B099138C24}" srcId="{202F1F77-EBAC-4D14-ADFE-BB554D03B0AF}" destId="{B057AAE9-DA15-4974-A6BD-3BE4E793CFAC}" srcOrd="0" destOrd="0" parTransId="{D5B4FD53-7571-4FBB-A706-7D9A6C8C4C3C}" sibTransId="{36FB4168-3F1E-470C-9263-4D45DFCD5B8E}"/>
    <dgm:cxn modelId="{26BB1B55-00F5-4D50-A48E-8DB37E013427}" type="presOf" srcId="{B057AAE9-DA15-4974-A6BD-3BE4E793CFAC}" destId="{8ECD22FD-D82D-4A64-A1FC-5E777DD42D7B}" srcOrd="0" destOrd="0" presId="urn:microsoft.com/office/officeart/2005/8/layout/vList2"/>
    <dgm:cxn modelId="{688DD33F-BAA8-465D-9944-25543032F954}" type="presOf" srcId="{E1D4A63A-24E5-45CE-B277-5682F6566F86}" destId="{A2C5EB59-5F93-4C3C-BEA1-7AF2D82CA10D}" srcOrd="0" destOrd="1" presId="urn:microsoft.com/office/officeart/2005/8/layout/vList2"/>
    <dgm:cxn modelId="{AA7860F0-2CAC-4D54-8583-354FDDBCA7D8}" type="presOf" srcId="{202F1F77-EBAC-4D14-ADFE-BB554D03B0AF}" destId="{47CFADA0-10B5-4B86-9160-576D989DBAC7}" srcOrd="0" destOrd="0" presId="urn:microsoft.com/office/officeart/2005/8/layout/vList2"/>
    <dgm:cxn modelId="{5F44887F-E010-45AD-A66F-39A869B119C0}" type="presOf" srcId="{B1AEE441-EE9B-4C21-A336-8FE503AC2EC9}" destId="{A2C5EB59-5F93-4C3C-BEA1-7AF2D82CA10D}" srcOrd="0" destOrd="0" presId="urn:microsoft.com/office/officeart/2005/8/layout/vList2"/>
    <dgm:cxn modelId="{C8B13722-1FF8-44E0-BF65-257C2213DD6E}" type="presParOf" srcId="{47CFADA0-10B5-4B86-9160-576D989DBAC7}" destId="{8ECD22FD-D82D-4A64-A1FC-5E777DD42D7B}" srcOrd="0" destOrd="0" presId="urn:microsoft.com/office/officeart/2005/8/layout/vList2"/>
    <dgm:cxn modelId="{2F83D016-1E80-4356-BDBC-E8C52B9BCC02}" type="presParOf" srcId="{47CFADA0-10B5-4B86-9160-576D989DBAC7}" destId="{A2C5EB59-5F93-4C3C-BEA1-7AF2D82CA10D}"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9E3A475-D5E5-43F1-9599-D19494ABAAC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655B4D5-FE1C-4BFD-8783-0E1A0B7035E7}">
      <dgm:prSet/>
      <dgm:spPr/>
      <dgm:t>
        <a:bodyPr/>
        <a:lstStyle/>
        <a:p>
          <a:r>
            <a:rPr lang="en-US" b="0" i="0" baseline="0"/>
            <a:t>A synchronous communication is not complete until the message has been received. </a:t>
          </a:r>
          <a:endParaRPr lang="en-US"/>
        </a:p>
      </dgm:t>
    </dgm:pt>
    <dgm:pt modelId="{01CB6CC6-A855-4EF6-87B5-74CE5AD21A3A}" type="parTrans" cxnId="{8B274024-54DF-49C8-A61E-40AA99590FDC}">
      <dgm:prSet/>
      <dgm:spPr/>
      <dgm:t>
        <a:bodyPr/>
        <a:lstStyle/>
        <a:p>
          <a:endParaRPr lang="en-US"/>
        </a:p>
      </dgm:t>
    </dgm:pt>
    <dgm:pt modelId="{60134084-8712-4309-8A0E-B2A346D29398}" type="sibTrans" cxnId="{8B274024-54DF-49C8-A61E-40AA99590FDC}">
      <dgm:prSet/>
      <dgm:spPr/>
      <dgm:t>
        <a:bodyPr/>
        <a:lstStyle/>
        <a:p>
          <a:endParaRPr lang="en-US"/>
        </a:p>
      </dgm:t>
    </dgm:pt>
    <dgm:pt modelId="{C57B1141-A75A-443D-97F4-EFDE363DE955}">
      <dgm:prSet/>
      <dgm:spPr/>
      <dgm:t>
        <a:bodyPr/>
        <a:lstStyle/>
        <a:p>
          <a:r>
            <a:rPr lang="en-US" b="0" i="0" baseline="0"/>
            <a:t>Completes once ack is received by sender.</a:t>
          </a:r>
          <a:endParaRPr lang="en-US"/>
        </a:p>
      </dgm:t>
    </dgm:pt>
    <dgm:pt modelId="{0C3566EE-EE2D-49BE-A9C1-52E9C6C4DDAF}" type="parTrans" cxnId="{1400DD19-97FE-421E-BE2A-A5FEC0441390}">
      <dgm:prSet/>
      <dgm:spPr/>
      <dgm:t>
        <a:bodyPr/>
        <a:lstStyle/>
        <a:p>
          <a:endParaRPr lang="en-US"/>
        </a:p>
      </dgm:t>
    </dgm:pt>
    <dgm:pt modelId="{CB148829-B141-4B7D-82EF-7DDB1064F441}" type="sibTrans" cxnId="{1400DD19-97FE-421E-BE2A-A5FEC0441390}">
      <dgm:prSet/>
      <dgm:spPr/>
      <dgm:t>
        <a:bodyPr/>
        <a:lstStyle/>
        <a:p>
          <a:endParaRPr lang="en-US"/>
        </a:p>
      </dgm:t>
    </dgm:pt>
    <dgm:pt modelId="{ACA4C7B8-3166-4AC4-9AEE-85424135FE60}">
      <dgm:prSet/>
      <dgm:spPr/>
      <dgm:t>
        <a:bodyPr/>
        <a:lstStyle/>
        <a:p>
          <a:r>
            <a:rPr lang="en-US"/>
            <a:t>Communication upon synchronization.</a:t>
          </a:r>
        </a:p>
      </dgm:t>
    </dgm:pt>
    <dgm:pt modelId="{CE08D879-7EC3-4F88-8F5D-FB28DA04924C}" type="parTrans" cxnId="{F7FFBB0A-19CE-4911-8417-2A19F71554A2}">
      <dgm:prSet/>
      <dgm:spPr/>
      <dgm:t>
        <a:bodyPr/>
        <a:lstStyle/>
        <a:p>
          <a:endParaRPr lang="en-US"/>
        </a:p>
      </dgm:t>
    </dgm:pt>
    <dgm:pt modelId="{8A1CC548-9C3D-4A28-939E-FBCEFD9B0847}" type="sibTrans" cxnId="{F7FFBB0A-19CE-4911-8417-2A19F71554A2}">
      <dgm:prSet/>
      <dgm:spPr/>
      <dgm:t>
        <a:bodyPr/>
        <a:lstStyle/>
        <a:p>
          <a:endParaRPr lang="en-US"/>
        </a:p>
      </dgm:t>
    </dgm:pt>
    <dgm:pt modelId="{BD3532FE-5829-4374-819E-BB8E60E46E29}">
      <dgm:prSet/>
      <dgm:spPr/>
      <dgm:t>
        <a:bodyPr/>
        <a:lstStyle/>
        <a:p>
          <a:r>
            <a:rPr lang="en-US"/>
            <a:t>Hoare’s Communicating Sequential Processes (1978).</a:t>
          </a:r>
        </a:p>
      </dgm:t>
    </dgm:pt>
    <dgm:pt modelId="{49D4CB0D-90B4-4CA3-ACCD-F55A1607A04B}" type="parTrans" cxnId="{327D1F6D-4C4F-4165-B2D7-EBDC4ACC81E5}">
      <dgm:prSet/>
      <dgm:spPr/>
      <dgm:t>
        <a:bodyPr/>
        <a:lstStyle/>
        <a:p>
          <a:endParaRPr lang="en-US"/>
        </a:p>
      </dgm:t>
    </dgm:pt>
    <dgm:pt modelId="{FBDBC927-289F-45F2-9C30-7786F87BA725}" type="sibTrans" cxnId="{327D1F6D-4C4F-4165-B2D7-EBDC4ACC81E5}">
      <dgm:prSet/>
      <dgm:spPr/>
      <dgm:t>
        <a:bodyPr/>
        <a:lstStyle/>
        <a:p>
          <a:endParaRPr lang="en-US"/>
        </a:p>
      </dgm:t>
    </dgm:pt>
    <dgm:pt modelId="{A8DA498F-2431-4C43-8464-0E105C6934CD}">
      <dgm:prSet/>
      <dgm:spPr/>
      <dgm:t>
        <a:bodyPr/>
        <a:lstStyle/>
        <a:p>
          <a:r>
            <a:rPr lang="en-US"/>
            <a:t>BLOCKING send and receive operations.</a:t>
          </a:r>
        </a:p>
      </dgm:t>
    </dgm:pt>
    <dgm:pt modelId="{E1E6841F-80C5-44A5-BAEB-4C8CCEBC9954}" type="parTrans" cxnId="{9BC274E8-986D-4ED4-BE7B-1A881806F6FF}">
      <dgm:prSet/>
      <dgm:spPr/>
      <dgm:t>
        <a:bodyPr/>
        <a:lstStyle/>
        <a:p>
          <a:endParaRPr lang="en-US"/>
        </a:p>
      </dgm:t>
    </dgm:pt>
    <dgm:pt modelId="{DDB31B56-E770-4D5A-8249-6805F8FA2FFD}" type="sibTrans" cxnId="{9BC274E8-986D-4ED4-BE7B-1A881806F6FF}">
      <dgm:prSet/>
      <dgm:spPr/>
      <dgm:t>
        <a:bodyPr/>
        <a:lstStyle/>
        <a:p>
          <a:endParaRPr lang="en-US"/>
        </a:p>
      </dgm:t>
    </dgm:pt>
    <dgm:pt modelId="{8FE9604F-06F5-4952-B92C-AC42DDD4E763}">
      <dgm:prSet/>
      <dgm:spPr/>
      <dgm:t>
        <a:bodyPr/>
        <a:lstStyle/>
        <a:p>
          <a:r>
            <a:rPr lang="en-US"/>
            <a:t>Unbuffered communication.</a:t>
          </a:r>
        </a:p>
      </dgm:t>
    </dgm:pt>
    <dgm:pt modelId="{2BCAEA04-1B4F-4DA0-8ED7-EB9C0C44AD7D}" type="parTrans" cxnId="{28A792C1-9B61-4351-817B-0AD9D246BC9B}">
      <dgm:prSet/>
      <dgm:spPr/>
      <dgm:t>
        <a:bodyPr/>
        <a:lstStyle/>
        <a:p>
          <a:endParaRPr lang="en-US"/>
        </a:p>
      </dgm:t>
    </dgm:pt>
    <dgm:pt modelId="{79C6762A-2CB4-448B-ABB7-0B1B3A6EC4C6}" type="sibTrans" cxnId="{28A792C1-9B61-4351-817B-0AD9D246BC9B}">
      <dgm:prSet/>
      <dgm:spPr/>
      <dgm:t>
        <a:bodyPr/>
        <a:lstStyle/>
        <a:p>
          <a:endParaRPr lang="en-US"/>
        </a:p>
      </dgm:t>
    </dgm:pt>
    <dgm:pt modelId="{F79FDA0D-5883-4A96-B7B5-03ED511FAC78}">
      <dgm:prSet/>
      <dgm:spPr/>
      <dgm:t>
        <a:bodyPr/>
        <a:lstStyle/>
        <a:p>
          <a:r>
            <a:rPr lang="en-US"/>
            <a:t>Several steps in protocol- synchronization, data movement, completion.</a:t>
          </a:r>
        </a:p>
      </dgm:t>
    </dgm:pt>
    <dgm:pt modelId="{7158F4BE-EFBE-4C8B-A2F6-584FCEF375DE}" type="parTrans" cxnId="{116B3166-15FE-4879-B5AD-E0ACCECA3A1A}">
      <dgm:prSet/>
      <dgm:spPr/>
      <dgm:t>
        <a:bodyPr/>
        <a:lstStyle/>
        <a:p>
          <a:endParaRPr lang="en-US"/>
        </a:p>
      </dgm:t>
    </dgm:pt>
    <dgm:pt modelId="{E8C5558C-8110-4A2D-8A47-F9D7D614B853}" type="sibTrans" cxnId="{116B3166-15FE-4879-B5AD-E0ACCECA3A1A}">
      <dgm:prSet/>
      <dgm:spPr/>
      <dgm:t>
        <a:bodyPr/>
        <a:lstStyle/>
        <a:p>
          <a:endParaRPr lang="en-US"/>
        </a:p>
      </dgm:t>
    </dgm:pt>
    <dgm:pt modelId="{9074758A-A412-4E92-B87E-73E087F32B8B}">
      <dgm:prSet/>
      <dgm:spPr/>
      <dgm:t>
        <a:bodyPr/>
        <a:lstStyle/>
        <a:p>
          <a:r>
            <a:rPr lang="en-US"/>
            <a:t>Delays participating processes.</a:t>
          </a:r>
        </a:p>
      </dgm:t>
    </dgm:pt>
    <dgm:pt modelId="{89DEE922-76CF-4174-9CD8-38FE0DBBC518}" type="parTrans" cxnId="{8D459501-F04B-4366-8544-891C709F9358}">
      <dgm:prSet/>
      <dgm:spPr/>
      <dgm:t>
        <a:bodyPr/>
        <a:lstStyle/>
        <a:p>
          <a:endParaRPr lang="en-US"/>
        </a:p>
      </dgm:t>
    </dgm:pt>
    <dgm:pt modelId="{609C4B6D-8DA1-489A-B052-86CDB8ADC78D}" type="sibTrans" cxnId="{8D459501-F04B-4366-8544-891C709F9358}">
      <dgm:prSet/>
      <dgm:spPr/>
      <dgm:t>
        <a:bodyPr/>
        <a:lstStyle/>
        <a:p>
          <a:endParaRPr lang="en-US"/>
        </a:p>
      </dgm:t>
    </dgm:pt>
    <dgm:pt modelId="{FD3E79C0-877B-4AC3-A292-7F0ABB41450D}" type="pres">
      <dgm:prSet presAssocID="{E9E3A475-D5E5-43F1-9599-D19494ABAAC8}" presName="linear" presStyleCnt="0">
        <dgm:presLayoutVars>
          <dgm:animLvl val="lvl"/>
          <dgm:resizeHandles val="exact"/>
        </dgm:presLayoutVars>
      </dgm:prSet>
      <dgm:spPr/>
      <dgm:t>
        <a:bodyPr/>
        <a:lstStyle/>
        <a:p>
          <a:endParaRPr lang="en-US"/>
        </a:p>
      </dgm:t>
    </dgm:pt>
    <dgm:pt modelId="{D6EFEBFA-4331-4C7A-86C6-170343751B56}" type="pres">
      <dgm:prSet presAssocID="{A655B4D5-FE1C-4BFD-8783-0E1A0B7035E7}" presName="parentText" presStyleLbl="node1" presStyleIdx="0" presStyleCnt="4">
        <dgm:presLayoutVars>
          <dgm:chMax val="0"/>
          <dgm:bulletEnabled val="1"/>
        </dgm:presLayoutVars>
      </dgm:prSet>
      <dgm:spPr/>
      <dgm:t>
        <a:bodyPr/>
        <a:lstStyle/>
        <a:p>
          <a:endParaRPr lang="en-US"/>
        </a:p>
      </dgm:t>
    </dgm:pt>
    <dgm:pt modelId="{C45E1760-1751-4C1B-B6A9-97C12D8FDEFA}" type="pres">
      <dgm:prSet presAssocID="{A655B4D5-FE1C-4BFD-8783-0E1A0B7035E7}" presName="childText" presStyleLbl="revTx" presStyleIdx="0" presStyleCnt="2">
        <dgm:presLayoutVars>
          <dgm:bulletEnabled val="1"/>
        </dgm:presLayoutVars>
      </dgm:prSet>
      <dgm:spPr/>
      <dgm:t>
        <a:bodyPr/>
        <a:lstStyle/>
        <a:p>
          <a:endParaRPr lang="en-US"/>
        </a:p>
      </dgm:t>
    </dgm:pt>
    <dgm:pt modelId="{56BD0638-316D-4D9E-98CE-8FFE50A84E04}" type="pres">
      <dgm:prSet presAssocID="{ACA4C7B8-3166-4AC4-9AEE-85424135FE60}" presName="parentText" presStyleLbl="node1" presStyleIdx="1" presStyleCnt="4">
        <dgm:presLayoutVars>
          <dgm:chMax val="0"/>
          <dgm:bulletEnabled val="1"/>
        </dgm:presLayoutVars>
      </dgm:prSet>
      <dgm:spPr/>
      <dgm:t>
        <a:bodyPr/>
        <a:lstStyle/>
        <a:p>
          <a:endParaRPr lang="en-US"/>
        </a:p>
      </dgm:t>
    </dgm:pt>
    <dgm:pt modelId="{728D55A7-8F43-4468-85B8-F1186F463A4A}" type="pres">
      <dgm:prSet presAssocID="{8A1CC548-9C3D-4A28-939E-FBCEFD9B0847}" presName="spacer" presStyleCnt="0"/>
      <dgm:spPr/>
    </dgm:pt>
    <dgm:pt modelId="{C75C0C6E-1742-4E51-82BD-1B9E72EA1280}" type="pres">
      <dgm:prSet presAssocID="{BD3532FE-5829-4374-819E-BB8E60E46E29}" presName="parentText" presStyleLbl="node1" presStyleIdx="2" presStyleCnt="4">
        <dgm:presLayoutVars>
          <dgm:chMax val="0"/>
          <dgm:bulletEnabled val="1"/>
        </dgm:presLayoutVars>
      </dgm:prSet>
      <dgm:spPr/>
      <dgm:t>
        <a:bodyPr/>
        <a:lstStyle/>
        <a:p>
          <a:endParaRPr lang="en-US"/>
        </a:p>
      </dgm:t>
    </dgm:pt>
    <dgm:pt modelId="{449AEDCC-38F9-40FA-AB77-AA7DA6F9AD18}" type="pres">
      <dgm:prSet presAssocID="{FBDBC927-289F-45F2-9C30-7786F87BA725}" presName="spacer" presStyleCnt="0"/>
      <dgm:spPr/>
    </dgm:pt>
    <dgm:pt modelId="{DDF059D5-4F20-4527-93DD-982537F374F0}" type="pres">
      <dgm:prSet presAssocID="{A8DA498F-2431-4C43-8464-0E105C6934CD}" presName="parentText" presStyleLbl="node1" presStyleIdx="3" presStyleCnt="4">
        <dgm:presLayoutVars>
          <dgm:chMax val="0"/>
          <dgm:bulletEnabled val="1"/>
        </dgm:presLayoutVars>
      </dgm:prSet>
      <dgm:spPr/>
      <dgm:t>
        <a:bodyPr/>
        <a:lstStyle/>
        <a:p>
          <a:endParaRPr lang="en-US"/>
        </a:p>
      </dgm:t>
    </dgm:pt>
    <dgm:pt modelId="{A2D26297-D77C-4C6D-9BA8-68FB82258636}" type="pres">
      <dgm:prSet presAssocID="{A8DA498F-2431-4C43-8464-0E105C6934CD}" presName="childText" presStyleLbl="revTx" presStyleIdx="1" presStyleCnt="2">
        <dgm:presLayoutVars>
          <dgm:bulletEnabled val="1"/>
        </dgm:presLayoutVars>
      </dgm:prSet>
      <dgm:spPr/>
      <dgm:t>
        <a:bodyPr/>
        <a:lstStyle/>
        <a:p>
          <a:endParaRPr lang="en-US"/>
        </a:p>
      </dgm:t>
    </dgm:pt>
  </dgm:ptLst>
  <dgm:cxnLst>
    <dgm:cxn modelId="{C859B592-2F95-4A39-A17E-8F926DB4656C}" type="presOf" srcId="{A8DA498F-2431-4C43-8464-0E105C6934CD}" destId="{DDF059D5-4F20-4527-93DD-982537F374F0}" srcOrd="0" destOrd="0" presId="urn:microsoft.com/office/officeart/2005/8/layout/vList2"/>
    <dgm:cxn modelId="{9246AAC8-DB24-45FA-9458-3F71206349C1}" type="presOf" srcId="{BD3532FE-5829-4374-819E-BB8E60E46E29}" destId="{C75C0C6E-1742-4E51-82BD-1B9E72EA1280}" srcOrd="0" destOrd="0" presId="urn:microsoft.com/office/officeart/2005/8/layout/vList2"/>
    <dgm:cxn modelId="{B0CC17FF-CA3C-440D-95CD-803B0F7AB2D0}" type="presOf" srcId="{E9E3A475-D5E5-43F1-9599-D19494ABAAC8}" destId="{FD3E79C0-877B-4AC3-A292-7F0ABB41450D}" srcOrd="0" destOrd="0" presId="urn:microsoft.com/office/officeart/2005/8/layout/vList2"/>
    <dgm:cxn modelId="{9BC274E8-986D-4ED4-BE7B-1A881806F6FF}" srcId="{E9E3A475-D5E5-43F1-9599-D19494ABAAC8}" destId="{A8DA498F-2431-4C43-8464-0E105C6934CD}" srcOrd="3" destOrd="0" parTransId="{E1E6841F-80C5-44A5-BAEB-4C8CCEBC9954}" sibTransId="{DDB31B56-E770-4D5A-8249-6805F8FA2FFD}"/>
    <dgm:cxn modelId="{66EB5E75-2619-4953-8E59-125790040A85}" type="presOf" srcId="{A655B4D5-FE1C-4BFD-8783-0E1A0B7035E7}" destId="{D6EFEBFA-4331-4C7A-86C6-170343751B56}" srcOrd="0" destOrd="0" presId="urn:microsoft.com/office/officeart/2005/8/layout/vList2"/>
    <dgm:cxn modelId="{8D459501-F04B-4366-8544-891C709F9358}" srcId="{A8DA498F-2431-4C43-8464-0E105C6934CD}" destId="{9074758A-A412-4E92-B87E-73E087F32B8B}" srcOrd="2" destOrd="0" parTransId="{89DEE922-76CF-4174-9CD8-38FE0DBBC518}" sibTransId="{609C4B6D-8DA1-489A-B052-86CDB8ADC78D}"/>
    <dgm:cxn modelId="{F7FFBB0A-19CE-4911-8417-2A19F71554A2}" srcId="{E9E3A475-D5E5-43F1-9599-D19494ABAAC8}" destId="{ACA4C7B8-3166-4AC4-9AEE-85424135FE60}" srcOrd="1" destOrd="0" parTransId="{CE08D879-7EC3-4F88-8F5D-FB28DA04924C}" sibTransId="{8A1CC548-9C3D-4A28-939E-FBCEFD9B0847}"/>
    <dgm:cxn modelId="{6C350F88-3FFB-4A11-8C72-052E328E961B}" type="presOf" srcId="{F79FDA0D-5883-4A96-B7B5-03ED511FAC78}" destId="{A2D26297-D77C-4C6D-9BA8-68FB82258636}" srcOrd="0" destOrd="1" presId="urn:microsoft.com/office/officeart/2005/8/layout/vList2"/>
    <dgm:cxn modelId="{09FE6A8F-6272-41EF-B96D-8F05C09D0844}" type="presOf" srcId="{8FE9604F-06F5-4952-B92C-AC42DDD4E763}" destId="{A2D26297-D77C-4C6D-9BA8-68FB82258636}" srcOrd="0" destOrd="0" presId="urn:microsoft.com/office/officeart/2005/8/layout/vList2"/>
    <dgm:cxn modelId="{327D1F6D-4C4F-4165-B2D7-EBDC4ACC81E5}" srcId="{E9E3A475-D5E5-43F1-9599-D19494ABAAC8}" destId="{BD3532FE-5829-4374-819E-BB8E60E46E29}" srcOrd="2" destOrd="0" parTransId="{49D4CB0D-90B4-4CA3-ACCD-F55A1607A04B}" sibTransId="{FBDBC927-289F-45F2-9C30-7786F87BA725}"/>
    <dgm:cxn modelId="{A2AF1DF8-804A-45FE-97E7-20455C62F7ED}" type="presOf" srcId="{C57B1141-A75A-443D-97F4-EFDE363DE955}" destId="{C45E1760-1751-4C1B-B6A9-97C12D8FDEFA}" srcOrd="0" destOrd="0" presId="urn:microsoft.com/office/officeart/2005/8/layout/vList2"/>
    <dgm:cxn modelId="{36D4F02E-BB31-41AB-9723-E0BB53E587B4}" type="presOf" srcId="{ACA4C7B8-3166-4AC4-9AEE-85424135FE60}" destId="{56BD0638-316D-4D9E-98CE-8FFE50A84E04}" srcOrd="0" destOrd="0" presId="urn:microsoft.com/office/officeart/2005/8/layout/vList2"/>
    <dgm:cxn modelId="{1400DD19-97FE-421E-BE2A-A5FEC0441390}" srcId="{A655B4D5-FE1C-4BFD-8783-0E1A0B7035E7}" destId="{C57B1141-A75A-443D-97F4-EFDE363DE955}" srcOrd="0" destOrd="0" parTransId="{0C3566EE-EE2D-49BE-A9C1-52E9C6C4DDAF}" sibTransId="{CB148829-B141-4B7D-82EF-7DDB1064F441}"/>
    <dgm:cxn modelId="{8B274024-54DF-49C8-A61E-40AA99590FDC}" srcId="{E9E3A475-D5E5-43F1-9599-D19494ABAAC8}" destId="{A655B4D5-FE1C-4BFD-8783-0E1A0B7035E7}" srcOrd="0" destOrd="0" parTransId="{01CB6CC6-A855-4EF6-87B5-74CE5AD21A3A}" sibTransId="{60134084-8712-4309-8A0E-B2A346D29398}"/>
    <dgm:cxn modelId="{9807FB59-F512-4AEF-A100-452BE0599BDB}" type="presOf" srcId="{9074758A-A412-4E92-B87E-73E087F32B8B}" destId="{A2D26297-D77C-4C6D-9BA8-68FB82258636}" srcOrd="0" destOrd="2" presId="urn:microsoft.com/office/officeart/2005/8/layout/vList2"/>
    <dgm:cxn modelId="{28A792C1-9B61-4351-817B-0AD9D246BC9B}" srcId="{A8DA498F-2431-4C43-8464-0E105C6934CD}" destId="{8FE9604F-06F5-4952-B92C-AC42DDD4E763}" srcOrd="0" destOrd="0" parTransId="{2BCAEA04-1B4F-4DA0-8ED7-EB9C0C44AD7D}" sibTransId="{79C6762A-2CB4-448B-ABB7-0B1B3A6EC4C6}"/>
    <dgm:cxn modelId="{116B3166-15FE-4879-B5AD-E0ACCECA3A1A}" srcId="{A8DA498F-2431-4C43-8464-0E105C6934CD}" destId="{F79FDA0D-5883-4A96-B7B5-03ED511FAC78}" srcOrd="1" destOrd="0" parTransId="{7158F4BE-EFBE-4C8B-A2F6-584FCEF375DE}" sibTransId="{E8C5558C-8110-4A2D-8A47-F9D7D614B853}"/>
    <dgm:cxn modelId="{57D2F008-1CB3-49E7-A676-96795380A14C}" type="presParOf" srcId="{FD3E79C0-877B-4AC3-A292-7F0ABB41450D}" destId="{D6EFEBFA-4331-4C7A-86C6-170343751B56}" srcOrd="0" destOrd="0" presId="urn:microsoft.com/office/officeart/2005/8/layout/vList2"/>
    <dgm:cxn modelId="{1B4F9113-F1E1-42D0-91B3-1E7796261AB1}" type="presParOf" srcId="{FD3E79C0-877B-4AC3-A292-7F0ABB41450D}" destId="{C45E1760-1751-4C1B-B6A9-97C12D8FDEFA}" srcOrd="1" destOrd="0" presId="urn:microsoft.com/office/officeart/2005/8/layout/vList2"/>
    <dgm:cxn modelId="{C70C57AB-B343-404F-B978-CB912F72CE98}" type="presParOf" srcId="{FD3E79C0-877B-4AC3-A292-7F0ABB41450D}" destId="{56BD0638-316D-4D9E-98CE-8FFE50A84E04}" srcOrd="2" destOrd="0" presId="urn:microsoft.com/office/officeart/2005/8/layout/vList2"/>
    <dgm:cxn modelId="{499E31DE-89F9-4C31-8F27-8B172F6C1ED5}" type="presParOf" srcId="{FD3E79C0-877B-4AC3-A292-7F0ABB41450D}" destId="{728D55A7-8F43-4468-85B8-F1186F463A4A}" srcOrd="3" destOrd="0" presId="urn:microsoft.com/office/officeart/2005/8/layout/vList2"/>
    <dgm:cxn modelId="{69DC9473-E70F-40C4-B4C4-BF4221394004}" type="presParOf" srcId="{FD3E79C0-877B-4AC3-A292-7F0ABB41450D}" destId="{C75C0C6E-1742-4E51-82BD-1B9E72EA1280}" srcOrd="4" destOrd="0" presId="urn:microsoft.com/office/officeart/2005/8/layout/vList2"/>
    <dgm:cxn modelId="{43492B0A-5256-4094-8B63-A4FBE208FB50}" type="presParOf" srcId="{FD3E79C0-877B-4AC3-A292-7F0ABB41450D}" destId="{449AEDCC-38F9-40FA-AB77-AA7DA6F9AD18}" srcOrd="5" destOrd="0" presId="urn:microsoft.com/office/officeart/2005/8/layout/vList2"/>
    <dgm:cxn modelId="{E07D195D-2964-4561-9490-484563BE5E28}" type="presParOf" srcId="{FD3E79C0-877B-4AC3-A292-7F0ABB41450D}" destId="{DDF059D5-4F20-4527-93DD-982537F374F0}" srcOrd="6" destOrd="0" presId="urn:microsoft.com/office/officeart/2005/8/layout/vList2"/>
    <dgm:cxn modelId="{001F4972-E4EA-4E8A-8DDC-9CB28089A62C}" type="presParOf" srcId="{FD3E79C0-877B-4AC3-A292-7F0ABB41450D}" destId="{A2D26297-D77C-4C6D-9BA8-68FB82258636}" srcOrd="7"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EE2B6BB-F2D2-4533-A6E9-E8C05311B66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PK"/>
        </a:p>
      </dgm:t>
    </dgm:pt>
    <dgm:pt modelId="{BF048533-7A4F-4C36-94AA-9E6A98C0CA84}">
      <dgm:prSet custT="1"/>
      <dgm:spPr/>
      <dgm:t>
        <a:bodyPr/>
        <a:lstStyle/>
        <a:p>
          <a:r>
            <a:rPr lang="en-US" sz="3200" b="1" i="0" baseline="0" dirty="0">
              <a:latin typeface="Arial" panose="020B0604020202020204" pitchFamily="34" charset="0"/>
              <a:cs typeface="Arial" panose="020B0604020202020204" pitchFamily="34" charset="0"/>
            </a:rPr>
            <a:t>Asynchronous Communication: </a:t>
          </a:r>
          <a:r>
            <a:rPr lang="en-US" sz="3200" b="0" i="0" baseline="0" dirty="0">
              <a:latin typeface="Arial" panose="020B0604020202020204" pitchFamily="34" charset="0"/>
              <a:cs typeface="Arial" panose="020B0604020202020204" pitchFamily="34" charset="0"/>
            </a:rPr>
            <a:t>An asynchronous communication completes before the message is received. It has three modes:</a:t>
          </a:r>
          <a:endParaRPr lang="en-PK" sz="3200" dirty="0">
            <a:latin typeface="Arial" panose="020B0604020202020204" pitchFamily="34" charset="0"/>
            <a:cs typeface="Arial" panose="020B0604020202020204" pitchFamily="34" charset="0"/>
          </a:endParaRPr>
        </a:p>
      </dgm:t>
    </dgm:pt>
    <dgm:pt modelId="{1C6DBCE2-3F1D-4D8F-A4E6-1EC0E2F5ABC8}" type="parTrans" cxnId="{57CADBD3-D85E-4079-9139-A0C0AEC40866}">
      <dgm:prSet/>
      <dgm:spPr/>
      <dgm:t>
        <a:bodyPr/>
        <a:lstStyle/>
        <a:p>
          <a:endParaRPr lang="en-PK"/>
        </a:p>
      </dgm:t>
    </dgm:pt>
    <dgm:pt modelId="{077CCC7E-AA99-4621-BBB4-7CA72F0CD1F6}" type="sibTrans" cxnId="{57CADBD3-D85E-4079-9139-A0C0AEC40866}">
      <dgm:prSet/>
      <dgm:spPr/>
      <dgm:t>
        <a:bodyPr/>
        <a:lstStyle/>
        <a:p>
          <a:endParaRPr lang="en-PK"/>
        </a:p>
      </dgm:t>
    </dgm:pt>
    <dgm:pt modelId="{67BB4971-8FC5-4FD3-9549-86F92D5F2642}">
      <dgm:prSet custT="1"/>
      <dgm:spPr/>
      <dgm:t>
        <a:bodyPr/>
        <a:lstStyle/>
        <a:p>
          <a:r>
            <a:rPr lang="en-US" sz="2400" b="0" i="0" baseline="0" dirty="0">
              <a:latin typeface="Arial" panose="020B0604020202020204" pitchFamily="34" charset="0"/>
              <a:cs typeface="Arial" panose="020B0604020202020204" pitchFamily="34" charset="0"/>
            </a:rPr>
            <a:t>Standard send: completes once the message has been sent, which may or may not imply that the message has arrived at its destination.</a:t>
          </a:r>
          <a:endParaRPr lang="en-PK" sz="2400" dirty="0">
            <a:latin typeface="Arial" panose="020B0604020202020204" pitchFamily="34" charset="0"/>
            <a:cs typeface="Arial" panose="020B0604020202020204" pitchFamily="34" charset="0"/>
          </a:endParaRPr>
        </a:p>
      </dgm:t>
    </dgm:pt>
    <dgm:pt modelId="{0DD01DF7-A54E-4F6B-B1CD-BF754C9A104F}" type="parTrans" cxnId="{13B117E5-4C2D-4228-B9E4-1FB45B3DB872}">
      <dgm:prSet/>
      <dgm:spPr/>
      <dgm:t>
        <a:bodyPr/>
        <a:lstStyle/>
        <a:p>
          <a:endParaRPr lang="en-PK"/>
        </a:p>
      </dgm:t>
    </dgm:pt>
    <dgm:pt modelId="{E51F323B-B33C-4B00-A6B3-42BCD3AE219D}" type="sibTrans" cxnId="{13B117E5-4C2D-4228-B9E4-1FB45B3DB872}">
      <dgm:prSet/>
      <dgm:spPr/>
      <dgm:t>
        <a:bodyPr/>
        <a:lstStyle/>
        <a:p>
          <a:endParaRPr lang="en-PK"/>
        </a:p>
      </dgm:t>
    </dgm:pt>
    <dgm:pt modelId="{7B157A6B-679A-4F2A-8FCD-6A9BA1BD5699}">
      <dgm:prSet custT="1"/>
      <dgm:spPr/>
      <dgm:t>
        <a:bodyPr/>
        <a:lstStyle/>
        <a:p>
          <a:r>
            <a:rPr lang="en-US" sz="2400" b="0" i="0" baseline="0" dirty="0">
              <a:latin typeface="Arial" panose="020B0604020202020204" pitchFamily="34" charset="0"/>
              <a:cs typeface="Arial" panose="020B0604020202020204" pitchFamily="34" charset="0"/>
            </a:rPr>
            <a:t>Buffered send: completes immediately, if receiver not ready, MPI buffers the message locally.</a:t>
          </a:r>
          <a:endParaRPr lang="en-PK" sz="2400" dirty="0">
            <a:latin typeface="Arial" panose="020B0604020202020204" pitchFamily="34" charset="0"/>
            <a:cs typeface="Arial" panose="020B0604020202020204" pitchFamily="34" charset="0"/>
          </a:endParaRPr>
        </a:p>
      </dgm:t>
    </dgm:pt>
    <dgm:pt modelId="{61C7CEAE-0D98-458C-B9AF-203C1D25CB8B}" type="parTrans" cxnId="{9D939B86-B893-4242-93CF-3CD936959C9A}">
      <dgm:prSet/>
      <dgm:spPr/>
      <dgm:t>
        <a:bodyPr/>
        <a:lstStyle/>
        <a:p>
          <a:endParaRPr lang="en-PK"/>
        </a:p>
      </dgm:t>
    </dgm:pt>
    <dgm:pt modelId="{7DF9D700-01ED-4DFA-B177-0A7EC97DC767}" type="sibTrans" cxnId="{9D939B86-B893-4242-93CF-3CD936959C9A}">
      <dgm:prSet/>
      <dgm:spPr/>
      <dgm:t>
        <a:bodyPr/>
        <a:lstStyle/>
        <a:p>
          <a:endParaRPr lang="en-PK"/>
        </a:p>
      </dgm:t>
    </dgm:pt>
    <dgm:pt modelId="{022F4184-6A49-453A-9027-B8626376BBA3}">
      <dgm:prSet custT="1"/>
      <dgm:spPr/>
      <dgm:t>
        <a:bodyPr/>
        <a:lstStyle/>
        <a:p>
          <a:r>
            <a:rPr lang="en-US" sz="2400" b="0" i="0" baseline="0" dirty="0">
              <a:latin typeface="Arial" panose="020B0604020202020204" pitchFamily="34" charset="0"/>
              <a:cs typeface="Arial" panose="020B0604020202020204" pitchFamily="34" charset="0"/>
            </a:rPr>
            <a:t>Ready send: completes immediately, if the receiver is ready for the message it will get it, otherwise the message is dropped silently. </a:t>
          </a:r>
          <a:endParaRPr lang="en-PK" sz="2400" dirty="0">
            <a:latin typeface="Arial" panose="020B0604020202020204" pitchFamily="34" charset="0"/>
            <a:cs typeface="Arial" panose="020B0604020202020204" pitchFamily="34" charset="0"/>
          </a:endParaRPr>
        </a:p>
      </dgm:t>
    </dgm:pt>
    <dgm:pt modelId="{0AB0BC05-381C-4F83-8364-D82FCA682B82}" type="parTrans" cxnId="{8CDE5CE9-4563-4AE5-9675-997DBF0862E0}">
      <dgm:prSet/>
      <dgm:spPr/>
      <dgm:t>
        <a:bodyPr/>
        <a:lstStyle/>
        <a:p>
          <a:endParaRPr lang="en-PK"/>
        </a:p>
      </dgm:t>
    </dgm:pt>
    <dgm:pt modelId="{36A6448B-BB06-4518-A2C4-4CF22F66FC3A}" type="sibTrans" cxnId="{8CDE5CE9-4563-4AE5-9675-997DBF0862E0}">
      <dgm:prSet/>
      <dgm:spPr/>
      <dgm:t>
        <a:bodyPr/>
        <a:lstStyle/>
        <a:p>
          <a:endParaRPr lang="en-PK"/>
        </a:p>
      </dgm:t>
    </dgm:pt>
    <dgm:pt modelId="{9C3E22A3-A538-46CF-B2D8-75C188C90566}">
      <dgm:prSet custT="1"/>
      <dgm:spPr/>
      <dgm:t>
        <a:bodyPr/>
        <a:lstStyle/>
        <a:p>
          <a:endParaRPr lang="en-PK" sz="2400" dirty="0">
            <a:latin typeface="Arial" panose="020B0604020202020204" pitchFamily="34" charset="0"/>
            <a:cs typeface="Arial" panose="020B0604020202020204" pitchFamily="34" charset="0"/>
          </a:endParaRPr>
        </a:p>
      </dgm:t>
    </dgm:pt>
    <dgm:pt modelId="{D8F62217-CB76-4219-8D65-76E18B9E4CC2}" type="parTrans" cxnId="{F658B51E-ACA4-42D8-9D71-305E50EAE5BB}">
      <dgm:prSet/>
      <dgm:spPr/>
      <dgm:t>
        <a:bodyPr/>
        <a:lstStyle/>
        <a:p>
          <a:endParaRPr lang="en-PK"/>
        </a:p>
      </dgm:t>
    </dgm:pt>
    <dgm:pt modelId="{4A0B008D-CC41-46F4-AD32-4357C186A784}" type="sibTrans" cxnId="{F658B51E-ACA4-42D8-9D71-305E50EAE5BB}">
      <dgm:prSet/>
      <dgm:spPr/>
      <dgm:t>
        <a:bodyPr/>
        <a:lstStyle/>
        <a:p>
          <a:endParaRPr lang="en-PK"/>
        </a:p>
      </dgm:t>
    </dgm:pt>
    <dgm:pt modelId="{7355EE23-DFE6-4E1F-8D4C-F1ECF1A74741}" type="pres">
      <dgm:prSet presAssocID="{2EE2B6BB-F2D2-4533-A6E9-E8C05311B662}" presName="linear" presStyleCnt="0">
        <dgm:presLayoutVars>
          <dgm:animLvl val="lvl"/>
          <dgm:resizeHandles val="exact"/>
        </dgm:presLayoutVars>
      </dgm:prSet>
      <dgm:spPr/>
      <dgm:t>
        <a:bodyPr/>
        <a:lstStyle/>
        <a:p>
          <a:endParaRPr lang="en-US"/>
        </a:p>
      </dgm:t>
    </dgm:pt>
    <dgm:pt modelId="{F5F5D990-FB17-4F9C-B6DC-461FCCCE50C2}" type="pres">
      <dgm:prSet presAssocID="{BF048533-7A4F-4C36-94AA-9E6A98C0CA84}" presName="parentText" presStyleLbl="node1" presStyleIdx="0" presStyleCnt="1" custScaleY="131562">
        <dgm:presLayoutVars>
          <dgm:chMax val="0"/>
          <dgm:bulletEnabled val="1"/>
        </dgm:presLayoutVars>
      </dgm:prSet>
      <dgm:spPr/>
      <dgm:t>
        <a:bodyPr/>
        <a:lstStyle/>
        <a:p>
          <a:endParaRPr lang="en-US"/>
        </a:p>
      </dgm:t>
    </dgm:pt>
    <dgm:pt modelId="{2CA90FE7-0D1E-4D91-8C53-286A69C72465}" type="pres">
      <dgm:prSet presAssocID="{BF048533-7A4F-4C36-94AA-9E6A98C0CA84}" presName="childText" presStyleLbl="revTx" presStyleIdx="0" presStyleCnt="1">
        <dgm:presLayoutVars>
          <dgm:bulletEnabled val="1"/>
        </dgm:presLayoutVars>
      </dgm:prSet>
      <dgm:spPr/>
      <dgm:t>
        <a:bodyPr/>
        <a:lstStyle/>
        <a:p>
          <a:endParaRPr lang="en-US"/>
        </a:p>
      </dgm:t>
    </dgm:pt>
  </dgm:ptLst>
  <dgm:cxnLst>
    <dgm:cxn modelId="{8CDE5CE9-4563-4AE5-9675-997DBF0862E0}" srcId="{BF048533-7A4F-4C36-94AA-9E6A98C0CA84}" destId="{022F4184-6A49-453A-9027-B8626376BBA3}" srcOrd="3" destOrd="0" parTransId="{0AB0BC05-381C-4F83-8364-D82FCA682B82}" sibTransId="{36A6448B-BB06-4518-A2C4-4CF22F66FC3A}"/>
    <dgm:cxn modelId="{676BD632-A602-4CB2-B9D2-60789BBB8608}" type="presOf" srcId="{BF048533-7A4F-4C36-94AA-9E6A98C0CA84}" destId="{F5F5D990-FB17-4F9C-B6DC-461FCCCE50C2}" srcOrd="0" destOrd="0" presId="urn:microsoft.com/office/officeart/2005/8/layout/vList2"/>
    <dgm:cxn modelId="{F658B51E-ACA4-42D8-9D71-305E50EAE5BB}" srcId="{BF048533-7A4F-4C36-94AA-9E6A98C0CA84}" destId="{9C3E22A3-A538-46CF-B2D8-75C188C90566}" srcOrd="0" destOrd="0" parTransId="{D8F62217-CB76-4219-8D65-76E18B9E4CC2}" sibTransId="{4A0B008D-CC41-46F4-AD32-4357C186A784}"/>
    <dgm:cxn modelId="{BB76F198-74AB-4CDE-B849-A045F5A94552}" type="presOf" srcId="{2EE2B6BB-F2D2-4533-A6E9-E8C05311B662}" destId="{7355EE23-DFE6-4E1F-8D4C-F1ECF1A74741}" srcOrd="0" destOrd="0" presId="urn:microsoft.com/office/officeart/2005/8/layout/vList2"/>
    <dgm:cxn modelId="{6CA82E59-9FE1-484E-8019-C7019F8E2410}" type="presOf" srcId="{7B157A6B-679A-4F2A-8FCD-6A9BA1BD5699}" destId="{2CA90FE7-0D1E-4D91-8C53-286A69C72465}" srcOrd="0" destOrd="2" presId="urn:microsoft.com/office/officeart/2005/8/layout/vList2"/>
    <dgm:cxn modelId="{13B117E5-4C2D-4228-B9E4-1FB45B3DB872}" srcId="{BF048533-7A4F-4C36-94AA-9E6A98C0CA84}" destId="{67BB4971-8FC5-4FD3-9549-86F92D5F2642}" srcOrd="1" destOrd="0" parTransId="{0DD01DF7-A54E-4F6B-B1CD-BF754C9A104F}" sibTransId="{E51F323B-B33C-4B00-A6B3-42BCD3AE219D}"/>
    <dgm:cxn modelId="{C9CE6518-B1E6-40AC-ACD6-8EDDA144641F}" type="presOf" srcId="{9C3E22A3-A538-46CF-B2D8-75C188C90566}" destId="{2CA90FE7-0D1E-4D91-8C53-286A69C72465}" srcOrd="0" destOrd="0" presId="urn:microsoft.com/office/officeart/2005/8/layout/vList2"/>
    <dgm:cxn modelId="{F19EE3F3-14B2-4E8B-9883-AD0C7C6344E2}" type="presOf" srcId="{022F4184-6A49-453A-9027-B8626376BBA3}" destId="{2CA90FE7-0D1E-4D91-8C53-286A69C72465}" srcOrd="0" destOrd="3" presId="urn:microsoft.com/office/officeart/2005/8/layout/vList2"/>
    <dgm:cxn modelId="{57CADBD3-D85E-4079-9139-A0C0AEC40866}" srcId="{2EE2B6BB-F2D2-4533-A6E9-E8C05311B662}" destId="{BF048533-7A4F-4C36-94AA-9E6A98C0CA84}" srcOrd="0" destOrd="0" parTransId="{1C6DBCE2-3F1D-4D8F-A4E6-1EC0E2F5ABC8}" sibTransId="{077CCC7E-AA99-4621-BBB4-7CA72F0CD1F6}"/>
    <dgm:cxn modelId="{5E02D51E-9170-4327-A3F4-8027F32BC98E}" type="presOf" srcId="{67BB4971-8FC5-4FD3-9549-86F92D5F2642}" destId="{2CA90FE7-0D1E-4D91-8C53-286A69C72465}" srcOrd="0" destOrd="1" presId="urn:microsoft.com/office/officeart/2005/8/layout/vList2"/>
    <dgm:cxn modelId="{9D939B86-B893-4242-93CF-3CD936959C9A}" srcId="{BF048533-7A4F-4C36-94AA-9E6A98C0CA84}" destId="{7B157A6B-679A-4F2A-8FCD-6A9BA1BD5699}" srcOrd="2" destOrd="0" parTransId="{61C7CEAE-0D98-458C-B9AF-203C1D25CB8B}" sibTransId="{7DF9D700-01ED-4DFA-B177-0A7EC97DC767}"/>
    <dgm:cxn modelId="{DF0A415F-6E5E-4193-9953-37521B873E7C}" type="presParOf" srcId="{7355EE23-DFE6-4E1F-8D4C-F1ECF1A74741}" destId="{F5F5D990-FB17-4F9C-B6DC-461FCCCE50C2}" srcOrd="0" destOrd="0" presId="urn:microsoft.com/office/officeart/2005/8/layout/vList2"/>
    <dgm:cxn modelId="{0E1A88DD-7B66-485B-B59A-0AF3BEB9D7BA}" type="presParOf" srcId="{7355EE23-DFE6-4E1F-8D4C-F1ECF1A74741}" destId="{2CA90FE7-0D1E-4D91-8C53-286A69C72465}"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B9A3A19-3992-47DB-8DCD-DD5C3838893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32AAEDB-3197-4542-8E16-FCCD65D36660}">
      <dgm:prSet/>
      <dgm:spPr/>
      <dgm:t>
        <a:bodyPr/>
        <a:lstStyle/>
        <a:p>
          <a:r>
            <a:rPr lang="en-US"/>
            <a:t>Buffered communication </a:t>
          </a:r>
        </a:p>
      </dgm:t>
    </dgm:pt>
    <dgm:pt modelId="{D5A4021B-BF2E-4D71-8460-623A928710AA}" type="parTrans" cxnId="{124E003A-58EA-44BF-8D08-AFC24C3829EF}">
      <dgm:prSet/>
      <dgm:spPr/>
      <dgm:t>
        <a:bodyPr/>
        <a:lstStyle/>
        <a:p>
          <a:endParaRPr lang="en-US"/>
        </a:p>
      </dgm:t>
    </dgm:pt>
    <dgm:pt modelId="{1D657E11-6DBE-4897-8852-7A10D7CA19DC}" type="sibTrans" cxnId="{124E003A-58EA-44BF-8D08-AFC24C3829EF}">
      <dgm:prSet/>
      <dgm:spPr/>
      <dgm:t>
        <a:bodyPr/>
        <a:lstStyle/>
        <a:p>
          <a:endParaRPr lang="en-US"/>
        </a:p>
      </dgm:t>
    </dgm:pt>
    <dgm:pt modelId="{21107893-C97F-46FD-8A26-1E5361670836}">
      <dgm:prSet/>
      <dgm:spPr/>
      <dgm:t>
        <a:bodyPr/>
        <a:lstStyle/>
        <a:p>
          <a:r>
            <a:rPr lang="en-US"/>
            <a:t>May increase concurrency (e.g. producer/consumer).</a:t>
          </a:r>
        </a:p>
      </dgm:t>
    </dgm:pt>
    <dgm:pt modelId="{C8F82A00-0BF3-46B9-A6D9-70F3BBCBC0C0}" type="parTrans" cxnId="{A5D8ACBA-EB7B-40BC-8931-DFC017AF5445}">
      <dgm:prSet/>
      <dgm:spPr/>
      <dgm:t>
        <a:bodyPr/>
        <a:lstStyle/>
        <a:p>
          <a:endParaRPr lang="en-US"/>
        </a:p>
      </dgm:t>
    </dgm:pt>
    <dgm:pt modelId="{5422F9FA-9F6F-4207-B98C-31BCC7055CE2}" type="sibTrans" cxnId="{A5D8ACBA-EB7B-40BC-8931-DFC017AF5445}">
      <dgm:prSet/>
      <dgm:spPr/>
      <dgm:t>
        <a:bodyPr/>
        <a:lstStyle/>
        <a:p>
          <a:endParaRPr lang="en-US"/>
        </a:p>
      </dgm:t>
    </dgm:pt>
    <dgm:pt modelId="{3DBCA6EB-8FA5-4701-832C-FF24346DB1BE}">
      <dgm:prSet/>
      <dgm:spPr/>
      <dgm:t>
        <a:bodyPr/>
        <a:lstStyle/>
        <a:p>
          <a:r>
            <a:rPr lang="en-US"/>
            <a:t>May increase transit time. </a:t>
          </a:r>
        </a:p>
      </dgm:t>
    </dgm:pt>
    <dgm:pt modelId="{62F34E3A-2D74-4D52-B049-3639BF4A532C}" type="parTrans" cxnId="{2A329778-D008-4E3E-AF28-92D5D01E0FF6}">
      <dgm:prSet/>
      <dgm:spPr/>
      <dgm:t>
        <a:bodyPr/>
        <a:lstStyle/>
        <a:p>
          <a:endParaRPr lang="en-US"/>
        </a:p>
      </dgm:t>
    </dgm:pt>
    <dgm:pt modelId="{DCCFF1B4-CC2D-43D7-9D85-DDE1B9CF28A4}" type="sibTrans" cxnId="{2A329778-D008-4E3E-AF28-92D5D01E0FF6}">
      <dgm:prSet/>
      <dgm:spPr/>
      <dgm:t>
        <a:bodyPr/>
        <a:lstStyle/>
        <a:p>
          <a:endParaRPr lang="en-US"/>
        </a:p>
      </dgm:t>
    </dgm:pt>
    <dgm:pt modelId="{022392EB-824D-4B9B-AF05-5748CA7E4279}">
      <dgm:prSet/>
      <dgm:spPr/>
      <dgm:t>
        <a:bodyPr/>
        <a:lstStyle/>
        <a:p>
          <a:r>
            <a:rPr lang="en-US"/>
            <a:t>Send operation </a:t>
          </a:r>
        </a:p>
      </dgm:t>
    </dgm:pt>
    <dgm:pt modelId="{BACC199A-7DA0-480D-9E5F-5A51FB8F64D8}" type="parTrans" cxnId="{C6CC21E8-15AF-4E6F-90A4-7C4BE5939FFE}">
      <dgm:prSet/>
      <dgm:spPr/>
      <dgm:t>
        <a:bodyPr/>
        <a:lstStyle/>
        <a:p>
          <a:endParaRPr lang="en-US"/>
        </a:p>
      </dgm:t>
    </dgm:pt>
    <dgm:pt modelId="{12003BFD-D5BF-4E6E-89DA-A10D7E2ED3C5}" type="sibTrans" cxnId="{C6CC21E8-15AF-4E6F-90A4-7C4BE5939FFE}">
      <dgm:prSet/>
      <dgm:spPr/>
      <dgm:t>
        <a:bodyPr/>
        <a:lstStyle/>
        <a:p>
          <a:endParaRPr lang="en-US"/>
        </a:p>
      </dgm:t>
    </dgm:pt>
    <dgm:pt modelId="{C21F4E5B-D458-4EBF-882F-50E356CE802D}">
      <dgm:prSet/>
      <dgm:spPr/>
      <dgm:t>
        <a:bodyPr/>
        <a:lstStyle/>
        <a:p>
          <a:r>
            <a:rPr lang="en-US"/>
            <a:t>Send operation completes when message is completely copied to buffer. </a:t>
          </a:r>
        </a:p>
      </dgm:t>
    </dgm:pt>
    <dgm:pt modelId="{4B52BCCA-02B3-4138-8A66-8619C4D5C5D1}" type="parTrans" cxnId="{DD59132E-B163-46A9-8F26-D4AF4A86AC23}">
      <dgm:prSet/>
      <dgm:spPr/>
      <dgm:t>
        <a:bodyPr/>
        <a:lstStyle/>
        <a:p>
          <a:endParaRPr lang="en-US"/>
        </a:p>
      </dgm:t>
    </dgm:pt>
    <dgm:pt modelId="{E9DDF9BE-DE3A-4479-9A06-FD3A6057043A}" type="sibTrans" cxnId="{DD59132E-B163-46A9-8F26-D4AF4A86AC23}">
      <dgm:prSet/>
      <dgm:spPr/>
      <dgm:t>
        <a:bodyPr/>
        <a:lstStyle/>
        <a:p>
          <a:endParaRPr lang="en-US"/>
        </a:p>
      </dgm:t>
    </dgm:pt>
    <dgm:pt modelId="{1D408C23-153B-42B1-A03E-002748CDA26F}">
      <dgm:prSet/>
      <dgm:spPr/>
      <dgm:t>
        <a:bodyPr/>
        <a:lstStyle/>
        <a:p>
          <a:r>
            <a:rPr lang="en-US"/>
            <a:t>Generally non-blocking but will block if buffer is full. </a:t>
          </a:r>
        </a:p>
      </dgm:t>
    </dgm:pt>
    <dgm:pt modelId="{B3C45502-6E78-4C9B-90DA-8E08744B6CBE}" type="parTrans" cxnId="{37FBD7C8-5D33-42AD-87CE-AEEAAE2B3EDC}">
      <dgm:prSet/>
      <dgm:spPr/>
      <dgm:t>
        <a:bodyPr/>
        <a:lstStyle/>
        <a:p>
          <a:endParaRPr lang="en-US"/>
        </a:p>
      </dgm:t>
    </dgm:pt>
    <dgm:pt modelId="{1DA88A0C-5DBC-482C-B00C-C5DF751EB104}" type="sibTrans" cxnId="{37FBD7C8-5D33-42AD-87CE-AEEAAE2B3EDC}">
      <dgm:prSet/>
      <dgm:spPr/>
      <dgm:t>
        <a:bodyPr/>
        <a:lstStyle/>
        <a:p>
          <a:endParaRPr lang="en-US"/>
        </a:p>
      </dgm:t>
    </dgm:pt>
    <dgm:pt modelId="{6F73C482-AA74-4813-8680-35B4A5E21F3C}">
      <dgm:prSet/>
      <dgm:spPr/>
      <dgm:t>
        <a:bodyPr/>
        <a:lstStyle/>
        <a:p>
          <a:r>
            <a:rPr lang="en-US"/>
            <a:t>Receive operation – two flavors </a:t>
          </a:r>
        </a:p>
      </dgm:t>
    </dgm:pt>
    <dgm:pt modelId="{F3D09876-AEE8-4A9B-9942-7B69E1037C92}" type="parTrans" cxnId="{9FC6CC27-F0EC-462F-9427-7850F1121496}">
      <dgm:prSet/>
      <dgm:spPr/>
      <dgm:t>
        <a:bodyPr/>
        <a:lstStyle/>
        <a:p>
          <a:endParaRPr lang="en-US"/>
        </a:p>
      </dgm:t>
    </dgm:pt>
    <dgm:pt modelId="{B2080111-648D-4E01-8FE2-BCFACD07E377}" type="sibTrans" cxnId="{9FC6CC27-F0EC-462F-9427-7850F1121496}">
      <dgm:prSet/>
      <dgm:spPr/>
      <dgm:t>
        <a:bodyPr/>
        <a:lstStyle/>
        <a:p>
          <a:endParaRPr lang="en-US"/>
        </a:p>
      </dgm:t>
    </dgm:pt>
    <dgm:pt modelId="{8E7E2930-A395-4D15-84AE-4B32E0DA7E58}">
      <dgm:prSet/>
      <dgm:spPr/>
      <dgm:t>
        <a:bodyPr/>
        <a:lstStyle/>
        <a:p>
          <a:r>
            <a:rPr lang="en-US"/>
            <a:t>BLOCKING </a:t>
          </a:r>
        </a:p>
      </dgm:t>
    </dgm:pt>
    <dgm:pt modelId="{AFE20ADD-8F7D-47E3-9C7B-5C4887BEC70D}" type="parTrans" cxnId="{FCE51ACF-EA3D-42B7-8A63-8B3539EAB04F}">
      <dgm:prSet/>
      <dgm:spPr/>
      <dgm:t>
        <a:bodyPr/>
        <a:lstStyle/>
        <a:p>
          <a:endParaRPr lang="en-US"/>
        </a:p>
      </dgm:t>
    </dgm:pt>
    <dgm:pt modelId="{274FED16-7A4F-4237-8DF9-CF54407D7544}" type="sibTrans" cxnId="{FCE51ACF-EA3D-42B7-8A63-8B3539EAB04F}">
      <dgm:prSet/>
      <dgm:spPr/>
      <dgm:t>
        <a:bodyPr/>
        <a:lstStyle/>
        <a:p>
          <a:endParaRPr lang="en-US"/>
        </a:p>
      </dgm:t>
    </dgm:pt>
    <dgm:pt modelId="{344AE139-20F7-4DC9-848C-BCF1C3EB0F13}">
      <dgm:prSet/>
      <dgm:spPr/>
      <dgm:t>
        <a:bodyPr/>
        <a:lstStyle/>
        <a:p>
          <a:r>
            <a:rPr lang="en-US"/>
            <a:t>Receive operation completes when message has been delivered. </a:t>
          </a:r>
        </a:p>
      </dgm:t>
    </dgm:pt>
    <dgm:pt modelId="{DFFF6207-FB3A-4F1B-A903-FBEC97895B6A}" type="parTrans" cxnId="{19B5F418-A694-4310-8D72-12C37AF44F5B}">
      <dgm:prSet/>
      <dgm:spPr/>
      <dgm:t>
        <a:bodyPr/>
        <a:lstStyle/>
        <a:p>
          <a:endParaRPr lang="en-US"/>
        </a:p>
      </dgm:t>
    </dgm:pt>
    <dgm:pt modelId="{1355BFDA-8A1B-41D2-95E4-1880E2543531}" type="sibTrans" cxnId="{19B5F418-A694-4310-8D72-12C37AF44F5B}">
      <dgm:prSet/>
      <dgm:spPr/>
      <dgm:t>
        <a:bodyPr/>
        <a:lstStyle/>
        <a:p>
          <a:endParaRPr lang="en-US"/>
        </a:p>
      </dgm:t>
    </dgm:pt>
    <dgm:pt modelId="{1635E8D7-DB50-4F7C-A5A6-8A21720EF7F1}">
      <dgm:prSet/>
      <dgm:spPr/>
      <dgm:t>
        <a:bodyPr/>
        <a:lstStyle/>
        <a:p>
          <a:r>
            <a:rPr lang="en-US"/>
            <a:t>NON-BLOCKING </a:t>
          </a:r>
        </a:p>
      </dgm:t>
    </dgm:pt>
    <dgm:pt modelId="{AE472748-D0EE-4FB7-B4AC-89369DFC5377}" type="parTrans" cxnId="{CEE85BFA-FA0F-452D-A1CE-6EB92204B0B3}">
      <dgm:prSet/>
      <dgm:spPr/>
      <dgm:t>
        <a:bodyPr/>
        <a:lstStyle/>
        <a:p>
          <a:endParaRPr lang="en-US"/>
        </a:p>
      </dgm:t>
    </dgm:pt>
    <dgm:pt modelId="{1A8EC9B9-750E-47EA-945D-5DBE7FD24F5A}" type="sibTrans" cxnId="{CEE85BFA-FA0F-452D-A1CE-6EB92204B0B3}">
      <dgm:prSet/>
      <dgm:spPr/>
      <dgm:t>
        <a:bodyPr/>
        <a:lstStyle/>
        <a:p>
          <a:endParaRPr lang="en-US"/>
        </a:p>
      </dgm:t>
    </dgm:pt>
    <dgm:pt modelId="{855F5594-9046-43DB-9360-4B0089C4E4B7}">
      <dgm:prSet/>
      <dgm:spPr/>
      <dgm:t>
        <a:bodyPr/>
        <a:lstStyle/>
        <a:p>
          <a:r>
            <a:rPr lang="en-US"/>
            <a:t>Receive operation provides location for message. </a:t>
          </a:r>
        </a:p>
      </dgm:t>
    </dgm:pt>
    <dgm:pt modelId="{266636C0-56CC-4EC6-88A1-65396EE285F7}" type="parTrans" cxnId="{4D381702-A6AF-4AF5-9B08-7B91E22F9BC7}">
      <dgm:prSet/>
      <dgm:spPr/>
      <dgm:t>
        <a:bodyPr/>
        <a:lstStyle/>
        <a:p>
          <a:endParaRPr lang="en-US"/>
        </a:p>
      </dgm:t>
    </dgm:pt>
    <dgm:pt modelId="{A3AF725B-ACA1-4AF2-9D71-18FE684391F4}" type="sibTrans" cxnId="{4D381702-A6AF-4AF5-9B08-7B91E22F9BC7}">
      <dgm:prSet/>
      <dgm:spPr/>
      <dgm:t>
        <a:bodyPr/>
        <a:lstStyle/>
        <a:p>
          <a:endParaRPr lang="en-US"/>
        </a:p>
      </dgm:t>
    </dgm:pt>
    <dgm:pt modelId="{BD41BAEA-0FAE-4E90-9B81-ED3EFBFB1553}">
      <dgm:prSet/>
      <dgm:spPr/>
      <dgm:t>
        <a:bodyPr/>
        <a:lstStyle/>
        <a:p>
          <a:r>
            <a:rPr lang="en-US"/>
            <a:t>Notified when receive complete (via flag or interrupt).</a:t>
          </a:r>
        </a:p>
      </dgm:t>
    </dgm:pt>
    <dgm:pt modelId="{548C53EF-FAD9-4EE7-9C1D-8955F9A30508}" type="parTrans" cxnId="{02C2C409-B1B4-4A16-8232-6CB084A814AF}">
      <dgm:prSet/>
      <dgm:spPr/>
      <dgm:t>
        <a:bodyPr/>
        <a:lstStyle/>
        <a:p>
          <a:endParaRPr lang="en-US"/>
        </a:p>
      </dgm:t>
    </dgm:pt>
    <dgm:pt modelId="{4BD64768-C1A2-4B50-884E-65B45535E4AD}" type="sibTrans" cxnId="{02C2C409-B1B4-4A16-8232-6CB084A814AF}">
      <dgm:prSet/>
      <dgm:spPr/>
      <dgm:t>
        <a:bodyPr/>
        <a:lstStyle/>
        <a:p>
          <a:endParaRPr lang="en-US"/>
        </a:p>
      </dgm:t>
    </dgm:pt>
    <dgm:pt modelId="{11D93E56-6D07-43C4-840D-A69C3240DE49}" type="pres">
      <dgm:prSet presAssocID="{3B9A3A19-3992-47DB-8DCD-DD5C3838893A}" presName="linear" presStyleCnt="0">
        <dgm:presLayoutVars>
          <dgm:animLvl val="lvl"/>
          <dgm:resizeHandles val="exact"/>
        </dgm:presLayoutVars>
      </dgm:prSet>
      <dgm:spPr/>
      <dgm:t>
        <a:bodyPr/>
        <a:lstStyle/>
        <a:p>
          <a:endParaRPr lang="en-US"/>
        </a:p>
      </dgm:t>
    </dgm:pt>
    <dgm:pt modelId="{14B0EB43-0190-4ACA-8705-C3E4E22ACDC8}" type="pres">
      <dgm:prSet presAssocID="{D32AAEDB-3197-4542-8E16-FCCD65D36660}" presName="parentText" presStyleLbl="node1" presStyleIdx="0" presStyleCnt="3">
        <dgm:presLayoutVars>
          <dgm:chMax val="0"/>
          <dgm:bulletEnabled val="1"/>
        </dgm:presLayoutVars>
      </dgm:prSet>
      <dgm:spPr/>
      <dgm:t>
        <a:bodyPr/>
        <a:lstStyle/>
        <a:p>
          <a:endParaRPr lang="en-US"/>
        </a:p>
      </dgm:t>
    </dgm:pt>
    <dgm:pt modelId="{21FC247D-ED09-4A71-B5D3-1B6058E429D5}" type="pres">
      <dgm:prSet presAssocID="{D32AAEDB-3197-4542-8E16-FCCD65D36660}" presName="childText" presStyleLbl="revTx" presStyleIdx="0" presStyleCnt="3">
        <dgm:presLayoutVars>
          <dgm:bulletEnabled val="1"/>
        </dgm:presLayoutVars>
      </dgm:prSet>
      <dgm:spPr/>
      <dgm:t>
        <a:bodyPr/>
        <a:lstStyle/>
        <a:p>
          <a:endParaRPr lang="en-US"/>
        </a:p>
      </dgm:t>
    </dgm:pt>
    <dgm:pt modelId="{B507CA9B-7D86-48BF-A4EA-977C48C02E9A}" type="pres">
      <dgm:prSet presAssocID="{022392EB-824D-4B9B-AF05-5748CA7E4279}" presName="parentText" presStyleLbl="node1" presStyleIdx="1" presStyleCnt="3">
        <dgm:presLayoutVars>
          <dgm:chMax val="0"/>
          <dgm:bulletEnabled val="1"/>
        </dgm:presLayoutVars>
      </dgm:prSet>
      <dgm:spPr/>
      <dgm:t>
        <a:bodyPr/>
        <a:lstStyle/>
        <a:p>
          <a:endParaRPr lang="en-US"/>
        </a:p>
      </dgm:t>
    </dgm:pt>
    <dgm:pt modelId="{AAEDCA2F-A112-458F-9AFC-B05108BFB766}" type="pres">
      <dgm:prSet presAssocID="{022392EB-824D-4B9B-AF05-5748CA7E4279}" presName="childText" presStyleLbl="revTx" presStyleIdx="1" presStyleCnt="3">
        <dgm:presLayoutVars>
          <dgm:bulletEnabled val="1"/>
        </dgm:presLayoutVars>
      </dgm:prSet>
      <dgm:spPr/>
      <dgm:t>
        <a:bodyPr/>
        <a:lstStyle/>
        <a:p>
          <a:endParaRPr lang="en-US"/>
        </a:p>
      </dgm:t>
    </dgm:pt>
    <dgm:pt modelId="{696002E6-9FF4-4F20-A7FF-04DB3EDAE428}" type="pres">
      <dgm:prSet presAssocID="{6F73C482-AA74-4813-8680-35B4A5E21F3C}" presName="parentText" presStyleLbl="node1" presStyleIdx="2" presStyleCnt="3">
        <dgm:presLayoutVars>
          <dgm:chMax val="0"/>
          <dgm:bulletEnabled val="1"/>
        </dgm:presLayoutVars>
      </dgm:prSet>
      <dgm:spPr/>
      <dgm:t>
        <a:bodyPr/>
        <a:lstStyle/>
        <a:p>
          <a:endParaRPr lang="en-US"/>
        </a:p>
      </dgm:t>
    </dgm:pt>
    <dgm:pt modelId="{8896C948-7DAC-42A6-86BD-C75C71A3AEC6}" type="pres">
      <dgm:prSet presAssocID="{6F73C482-AA74-4813-8680-35B4A5E21F3C}" presName="childText" presStyleLbl="revTx" presStyleIdx="2" presStyleCnt="3">
        <dgm:presLayoutVars>
          <dgm:bulletEnabled val="1"/>
        </dgm:presLayoutVars>
      </dgm:prSet>
      <dgm:spPr/>
      <dgm:t>
        <a:bodyPr/>
        <a:lstStyle/>
        <a:p>
          <a:endParaRPr lang="en-US"/>
        </a:p>
      </dgm:t>
    </dgm:pt>
  </dgm:ptLst>
  <dgm:cxnLst>
    <dgm:cxn modelId="{C6CC21E8-15AF-4E6F-90A4-7C4BE5939FFE}" srcId="{3B9A3A19-3992-47DB-8DCD-DD5C3838893A}" destId="{022392EB-824D-4B9B-AF05-5748CA7E4279}" srcOrd="1" destOrd="0" parTransId="{BACC199A-7DA0-480D-9E5F-5A51FB8F64D8}" sibTransId="{12003BFD-D5BF-4E6E-89DA-A10D7E2ED3C5}"/>
    <dgm:cxn modelId="{FCE51ACF-EA3D-42B7-8A63-8B3539EAB04F}" srcId="{6F73C482-AA74-4813-8680-35B4A5E21F3C}" destId="{8E7E2930-A395-4D15-84AE-4B32E0DA7E58}" srcOrd="0" destOrd="0" parTransId="{AFE20ADD-8F7D-47E3-9C7B-5C4887BEC70D}" sibTransId="{274FED16-7A4F-4237-8DF9-CF54407D7544}"/>
    <dgm:cxn modelId="{AC8AD7B5-9A2E-4FD7-A118-2A01880A350C}" type="presOf" srcId="{344AE139-20F7-4DC9-848C-BCF1C3EB0F13}" destId="{8896C948-7DAC-42A6-86BD-C75C71A3AEC6}" srcOrd="0" destOrd="1" presId="urn:microsoft.com/office/officeart/2005/8/layout/vList2"/>
    <dgm:cxn modelId="{4A705363-42F3-476B-A58B-081530FDA64E}" type="presOf" srcId="{8E7E2930-A395-4D15-84AE-4B32E0DA7E58}" destId="{8896C948-7DAC-42A6-86BD-C75C71A3AEC6}" srcOrd="0" destOrd="0" presId="urn:microsoft.com/office/officeart/2005/8/layout/vList2"/>
    <dgm:cxn modelId="{21076361-69EF-473F-A863-BFF9970A7B2B}" type="presOf" srcId="{BD41BAEA-0FAE-4E90-9B81-ED3EFBFB1553}" destId="{8896C948-7DAC-42A6-86BD-C75C71A3AEC6}" srcOrd="0" destOrd="4" presId="urn:microsoft.com/office/officeart/2005/8/layout/vList2"/>
    <dgm:cxn modelId="{9FC6CC27-F0EC-462F-9427-7850F1121496}" srcId="{3B9A3A19-3992-47DB-8DCD-DD5C3838893A}" destId="{6F73C482-AA74-4813-8680-35B4A5E21F3C}" srcOrd="2" destOrd="0" parTransId="{F3D09876-AEE8-4A9B-9942-7B69E1037C92}" sibTransId="{B2080111-648D-4E01-8FE2-BCFACD07E377}"/>
    <dgm:cxn modelId="{124E003A-58EA-44BF-8D08-AFC24C3829EF}" srcId="{3B9A3A19-3992-47DB-8DCD-DD5C3838893A}" destId="{D32AAEDB-3197-4542-8E16-FCCD65D36660}" srcOrd="0" destOrd="0" parTransId="{D5A4021B-BF2E-4D71-8460-623A928710AA}" sibTransId="{1D657E11-6DBE-4897-8852-7A10D7CA19DC}"/>
    <dgm:cxn modelId="{F9FC8134-9D1F-441C-8712-0FD422C5BE8B}" type="presOf" srcId="{3B9A3A19-3992-47DB-8DCD-DD5C3838893A}" destId="{11D93E56-6D07-43C4-840D-A69C3240DE49}" srcOrd="0" destOrd="0" presId="urn:microsoft.com/office/officeart/2005/8/layout/vList2"/>
    <dgm:cxn modelId="{FB69E904-37FC-4C25-8011-9D52976599E4}" type="presOf" srcId="{1D408C23-153B-42B1-A03E-002748CDA26F}" destId="{AAEDCA2F-A112-458F-9AFC-B05108BFB766}" srcOrd="0" destOrd="1" presId="urn:microsoft.com/office/officeart/2005/8/layout/vList2"/>
    <dgm:cxn modelId="{DD59132E-B163-46A9-8F26-D4AF4A86AC23}" srcId="{022392EB-824D-4B9B-AF05-5748CA7E4279}" destId="{C21F4E5B-D458-4EBF-882F-50E356CE802D}" srcOrd="0" destOrd="0" parTransId="{4B52BCCA-02B3-4138-8A66-8619C4D5C5D1}" sibTransId="{E9DDF9BE-DE3A-4479-9A06-FD3A6057043A}"/>
    <dgm:cxn modelId="{19B5F418-A694-4310-8D72-12C37AF44F5B}" srcId="{8E7E2930-A395-4D15-84AE-4B32E0DA7E58}" destId="{344AE139-20F7-4DC9-848C-BCF1C3EB0F13}" srcOrd="0" destOrd="0" parTransId="{DFFF6207-FB3A-4F1B-A903-FBEC97895B6A}" sibTransId="{1355BFDA-8A1B-41D2-95E4-1880E2543531}"/>
    <dgm:cxn modelId="{7EAACD47-2B3E-405D-BCBE-D7AA5899267A}" type="presOf" srcId="{D32AAEDB-3197-4542-8E16-FCCD65D36660}" destId="{14B0EB43-0190-4ACA-8705-C3E4E22ACDC8}" srcOrd="0" destOrd="0" presId="urn:microsoft.com/office/officeart/2005/8/layout/vList2"/>
    <dgm:cxn modelId="{19C30183-87AF-46E8-91A6-9CDCE40FD5B3}" type="presOf" srcId="{855F5594-9046-43DB-9360-4B0089C4E4B7}" destId="{8896C948-7DAC-42A6-86BD-C75C71A3AEC6}" srcOrd="0" destOrd="3" presId="urn:microsoft.com/office/officeart/2005/8/layout/vList2"/>
    <dgm:cxn modelId="{0F508584-8286-435E-BCFF-BAD098C4D873}" type="presOf" srcId="{1635E8D7-DB50-4F7C-A5A6-8A21720EF7F1}" destId="{8896C948-7DAC-42A6-86BD-C75C71A3AEC6}" srcOrd="0" destOrd="2" presId="urn:microsoft.com/office/officeart/2005/8/layout/vList2"/>
    <dgm:cxn modelId="{B167725F-0C11-4FF3-9EEF-67FF6CA3C500}" type="presOf" srcId="{3DBCA6EB-8FA5-4701-832C-FF24346DB1BE}" destId="{21FC247D-ED09-4A71-B5D3-1B6058E429D5}" srcOrd="0" destOrd="1" presId="urn:microsoft.com/office/officeart/2005/8/layout/vList2"/>
    <dgm:cxn modelId="{2A329778-D008-4E3E-AF28-92D5D01E0FF6}" srcId="{D32AAEDB-3197-4542-8E16-FCCD65D36660}" destId="{3DBCA6EB-8FA5-4701-832C-FF24346DB1BE}" srcOrd="1" destOrd="0" parTransId="{62F34E3A-2D74-4D52-B049-3639BF4A532C}" sibTransId="{DCCFF1B4-CC2D-43D7-9D85-DDE1B9CF28A4}"/>
    <dgm:cxn modelId="{A5D8ACBA-EB7B-40BC-8931-DFC017AF5445}" srcId="{D32AAEDB-3197-4542-8E16-FCCD65D36660}" destId="{21107893-C97F-46FD-8A26-1E5361670836}" srcOrd="0" destOrd="0" parTransId="{C8F82A00-0BF3-46B9-A6D9-70F3BBCBC0C0}" sibTransId="{5422F9FA-9F6F-4207-B98C-31BCC7055CE2}"/>
    <dgm:cxn modelId="{52B4F399-FFEB-4A7F-9F29-AA046D4B2202}" type="presOf" srcId="{022392EB-824D-4B9B-AF05-5748CA7E4279}" destId="{B507CA9B-7D86-48BF-A4EA-977C48C02E9A}" srcOrd="0" destOrd="0" presId="urn:microsoft.com/office/officeart/2005/8/layout/vList2"/>
    <dgm:cxn modelId="{02C2C409-B1B4-4A16-8232-6CB084A814AF}" srcId="{1635E8D7-DB50-4F7C-A5A6-8A21720EF7F1}" destId="{BD41BAEA-0FAE-4E90-9B81-ED3EFBFB1553}" srcOrd="1" destOrd="0" parTransId="{548C53EF-FAD9-4EE7-9C1D-8955F9A30508}" sibTransId="{4BD64768-C1A2-4B50-884E-65B45535E4AD}"/>
    <dgm:cxn modelId="{37FBD7C8-5D33-42AD-87CE-AEEAAE2B3EDC}" srcId="{022392EB-824D-4B9B-AF05-5748CA7E4279}" destId="{1D408C23-153B-42B1-A03E-002748CDA26F}" srcOrd="1" destOrd="0" parTransId="{B3C45502-6E78-4C9B-90DA-8E08744B6CBE}" sibTransId="{1DA88A0C-5DBC-482C-B00C-C5DF751EB104}"/>
    <dgm:cxn modelId="{3EDD4785-CFC3-47D8-A39E-B9A0FECAF80F}" type="presOf" srcId="{6F73C482-AA74-4813-8680-35B4A5E21F3C}" destId="{696002E6-9FF4-4F20-A7FF-04DB3EDAE428}" srcOrd="0" destOrd="0" presId="urn:microsoft.com/office/officeart/2005/8/layout/vList2"/>
    <dgm:cxn modelId="{CEE85BFA-FA0F-452D-A1CE-6EB92204B0B3}" srcId="{6F73C482-AA74-4813-8680-35B4A5E21F3C}" destId="{1635E8D7-DB50-4F7C-A5A6-8A21720EF7F1}" srcOrd="1" destOrd="0" parTransId="{AE472748-D0EE-4FB7-B4AC-89369DFC5377}" sibTransId="{1A8EC9B9-750E-47EA-945D-5DBE7FD24F5A}"/>
    <dgm:cxn modelId="{4D381702-A6AF-4AF5-9B08-7B91E22F9BC7}" srcId="{1635E8D7-DB50-4F7C-A5A6-8A21720EF7F1}" destId="{855F5594-9046-43DB-9360-4B0089C4E4B7}" srcOrd="0" destOrd="0" parTransId="{266636C0-56CC-4EC6-88A1-65396EE285F7}" sibTransId="{A3AF725B-ACA1-4AF2-9D71-18FE684391F4}"/>
    <dgm:cxn modelId="{88939C21-8297-48AA-852C-DB64DE2E4C0E}" type="presOf" srcId="{C21F4E5B-D458-4EBF-882F-50E356CE802D}" destId="{AAEDCA2F-A112-458F-9AFC-B05108BFB766}" srcOrd="0" destOrd="0" presId="urn:microsoft.com/office/officeart/2005/8/layout/vList2"/>
    <dgm:cxn modelId="{D4D45010-B112-4F3C-AAC4-D005C1E9019A}" type="presOf" srcId="{21107893-C97F-46FD-8A26-1E5361670836}" destId="{21FC247D-ED09-4A71-B5D3-1B6058E429D5}" srcOrd="0" destOrd="0" presId="urn:microsoft.com/office/officeart/2005/8/layout/vList2"/>
    <dgm:cxn modelId="{86ACDF9D-6159-46FE-9B7B-87EA08F576BC}" type="presParOf" srcId="{11D93E56-6D07-43C4-840D-A69C3240DE49}" destId="{14B0EB43-0190-4ACA-8705-C3E4E22ACDC8}" srcOrd="0" destOrd="0" presId="urn:microsoft.com/office/officeart/2005/8/layout/vList2"/>
    <dgm:cxn modelId="{6D382353-D060-4CE2-80F3-7BF7C9F68243}" type="presParOf" srcId="{11D93E56-6D07-43C4-840D-A69C3240DE49}" destId="{21FC247D-ED09-4A71-B5D3-1B6058E429D5}" srcOrd="1" destOrd="0" presId="urn:microsoft.com/office/officeart/2005/8/layout/vList2"/>
    <dgm:cxn modelId="{10931913-1C44-4BD5-A9C0-BB3AC47E253C}" type="presParOf" srcId="{11D93E56-6D07-43C4-840D-A69C3240DE49}" destId="{B507CA9B-7D86-48BF-A4EA-977C48C02E9A}" srcOrd="2" destOrd="0" presId="urn:microsoft.com/office/officeart/2005/8/layout/vList2"/>
    <dgm:cxn modelId="{345EF893-C437-40B9-A5CC-5E7EFB925022}" type="presParOf" srcId="{11D93E56-6D07-43C4-840D-A69C3240DE49}" destId="{AAEDCA2F-A112-458F-9AFC-B05108BFB766}" srcOrd="3" destOrd="0" presId="urn:microsoft.com/office/officeart/2005/8/layout/vList2"/>
    <dgm:cxn modelId="{245C5331-4CAD-4ABB-967F-178D93BA6F06}" type="presParOf" srcId="{11D93E56-6D07-43C4-840D-A69C3240DE49}" destId="{696002E6-9FF4-4F20-A7FF-04DB3EDAE428}" srcOrd="4" destOrd="0" presId="urn:microsoft.com/office/officeart/2005/8/layout/vList2"/>
    <dgm:cxn modelId="{152CEF8B-6B59-41AE-A194-9FB5CA2A6385}" type="presParOf" srcId="{11D93E56-6D07-43C4-840D-A69C3240DE49}" destId="{8896C948-7DAC-42A6-86BD-C75C71A3AEC6}"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i="0" dirty="0">
              <a:effectLst/>
              <a:latin typeface="Arial" panose="020B0604020202020204" pitchFamily="34" charset="0"/>
              <a:cs typeface="Arial" panose="020B0604020202020204" pitchFamily="34" charset="0"/>
            </a:rPr>
            <a:t>Understanding of Benefits of MPI</a:t>
          </a:r>
          <a:r>
            <a:rPr lang="en-US" dirty="0">
              <a:latin typeface="Arial" panose="020B0604020202020204" pitchFamily="34" charset="0"/>
              <a:cs typeface="Arial" panose="020B0604020202020204" pitchFamily="34" charset="0"/>
            </a:rPr>
            <a:t>.</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t>
        <a:bodyPr/>
        <a:lstStyle/>
        <a:p>
          <a:endParaRPr lang="en-US"/>
        </a:p>
      </dgm:t>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1"/>
      <dgm:spPr/>
    </dgm:pt>
    <dgm:pt modelId="{C11A7D35-1FE6-446D-AE68-CDC0EA75C5EF}" type="pres">
      <dgm:prSet presAssocID="{ED44C359-7308-4379-89E9-19E66492F1E3}" presName="iconRect" presStyleLbl="node1" presStyleIdx="0" presStyleCnt="1"/>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1">
        <dgm:presLayoutVars>
          <dgm:chMax val="0"/>
          <dgm:chPref val="0"/>
        </dgm:presLayoutVars>
      </dgm:prSet>
      <dgm:spPr/>
      <dgm:t>
        <a:bodyPr/>
        <a:lstStyle/>
        <a:p>
          <a:endParaRPr lang="en-US"/>
        </a:p>
      </dgm:t>
    </dgm:pt>
  </dgm:ptLst>
  <dgm:cxnLst>
    <dgm:cxn modelId="{B2B632FF-2735-4994-8822-858116B0A752}" type="presOf" srcId="{ED44C359-7308-4379-89E9-19E66492F1E3}" destId="{439E4229-80E6-49FA-AC66-32D790A69D10}" srcOrd="0" destOrd="0" presId="urn:microsoft.com/office/officeart/2018/2/layout/IconVerticalSolidList"/>
    <dgm:cxn modelId="{EC3A6D8C-FF5E-4705-AD3B-8C9EF9B23F68}" type="presOf" srcId="{AC605FAC-F4E1-443B-91BE-22C6277E36A9}" destId="{203A11AC-6691-4719-A18C-2D6C7EA9F1B7}"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B1D10E9-03D3-4309-AEE5-5BDD1E1372AE}"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88FAA7D-4D18-4940-8F0D-575932F4CFA8}">
      <dgm:prSet/>
      <dgm:spPr/>
      <dgm:t>
        <a:bodyPr/>
        <a:lstStyle/>
        <a:p>
          <a:r>
            <a:rPr lang="en-US" b="1" i="0" dirty="0">
              <a:latin typeface="Arial" panose="020B0604020202020204" pitchFamily="34" charset="0"/>
              <a:cs typeface="Arial" panose="020B0604020202020204" pitchFamily="34" charset="0"/>
            </a:rPr>
            <a:t>Standardization</a:t>
          </a:r>
          <a:r>
            <a:rPr lang="en-US" b="0" i="0" dirty="0">
              <a:latin typeface="Arial" panose="020B0604020202020204" pitchFamily="34" charset="0"/>
              <a:cs typeface="Arial" panose="020B0604020202020204" pitchFamily="34" charset="0"/>
            </a:rPr>
            <a:t> - MPI is the only message passing library which can be considered a standard. It is supported on virtually all HPC platforms. Practically, it has replaced all previous message passing libraries.</a:t>
          </a:r>
          <a:endParaRPr lang="en-US" dirty="0">
            <a:latin typeface="Arial" panose="020B0604020202020204" pitchFamily="34" charset="0"/>
            <a:cs typeface="Arial" panose="020B0604020202020204" pitchFamily="34" charset="0"/>
          </a:endParaRPr>
        </a:p>
      </dgm:t>
    </dgm:pt>
    <dgm:pt modelId="{B55592DA-822A-46DB-85D0-5A0253970F14}" type="parTrans" cxnId="{5B2B17C9-D56E-45A2-BADB-F5B11AA93664}">
      <dgm:prSet/>
      <dgm:spPr/>
      <dgm:t>
        <a:bodyPr/>
        <a:lstStyle/>
        <a:p>
          <a:endParaRPr lang="en-US"/>
        </a:p>
      </dgm:t>
    </dgm:pt>
    <dgm:pt modelId="{C104363D-47A0-4801-B913-C88612DBA1A4}" type="sibTrans" cxnId="{5B2B17C9-D56E-45A2-BADB-F5B11AA93664}">
      <dgm:prSet/>
      <dgm:spPr/>
      <dgm:t>
        <a:bodyPr/>
        <a:lstStyle/>
        <a:p>
          <a:endParaRPr lang="en-US"/>
        </a:p>
      </dgm:t>
    </dgm:pt>
    <dgm:pt modelId="{64BD96DB-A0F6-4E46-A96D-68EF72380AEF}">
      <dgm:prSet/>
      <dgm:spPr/>
      <dgm:t>
        <a:bodyPr/>
        <a:lstStyle/>
        <a:p>
          <a:r>
            <a:rPr lang="en-US" b="1" i="0" dirty="0">
              <a:latin typeface="Arial" panose="020B0604020202020204" pitchFamily="34" charset="0"/>
              <a:cs typeface="Arial" panose="020B0604020202020204" pitchFamily="34" charset="0"/>
            </a:rPr>
            <a:t>Portability</a:t>
          </a:r>
          <a:r>
            <a:rPr lang="en-US" b="0" i="0" dirty="0">
              <a:latin typeface="Arial" panose="020B0604020202020204" pitchFamily="34" charset="0"/>
              <a:cs typeface="Arial" panose="020B0604020202020204" pitchFamily="34" charset="0"/>
            </a:rPr>
            <a:t> - There is no need to modify your source code when you port your application to a different platform that supports (and is compliant with) the MPI standard.</a:t>
          </a:r>
          <a:endParaRPr lang="en-US" dirty="0">
            <a:latin typeface="Arial" panose="020B0604020202020204" pitchFamily="34" charset="0"/>
            <a:cs typeface="Arial" panose="020B0604020202020204" pitchFamily="34" charset="0"/>
          </a:endParaRPr>
        </a:p>
      </dgm:t>
    </dgm:pt>
    <dgm:pt modelId="{8A6115AC-13FB-437E-9D04-91FF02BD3236}" type="parTrans" cxnId="{18FB10F9-EE95-49E7-9BFF-E1425BE0E3DB}">
      <dgm:prSet/>
      <dgm:spPr/>
      <dgm:t>
        <a:bodyPr/>
        <a:lstStyle/>
        <a:p>
          <a:endParaRPr lang="en-US"/>
        </a:p>
      </dgm:t>
    </dgm:pt>
    <dgm:pt modelId="{72B70C6D-E074-4798-A10F-B00617738D51}" type="sibTrans" cxnId="{18FB10F9-EE95-49E7-9BFF-E1425BE0E3DB}">
      <dgm:prSet/>
      <dgm:spPr/>
      <dgm:t>
        <a:bodyPr/>
        <a:lstStyle/>
        <a:p>
          <a:endParaRPr lang="en-US"/>
        </a:p>
      </dgm:t>
    </dgm:pt>
    <dgm:pt modelId="{FCE3ABFA-82EE-4AFB-BC54-9A2B524BC84C}" type="pres">
      <dgm:prSet presAssocID="{3B1D10E9-03D3-4309-AEE5-5BDD1E1372AE}" presName="hierChild1" presStyleCnt="0">
        <dgm:presLayoutVars>
          <dgm:chPref val="1"/>
          <dgm:dir/>
          <dgm:animOne val="branch"/>
          <dgm:animLvl val="lvl"/>
          <dgm:resizeHandles/>
        </dgm:presLayoutVars>
      </dgm:prSet>
      <dgm:spPr/>
      <dgm:t>
        <a:bodyPr/>
        <a:lstStyle/>
        <a:p>
          <a:endParaRPr lang="en-US"/>
        </a:p>
      </dgm:t>
    </dgm:pt>
    <dgm:pt modelId="{68165728-9521-4585-8816-6FE25E4BE878}" type="pres">
      <dgm:prSet presAssocID="{488FAA7D-4D18-4940-8F0D-575932F4CFA8}" presName="hierRoot1" presStyleCnt="0"/>
      <dgm:spPr/>
    </dgm:pt>
    <dgm:pt modelId="{A6959F1D-FB26-4AD1-8219-0D495957E1F7}" type="pres">
      <dgm:prSet presAssocID="{488FAA7D-4D18-4940-8F0D-575932F4CFA8}" presName="composite" presStyleCnt="0"/>
      <dgm:spPr/>
    </dgm:pt>
    <dgm:pt modelId="{870BB9B9-FA93-4242-9089-5F498115F947}" type="pres">
      <dgm:prSet presAssocID="{488FAA7D-4D18-4940-8F0D-575932F4CFA8}" presName="background" presStyleLbl="node0" presStyleIdx="0" presStyleCnt="2"/>
      <dgm:spPr/>
    </dgm:pt>
    <dgm:pt modelId="{E6114FD0-E22B-4410-91E1-749E9CEF95E9}" type="pres">
      <dgm:prSet presAssocID="{488FAA7D-4D18-4940-8F0D-575932F4CFA8}" presName="text" presStyleLbl="fgAcc0" presStyleIdx="0" presStyleCnt="2">
        <dgm:presLayoutVars>
          <dgm:chPref val="3"/>
        </dgm:presLayoutVars>
      </dgm:prSet>
      <dgm:spPr/>
      <dgm:t>
        <a:bodyPr/>
        <a:lstStyle/>
        <a:p>
          <a:endParaRPr lang="en-US"/>
        </a:p>
      </dgm:t>
    </dgm:pt>
    <dgm:pt modelId="{BC6C2AD1-827D-4E60-B91B-60981CE08AF9}" type="pres">
      <dgm:prSet presAssocID="{488FAA7D-4D18-4940-8F0D-575932F4CFA8}" presName="hierChild2" presStyleCnt="0"/>
      <dgm:spPr/>
    </dgm:pt>
    <dgm:pt modelId="{C1977F66-F08C-41C3-BD8F-3789C80AD802}" type="pres">
      <dgm:prSet presAssocID="{64BD96DB-A0F6-4E46-A96D-68EF72380AEF}" presName="hierRoot1" presStyleCnt="0"/>
      <dgm:spPr/>
    </dgm:pt>
    <dgm:pt modelId="{6B755E7B-18E9-480B-B890-C29EA41F50EC}" type="pres">
      <dgm:prSet presAssocID="{64BD96DB-A0F6-4E46-A96D-68EF72380AEF}" presName="composite" presStyleCnt="0"/>
      <dgm:spPr/>
    </dgm:pt>
    <dgm:pt modelId="{D8321D15-C4C4-422C-A51A-EF66D512354B}" type="pres">
      <dgm:prSet presAssocID="{64BD96DB-A0F6-4E46-A96D-68EF72380AEF}" presName="background" presStyleLbl="node0" presStyleIdx="1" presStyleCnt="2"/>
      <dgm:spPr/>
    </dgm:pt>
    <dgm:pt modelId="{3A4C4070-4BB9-45B4-A9C2-D4E65EA740FD}" type="pres">
      <dgm:prSet presAssocID="{64BD96DB-A0F6-4E46-A96D-68EF72380AEF}" presName="text" presStyleLbl="fgAcc0" presStyleIdx="1" presStyleCnt="2">
        <dgm:presLayoutVars>
          <dgm:chPref val="3"/>
        </dgm:presLayoutVars>
      </dgm:prSet>
      <dgm:spPr/>
      <dgm:t>
        <a:bodyPr/>
        <a:lstStyle/>
        <a:p>
          <a:endParaRPr lang="en-US"/>
        </a:p>
      </dgm:t>
    </dgm:pt>
    <dgm:pt modelId="{454FF1D1-A139-4652-A24B-8F466DF0A17A}" type="pres">
      <dgm:prSet presAssocID="{64BD96DB-A0F6-4E46-A96D-68EF72380AEF}" presName="hierChild2" presStyleCnt="0"/>
      <dgm:spPr/>
    </dgm:pt>
  </dgm:ptLst>
  <dgm:cxnLst>
    <dgm:cxn modelId="{B175992B-894A-4181-8A46-8F5E7096EC9A}" type="presOf" srcId="{488FAA7D-4D18-4940-8F0D-575932F4CFA8}" destId="{E6114FD0-E22B-4410-91E1-749E9CEF95E9}" srcOrd="0" destOrd="0" presId="urn:microsoft.com/office/officeart/2005/8/layout/hierarchy1"/>
    <dgm:cxn modelId="{3A6C0666-1E57-4664-89F2-25D84613F108}" type="presOf" srcId="{64BD96DB-A0F6-4E46-A96D-68EF72380AEF}" destId="{3A4C4070-4BB9-45B4-A9C2-D4E65EA740FD}" srcOrd="0" destOrd="0" presId="urn:microsoft.com/office/officeart/2005/8/layout/hierarchy1"/>
    <dgm:cxn modelId="{18FB10F9-EE95-49E7-9BFF-E1425BE0E3DB}" srcId="{3B1D10E9-03D3-4309-AEE5-5BDD1E1372AE}" destId="{64BD96DB-A0F6-4E46-A96D-68EF72380AEF}" srcOrd="1" destOrd="0" parTransId="{8A6115AC-13FB-437E-9D04-91FF02BD3236}" sibTransId="{72B70C6D-E074-4798-A10F-B00617738D51}"/>
    <dgm:cxn modelId="{5B2B17C9-D56E-45A2-BADB-F5B11AA93664}" srcId="{3B1D10E9-03D3-4309-AEE5-5BDD1E1372AE}" destId="{488FAA7D-4D18-4940-8F0D-575932F4CFA8}" srcOrd="0" destOrd="0" parTransId="{B55592DA-822A-46DB-85D0-5A0253970F14}" sibTransId="{C104363D-47A0-4801-B913-C88612DBA1A4}"/>
    <dgm:cxn modelId="{121EA950-0308-49A7-8F75-C6D5BFB9EDDA}" type="presOf" srcId="{3B1D10E9-03D3-4309-AEE5-5BDD1E1372AE}" destId="{FCE3ABFA-82EE-4AFB-BC54-9A2B524BC84C}" srcOrd="0" destOrd="0" presId="urn:microsoft.com/office/officeart/2005/8/layout/hierarchy1"/>
    <dgm:cxn modelId="{A2781774-6978-4AC6-B7C7-B15C42F78CC2}" type="presParOf" srcId="{FCE3ABFA-82EE-4AFB-BC54-9A2B524BC84C}" destId="{68165728-9521-4585-8816-6FE25E4BE878}" srcOrd="0" destOrd="0" presId="urn:microsoft.com/office/officeart/2005/8/layout/hierarchy1"/>
    <dgm:cxn modelId="{14FD7F3B-D7DB-4802-ADE1-F2F8C664BD66}" type="presParOf" srcId="{68165728-9521-4585-8816-6FE25E4BE878}" destId="{A6959F1D-FB26-4AD1-8219-0D495957E1F7}" srcOrd="0" destOrd="0" presId="urn:microsoft.com/office/officeart/2005/8/layout/hierarchy1"/>
    <dgm:cxn modelId="{5747A045-6BD7-48CF-84F8-275E63A811F8}" type="presParOf" srcId="{A6959F1D-FB26-4AD1-8219-0D495957E1F7}" destId="{870BB9B9-FA93-4242-9089-5F498115F947}" srcOrd="0" destOrd="0" presId="urn:microsoft.com/office/officeart/2005/8/layout/hierarchy1"/>
    <dgm:cxn modelId="{0CF58964-217F-481F-8319-4B73AFC0E512}" type="presParOf" srcId="{A6959F1D-FB26-4AD1-8219-0D495957E1F7}" destId="{E6114FD0-E22B-4410-91E1-749E9CEF95E9}" srcOrd="1" destOrd="0" presId="urn:microsoft.com/office/officeart/2005/8/layout/hierarchy1"/>
    <dgm:cxn modelId="{3554D946-311E-46EE-9E63-15D241C13DF0}" type="presParOf" srcId="{68165728-9521-4585-8816-6FE25E4BE878}" destId="{BC6C2AD1-827D-4E60-B91B-60981CE08AF9}" srcOrd="1" destOrd="0" presId="urn:microsoft.com/office/officeart/2005/8/layout/hierarchy1"/>
    <dgm:cxn modelId="{B13E2D0B-329A-4E81-89D5-35B72040E379}" type="presParOf" srcId="{FCE3ABFA-82EE-4AFB-BC54-9A2B524BC84C}" destId="{C1977F66-F08C-41C3-BD8F-3789C80AD802}" srcOrd="1" destOrd="0" presId="urn:microsoft.com/office/officeart/2005/8/layout/hierarchy1"/>
    <dgm:cxn modelId="{088CC3E6-4697-4E0B-A6B5-F97A3B290FE0}" type="presParOf" srcId="{C1977F66-F08C-41C3-BD8F-3789C80AD802}" destId="{6B755E7B-18E9-480B-B890-C29EA41F50EC}" srcOrd="0" destOrd="0" presId="urn:microsoft.com/office/officeart/2005/8/layout/hierarchy1"/>
    <dgm:cxn modelId="{92D71564-4B69-4168-BED3-53F7DD78D291}" type="presParOf" srcId="{6B755E7B-18E9-480B-B890-C29EA41F50EC}" destId="{D8321D15-C4C4-422C-A51A-EF66D512354B}" srcOrd="0" destOrd="0" presId="urn:microsoft.com/office/officeart/2005/8/layout/hierarchy1"/>
    <dgm:cxn modelId="{00625294-DEB5-4614-A4EF-A1D95FCE4A6B}" type="presParOf" srcId="{6B755E7B-18E9-480B-B890-C29EA41F50EC}" destId="{3A4C4070-4BB9-45B4-A9C2-D4E65EA740FD}" srcOrd="1" destOrd="0" presId="urn:microsoft.com/office/officeart/2005/8/layout/hierarchy1"/>
    <dgm:cxn modelId="{21F37015-0DAA-432B-AC4F-0092BA711741}" type="presParOf" srcId="{C1977F66-F08C-41C3-BD8F-3789C80AD802}" destId="{454FF1D1-A139-4652-A24B-8F466DF0A17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7DFF928-F2D4-4D3B-9922-12F1463EF12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477E788A-FB35-480C-BD6F-DD80D578B216}">
      <dgm:prSet custT="1"/>
      <dgm:spPr/>
      <dgm:t>
        <a:bodyPr/>
        <a:lstStyle/>
        <a:p>
          <a:r>
            <a:rPr lang="en-US" sz="2300" b="1" i="0" dirty="0">
              <a:latin typeface="Arial" panose="020B0604020202020204" pitchFamily="34" charset="0"/>
              <a:cs typeface="Arial" panose="020B0604020202020204" pitchFamily="34" charset="0"/>
            </a:rPr>
            <a:t>Performance Opportunities</a:t>
          </a:r>
          <a:r>
            <a:rPr lang="en-US" sz="2300" b="0" i="0" dirty="0">
              <a:latin typeface="Arial" panose="020B0604020202020204" pitchFamily="34" charset="0"/>
              <a:cs typeface="Arial" panose="020B0604020202020204" pitchFamily="34" charset="0"/>
            </a:rPr>
            <a:t> - Vendor implementations should be able to exploit native hardware features to optimize performance. </a:t>
          </a:r>
          <a:endParaRPr lang="en-US" sz="2300" dirty="0">
            <a:latin typeface="Arial" panose="020B0604020202020204" pitchFamily="34" charset="0"/>
            <a:cs typeface="Arial" panose="020B0604020202020204" pitchFamily="34" charset="0"/>
          </a:endParaRPr>
        </a:p>
      </dgm:t>
    </dgm:pt>
    <dgm:pt modelId="{A03E15CE-1FC9-4D5D-8779-142B7B2DB24B}" type="parTrans" cxnId="{83099970-C670-4BE1-AB1A-7E67D414F5DC}">
      <dgm:prSet/>
      <dgm:spPr/>
      <dgm:t>
        <a:bodyPr/>
        <a:lstStyle/>
        <a:p>
          <a:endParaRPr lang="en-US"/>
        </a:p>
      </dgm:t>
    </dgm:pt>
    <dgm:pt modelId="{E83FB030-5FB5-43F4-98B6-DEF0220DFA72}" type="sibTrans" cxnId="{83099970-C670-4BE1-AB1A-7E67D414F5DC}">
      <dgm:prSet/>
      <dgm:spPr/>
      <dgm:t>
        <a:bodyPr/>
        <a:lstStyle/>
        <a:p>
          <a:endParaRPr lang="en-US"/>
        </a:p>
      </dgm:t>
    </dgm:pt>
    <dgm:pt modelId="{947D2DDF-134B-4667-BAB0-F4C5DCEC95C8}">
      <dgm:prSet custT="1"/>
      <dgm:spPr/>
      <dgm:t>
        <a:bodyPr/>
        <a:lstStyle/>
        <a:p>
          <a:r>
            <a:rPr lang="en-US" sz="2300" b="1" i="0" dirty="0">
              <a:latin typeface="Arial" panose="020B0604020202020204" pitchFamily="34" charset="0"/>
              <a:cs typeface="Arial" panose="020B0604020202020204" pitchFamily="34" charset="0"/>
            </a:rPr>
            <a:t>Functionality</a:t>
          </a:r>
          <a:r>
            <a:rPr lang="en-US" sz="2300" b="0" i="0" dirty="0">
              <a:latin typeface="Arial" panose="020B0604020202020204" pitchFamily="34" charset="0"/>
              <a:cs typeface="Arial" panose="020B0604020202020204" pitchFamily="34" charset="0"/>
            </a:rPr>
            <a:t> - Over 115 routines are defined in MPI-1 alone.</a:t>
          </a:r>
          <a:endParaRPr lang="en-US" sz="2300" dirty="0">
            <a:latin typeface="Arial" panose="020B0604020202020204" pitchFamily="34" charset="0"/>
            <a:cs typeface="Arial" panose="020B0604020202020204" pitchFamily="34" charset="0"/>
          </a:endParaRPr>
        </a:p>
      </dgm:t>
    </dgm:pt>
    <dgm:pt modelId="{A36D03D5-7077-41D6-BDF2-5596988D7BB4}" type="parTrans" cxnId="{DC21292F-CA38-4515-A73D-2CF94EF0C33F}">
      <dgm:prSet/>
      <dgm:spPr/>
      <dgm:t>
        <a:bodyPr/>
        <a:lstStyle/>
        <a:p>
          <a:endParaRPr lang="en-US"/>
        </a:p>
      </dgm:t>
    </dgm:pt>
    <dgm:pt modelId="{AEA6AFBB-9A1E-4E77-B108-7C491A32596F}" type="sibTrans" cxnId="{DC21292F-CA38-4515-A73D-2CF94EF0C33F}">
      <dgm:prSet/>
      <dgm:spPr/>
      <dgm:t>
        <a:bodyPr/>
        <a:lstStyle/>
        <a:p>
          <a:endParaRPr lang="en-US"/>
        </a:p>
      </dgm:t>
    </dgm:pt>
    <dgm:pt modelId="{D90AB6C9-DA90-4C34-90E5-E139AF7D377A}" type="pres">
      <dgm:prSet presAssocID="{17DFF928-F2D4-4D3B-9922-12F1463EF12A}" presName="hierChild1" presStyleCnt="0">
        <dgm:presLayoutVars>
          <dgm:chPref val="1"/>
          <dgm:dir/>
          <dgm:animOne val="branch"/>
          <dgm:animLvl val="lvl"/>
          <dgm:resizeHandles/>
        </dgm:presLayoutVars>
      </dgm:prSet>
      <dgm:spPr/>
      <dgm:t>
        <a:bodyPr/>
        <a:lstStyle/>
        <a:p>
          <a:endParaRPr lang="en-US"/>
        </a:p>
      </dgm:t>
    </dgm:pt>
    <dgm:pt modelId="{FCF732E2-9896-4477-A765-02F6E1F77224}" type="pres">
      <dgm:prSet presAssocID="{477E788A-FB35-480C-BD6F-DD80D578B216}" presName="hierRoot1" presStyleCnt="0"/>
      <dgm:spPr/>
    </dgm:pt>
    <dgm:pt modelId="{04547FFA-7AF7-4F22-8AFE-6856409B8EA9}" type="pres">
      <dgm:prSet presAssocID="{477E788A-FB35-480C-BD6F-DD80D578B216}" presName="composite" presStyleCnt="0"/>
      <dgm:spPr/>
    </dgm:pt>
    <dgm:pt modelId="{18B47978-0A6B-474A-BE2B-BCCE75928CA8}" type="pres">
      <dgm:prSet presAssocID="{477E788A-FB35-480C-BD6F-DD80D578B216}" presName="background" presStyleLbl="node0" presStyleIdx="0" presStyleCnt="2"/>
      <dgm:spPr/>
    </dgm:pt>
    <dgm:pt modelId="{C0430415-196E-41E1-93B9-F8A31BAE09ED}" type="pres">
      <dgm:prSet presAssocID="{477E788A-FB35-480C-BD6F-DD80D578B216}" presName="text" presStyleLbl="fgAcc0" presStyleIdx="0" presStyleCnt="2" custLinFactNeighborX="-695" custLinFactNeighborY="-982">
        <dgm:presLayoutVars>
          <dgm:chPref val="3"/>
        </dgm:presLayoutVars>
      </dgm:prSet>
      <dgm:spPr/>
      <dgm:t>
        <a:bodyPr/>
        <a:lstStyle/>
        <a:p>
          <a:endParaRPr lang="en-US"/>
        </a:p>
      </dgm:t>
    </dgm:pt>
    <dgm:pt modelId="{881B4951-D06E-4D71-BB91-AE38477710D6}" type="pres">
      <dgm:prSet presAssocID="{477E788A-FB35-480C-BD6F-DD80D578B216}" presName="hierChild2" presStyleCnt="0"/>
      <dgm:spPr/>
    </dgm:pt>
    <dgm:pt modelId="{78A868C7-2A32-4DDF-97F1-1B2C91DCDBA9}" type="pres">
      <dgm:prSet presAssocID="{947D2DDF-134B-4667-BAB0-F4C5DCEC95C8}" presName="hierRoot1" presStyleCnt="0"/>
      <dgm:spPr/>
    </dgm:pt>
    <dgm:pt modelId="{B264CAC6-3F6F-473B-BB68-907CF45D8D9C}" type="pres">
      <dgm:prSet presAssocID="{947D2DDF-134B-4667-BAB0-F4C5DCEC95C8}" presName="composite" presStyleCnt="0"/>
      <dgm:spPr/>
    </dgm:pt>
    <dgm:pt modelId="{6ADB37E2-F549-4BD8-A766-23261AC8F25A}" type="pres">
      <dgm:prSet presAssocID="{947D2DDF-134B-4667-BAB0-F4C5DCEC95C8}" presName="background" presStyleLbl="node0" presStyleIdx="1" presStyleCnt="2"/>
      <dgm:spPr/>
    </dgm:pt>
    <dgm:pt modelId="{C966762B-2478-4B9B-88BE-CCAAC91D1E67}" type="pres">
      <dgm:prSet presAssocID="{947D2DDF-134B-4667-BAB0-F4C5DCEC95C8}" presName="text" presStyleLbl="fgAcc0" presStyleIdx="1" presStyleCnt="2">
        <dgm:presLayoutVars>
          <dgm:chPref val="3"/>
        </dgm:presLayoutVars>
      </dgm:prSet>
      <dgm:spPr/>
      <dgm:t>
        <a:bodyPr/>
        <a:lstStyle/>
        <a:p>
          <a:endParaRPr lang="en-US"/>
        </a:p>
      </dgm:t>
    </dgm:pt>
    <dgm:pt modelId="{F23397A2-3BFA-4D43-B586-D8DE9BA88446}" type="pres">
      <dgm:prSet presAssocID="{947D2DDF-134B-4667-BAB0-F4C5DCEC95C8}" presName="hierChild2" presStyleCnt="0"/>
      <dgm:spPr/>
    </dgm:pt>
  </dgm:ptLst>
  <dgm:cxnLst>
    <dgm:cxn modelId="{B8698E04-5454-484A-B755-1C698867A9BA}" type="presOf" srcId="{477E788A-FB35-480C-BD6F-DD80D578B216}" destId="{C0430415-196E-41E1-93B9-F8A31BAE09ED}" srcOrd="0" destOrd="0" presId="urn:microsoft.com/office/officeart/2005/8/layout/hierarchy1"/>
    <dgm:cxn modelId="{4FA02438-94E1-46BD-9FDA-31B9603BF4DC}" type="presOf" srcId="{947D2DDF-134B-4667-BAB0-F4C5DCEC95C8}" destId="{C966762B-2478-4B9B-88BE-CCAAC91D1E67}" srcOrd="0" destOrd="0" presId="urn:microsoft.com/office/officeart/2005/8/layout/hierarchy1"/>
    <dgm:cxn modelId="{E9EF71D5-DF1C-40A7-B433-87E117A99BC8}" type="presOf" srcId="{17DFF928-F2D4-4D3B-9922-12F1463EF12A}" destId="{D90AB6C9-DA90-4C34-90E5-E139AF7D377A}" srcOrd="0" destOrd="0" presId="urn:microsoft.com/office/officeart/2005/8/layout/hierarchy1"/>
    <dgm:cxn modelId="{83099970-C670-4BE1-AB1A-7E67D414F5DC}" srcId="{17DFF928-F2D4-4D3B-9922-12F1463EF12A}" destId="{477E788A-FB35-480C-BD6F-DD80D578B216}" srcOrd="0" destOrd="0" parTransId="{A03E15CE-1FC9-4D5D-8779-142B7B2DB24B}" sibTransId="{E83FB030-5FB5-43F4-98B6-DEF0220DFA72}"/>
    <dgm:cxn modelId="{DC21292F-CA38-4515-A73D-2CF94EF0C33F}" srcId="{17DFF928-F2D4-4D3B-9922-12F1463EF12A}" destId="{947D2DDF-134B-4667-BAB0-F4C5DCEC95C8}" srcOrd="1" destOrd="0" parTransId="{A36D03D5-7077-41D6-BDF2-5596988D7BB4}" sibTransId="{AEA6AFBB-9A1E-4E77-B108-7C491A32596F}"/>
    <dgm:cxn modelId="{177157BC-555D-47DE-B958-6A486EB50A7B}" type="presParOf" srcId="{D90AB6C9-DA90-4C34-90E5-E139AF7D377A}" destId="{FCF732E2-9896-4477-A765-02F6E1F77224}" srcOrd="0" destOrd="0" presId="urn:microsoft.com/office/officeart/2005/8/layout/hierarchy1"/>
    <dgm:cxn modelId="{94E4BEEB-645C-4669-A423-779594B089D4}" type="presParOf" srcId="{FCF732E2-9896-4477-A765-02F6E1F77224}" destId="{04547FFA-7AF7-4F22-8AFE-6856409B8EA9}" srcOrd="0" destOrd="0" presId="urn:microsoft.com/office/officeart/2005/8/layout/hierarchy1"/>
    <dgm:cxn modelId="{4655831D-5E79-49C4-9BF2-94CB0ACC56F7}" type="presParOf" srcId="{04547FFA-7AF7-4F22-8AFE-6856409B8EA9}" destId="{18B47978-0A6B-474A-BE2B-BCCE75928CA8}" srcOrd="0" destOrd="0" presId="urn:microsoft.com/office/officeart/2005/8/layout/hierarchy1"/>
    <dgm:cxn modelId="{C87173B2-FD86-420D-A945-1A47EB81FD7E}" type="presParOf" srcId="{04547FFA-7AF7-4F22-8AFE-6856409B8EA9}" destId="{C0430415-196E-41E1-93B9-F8A31BAE09ED}" srcOrd="1" destOrd="0" presId="urn:microsoft.com/office/officeart/2005/8/layout/hierarchy1"/>
    <dgm:cxn modelId="{813C9A87-E0CD-4FE6-83D4-92A58DAA04D4}" type="presParOf" srcId="{FCF732E2-9896-4477-A765-02F6E1F77224}" destId="{881B4951-D06E-4D71-BB91-AE38477710D6}" srcOrd="1" destOrd="0" presId="urn:microsoft.com/office/officeart/2005/8/layout/hierarchy1"/>
    <dgm:cxn modelId="{DBDB4C27-FEA5-4FDF-A407-6D2DBE19153A}" type="presParOf" srcId="{D90AB6C9-DA90-4C34-90E5-E139AF7D377A}" destId="{78A868C7-2A32-4DDF-97F1-1B2C91DCDBA9}" srcOrd="1" destOrd="0" presId="urn:microsoft.com/office/officeart/2005/8/layout/hierarchy1"/>
    <dgm:cxn modelId="{588A2593-6A08-4193-B009-429D9093520E}" type="presParOf" srcId="{78A868C7-2A32-4DDF-97F1-1B2C91DCDBA9}" destId="{B264CAC6-3F6F-473B-BB68-907CF45D8D9C}" srcOrd="0" destOrd="0" presId="urn:microsoft.com/office/officeart/2005/8/layout/hierarchy1"/>
    <dgm:cxn modelId="{1C51FE8A-6A62-440A-94A6-29FA842C91F6}" type="presParOf" srcId="{B264CAC6-3F6F-473B-BB68-907CF45D8D9C}" destId="{6ADB37E2-F549-4BD8-A766-23261AC8F25A}" srcOrd="0" destOrd="0" presId="urn:microsoft.com/office/officeart/2005/8/layout/hierarchy1"/>
    <dgm:cxn modelId="{FC55CCFA-7E03-4DC9-A5DE-9B009B480171}" type="presParOf" srcId="{B264CAC6-3F6F-473B-BB68-907CF45D8D9C}" destId="{C966762B-2478-4B9B-88BE-CCAAC91D1E67}" srcOrd="1" destOrd="0" presId="urn:microsoft.com/office/officeart/2005/8/layout/hierarchy1"/>
    <dgm:cxn modelId="{E7AA9D6A-867E-441A-A6AA-E475F5C32B4B}" type="presParOf" srcId="{78A868C7-2A32-4DDF-97F1-1B2C91DCDBA9}" destId="{F23397A2-3BFA-4D43-B586-D8DE9BA88446}"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17DFF928-F2D4-4D3B-9922-12F1463EF12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A071A2F-CB19-4079-B53E-ED18D19CF9BD}">
      <dgm:prSet custT="1"/>
      <dgm:spPr/>
      <dgm:t>
        <a:bodyPr/>
        <a:lstStyle/>
        <a:p>
          <a:r>
            <a:rPr lang="en-US" sz="2300" b="1" i="0" dirty="0">
              <a:latin typeface="Arial" panose="020B0604020202020204" pitchFamily="34" charset="0"/>
              <a:cs typeface="Arial" panose="020B0604020202020204" pitchFamily="34" charset="0"/>
            </a:rPr>
            <a:t>Availability</a:t>
          </a:r>
          <a:r>
            <a:rPr lang="en-US" sz="2300" b="0" i="0" dirty="0">
              <a:latin typeface="Arial" panose="020B0604020202020204" pitchFamily="34" charset="0"/>
              <a:cs typeface="Arial" panose="020B0604020202020204" pitchFamily="34" charset="0"/>
            </a:rPr>
            <a:t> - A variety of implementations are available, both vendor and public domain.</a:t>
          </a:r>
          <a:endParaRPr lang="en-US" sz="2300" dirty="0">
            <a:latin typeface="Arial" panose="020B0604020202020204" pitchFamily="34" charset="0"/>
            <a:cs typeface="Arial" panose="020B0604020202020204" pitchFamily="34" charset="0"/>
          </a:endParaRPr>
        </a:p>
      </dgm:t>
    </dgm:pt>
    <dgm:pt modelId="{1EA31458-6749-4532-8352-46F8A917B0FE}" type="parTrans" cxnId="{821CCAA0-820B-4C93-A858-8C03DA1C488E}">
      <dgm:prSet/>
      <dgm:spPr/>
      <dgm:t>
        <a:bodyPr/>
        <a:lstStyle/>
        <a:p>
          <a:endParaRPr lang="en-US"/>
        </a:p>
      </dgm:t>
    </dgm:pt>
    <dgm:pt modelId="{90216D63-A3A7-4550-9C64-4CD4AD2C27EC}" type="sibTrans" cxnId="{821CCAA0-820B-4C93-A858-8C03DA1C488E}">
      <dgm:prSet/>
      <dgm:spPr/>
      <dgm:t>
        <a:bodyPr/>
        <a:lstStyle/>
        <a:p>
          <a:endParaRPr lang="en-US"/>
        </a:p>
      </dgm:t>
    </dgm:pt>
    <dgm:pt modelId="{5F6620D9-311B-4308-9720-705446137A24}">
      <dgm:prSet custT="1"/>
      <dgm:spPr/>
      <dgm:t>
        <a:bodyPr/>
        <a:lstStyle/>
        <a:p>
          <a:r>
            <a:rPr lang="en-PK" sz="2300" b="1" dirty="0">
              <a:latin typeface="Arial" panose="020B0604020202020204" pitchFamily="34" charset="0"/>
              <a:cs typeface="Arial" panose="020B0604020202020204" pitchFamily="34" charset="0"/>
            </a:rPr>
            <a:t>Scalability</a:t>
          </a:r>
          <a:r>
            <a:rPr lang="en-US" sz="2300" b="1" dirty="0">
              <a:latin typeface="Arial" panose="020B0604020202020204" pitchFamily="34" charset="0"/>
              <a:cs typeface="Arial" panose="020B0604020202020204" pitchFamily="34" charset="0"/>
            </a:rPr>
            <a:t>-</a:t>
          </a:r>
          <a:r>
            <a:rPr lang="en-PK" sz="2300" b="1" dirty="0">
              <a:latin typeface="Arial" panose="020B0604020202020204" pitchFamily="34" charset="0"/>
              <a:cs typeface="Arial" panose="020B0604020202020204" pitchFamily="34" charset="0"/>
            </a:rPr>
            <a:t> </a:t>
          </a:r>
          <a:r>
            <a:rPr lang="en-PK" sz="2300" dirty="0">
              <a:latin typeface="Arial" panose="020B0604020202020204" pitchFamily="34" charset="0"/>
              <a:cs typeface="Arial" panose="020B0604020202020204" pitchFamily="34" charset="0"/>
            </a:rPr>
            <a:t>MPI is designed to scale to large numbers of processors, which makes it well-suited for high-performance computing. </a:t>
          </a:r>
        </a:p>
      </dgm:t>
    </dgm:pt>
    <dgm:pt modelId="{31A662AF-19EF-4E7A-96D8-47EF43281DEC}" type="parTrans" cxnId="{2F1AC5FC-E942-4E66-9520-93FCAAF53017}">
      <dgm:prSet/>
      <dgm:spPr/>
      <dgm:t>
        <a:bodyPr/>
        <a:lstStyle/>
        <a:p>
          <a:endParaRPr lang="en-PK"/>
        </a:p>
      </dgm:t>
    </dgm:pt>
    <dgm:pt modelId="{BC8B3DE0-65F3-421A-8899-C0EAB4DBBA70}" type="sibTrans" cxnId="{2F1AC5FC-E942-4E66-9520-93FCAAF53017}">
      <dgm:prSet/>
      <dgm:spPr/>
      <dgm:t>
        <a:bodyPr/>
        <a:lstStyle/>
        <a:p>
          <a:endParaRPr lang="en-PK"/>
        </a:p>
      </dgm:t>
    </dgm:pt>
    <dgm:pt modelId="{D90AB6C9-DA90-4C34-90E5-E139AF7D377A}" type="pres">
      <dgm:prSet presAssocID="{17DFF928-F2D4-4D3B-9922-12F1463EF12A}" presName="hierChild1" presStyleCnt="0">
        <dgm:presLayoutVars>
          <dgm:chPref val="1"/>
          <dgm:dir/>
          <dgm:animOne val="branch"/>
          <dgm:animLvl val="lvl"/>
          <dgm:resizeHandles/>
        </dgm:presLayoutVars>
      </dgm:prSet>
      <dgm:spPr/>
      <dgm:t>
        <a:bodyPr/>
        <a:lstStyle/>
        <a:p>
          <a:endParaRPr lang="en-US"/>
        </a:p>
      </dgm:t>
    </dgm:pt>
    <dgm:pt modelId="{FF371288-2E2A-4B6A-A0A8-927A84B3D669}" type="pres">
      <dgm:prSet presAssocID="{5F6620D9-311B-4308-9720-705446137A24}" presName="hierRoot1" presStyleCnt="0"/>
      <dgm:spPr/>
    </dgm:pt>
    <dgm:pt modelId="{2A4FAC19-8973-45D6-98DA-65B6F416045F}" type="pres">
      <dgm:prSet presAssocID="{5F6620D9-311B-4308-9720-705446137A24}" presName="composite" presStyleCnt="0"/>
      <dgm:spPr/>
    </dgm:pt>
    <dgm:pt modelId="{EDFBC2B4-AE1E-4330-A430-5523264CC8F0}" type="pres">
      <dgm:prSet presAssocID="{5F6620D9-311B-4308-9720-705446137A24}" presName="background" presStyleLbl="node0" presStyleIdx="0" presStyleCnt="2"/>
      <dgm:spPr/>
    </dgm:pt>
    <dgm:pt modelId="{694EA1F0-BC51-4C73-B139-7C8B29273C8C}" type="pres">
      <dgm:prSet presAssocID="{5F6620D9-311B-4308-9720-705446137A24}" presName="text" presStyleLbl="fgAcc0" presStyleIdx="0" presStyleCnt="2">
        <dgm:presLayoutVars>
          <dgm:chPref val="3"/>
        </dgm:presLayoutVars>
      </dgm:prSet>
      <dgm:spPr/>
      <dgm:t>
        <a:bodyPr/>
        <a:lstStyle/>
        <a:p>
          <a:endParaRPr lang="en-US"/>
        </a:p>
      </dgm:t>
    </dgm:pt>
    <dgm:pt modelId="{D0EB96E8-0DBE-49A0-BE76-BC49988E575B}" type="pres">
      <dgm:prSet presAssocID="{5F6620D9-311B-4308-9720-705446137A24}" presName="hierChild2" presStyleCnt="0"/>
      <dgm:spPr/>
    </dgm:pt>
    <dgm:pt modelId="{3F18989F-92B0-482E-B62E-6DEF6F681D1D}" type="pres">
      <dgm:prSet presAssocID="{6A071A2F-CB19-4079-B53E-ED18D19CF9BD}" presName="hierRoot1" presStyleCnt="0"/>
      <dgm:spPr/>
    </dgm:pt>
    <dgm:pt modelId="{5308DA88-2C6F-4672-8BEB-90B20B1B0130}" type="pres">
      <dgm:prSet presAssocID="{6A071A2F-CB19-4079-B53E-ED18D19CF9BD}" presName="composite" presStyleCnt="0"/>
      <dgm:spPr/>
    </dgm:pt>
    <dgm:pt modelId="{7E54F674-1DE4-4C28-B617-2AC97DE62FFA}" type="pres">
      <dgm:prSet presAssocID="{6A071A2F-CB19-4079-B53E-ED18D19CF9BD}" presName="background" presStyleLbl="node0" presStyleIdx="1" presStyleCnt="2"/>
      <dgm:spPr/>
    </dgm:pt>
    <dgm:pt modelId="{DE1CBD9C-0952-45B4-966D-9CBB5CC75558}" type="pres">
      <dgm:prSet presAssocID="{6A071A2F-CB19-4079-B53E-ED18D19CF9BD}" presName="text" presStyleLbl="fgAcc0" presStyleIdx="1" presStyleCnt="2">
        <dgm:presLayoutVars>
          <dgm:chPref val="3"/>
        </dgm:presLayoutVars>
      </dgm:prSet>
      <dgm:spPr/>
      <dgm:t>
        <a:bodyPr/>
        <a:lstStyle/>
        <a:p>
          <a:endParaRPr lang="en-US"/>
        </a:p>
      </dgm:t>
    </dgm:pt>
    <dgm:pt modelId="{9CF2E947-06A4-4ECC-ACB8-2C67E9AF589D}" type="pres">
      <dgm:prSet presAssocID="{6A071A2F-CB19-4079-B53E-ED18D19CF9BD}" presName="hierChild2" presStyleCnt="0"/>
      <dgm:spPr/>
    </dgm:pt>
  </dgm:ptLst>
  <dgm:cxnLst>
    <dgm:cxn modelId="{821CCAA0-820B-4C93-A858-8C03DA1C488E}" srcId="{17DFF928-F2D4-4D3B-9922-12F1463EF12A}" destId="{6A071A2F-CB19-4079-B53E-ED18D19CF9BD}" srcOrd="1" destOrd="0" parTransId="{1EA31458-6749-4532-8352-46F8A917B0FE}" sibTransId="{90216D63-A3A7-4550-9C64-4CD4AD2C27EC}"/>
    <dgm:cxn modelId="{2F1AC5FC-E942-4E66-9520-93FCAAF53017}" srcId="{17DFF928-F2D4-4D3B-9922-12F1463EF12A}" destId="{5F6620D9-311B-4308-9720-705446137A24}" srcOrd="0" destOrd="0" parTransId="{31A662AF-19EF-4E7A-96D8-47EF43281DEC}" sibTransId="{BC8B3DE0-65F3-421A-8899-C0EAB4DBBA70}"/>
    <dgm:cxn modelId="{E9EF71D5-DF1C-40A7-B433-87E117A99BC8}" type="presOf" srcId="{17DFF928-F2D4-4D3B-9922-12F1463EF12A}" destId="{D90AB6C9-DA90-4C34-90E5-E139AF7D377A}" srcOrd="0" destOrd="0" presId="urn:microsoft.com/office/officeart/2005/8/layout/hierarchy1"/>
    <dgm:cxn modelId="{659F1DAA-90E7-4558-80A4-0BAAF30CA633}" type="presOf" srcId="{5F6620D9-311B-4308-9720-705446137A24}" destId="{694EA1F0-BC51-4C73-B139-7C8B29273C8C}" srcOrd="0" destOrd="0" presId="urn:microsoft.com/office/officeart/2005/8/layout/hierarchy1"/>
    <dgm:cxn modelId="{32CF57FF-DBF8-4DC8-91EC-083014E8C40C}" type="presOf" srcId="{6A071A2F-CB19-4079-B53E-ED18D19CF9BD}" destId="{DE1CBD9C-0952-45B4-966D-9CBB5CC75558}" srcOrd="0" destOrd="0" presId="urn:microsoft.com/office/officeart/2005/8/layout/hierarchy1"/>
    <dgm:cxn modelId="{C2C9CE59-4320-49A4-AB42-78B84F19929F}" type="presParOf" srcId="{D90AB6C9-DA90-4C34-90E5-E139AF7D377A}" destId="{FF371288-2E2A-4B6A-A0A8-927A84B3D669}" srcOrd="0" destOrd="0" presId="urn:microsoft.com/office/officeart/2005/8/layout/hierarchy1"/>
    <dgm:cxn modelId="{C08C5223-BB0B-4B32-B9DE-9E51523CF0A8}" type="presParOf" srcId="{FF371288-2E2A-4B6A-A0A8-927A84B3D669}" destId="{2A4FAC19-8973-45D6-98DA-65B6F416045F}" srcOrd="0" destOrd="0" presId="urn:microsoft.com/office/officeart/2005/8/layout/hierarchy1"/>
    <dgm:cxn modelId="{59F34A2C-DEC1-47CE-A64B-01EB2D70D75B}" type="presParOf" srcId="{2A4FAC19-8973-45D6-98DA-65B6F416045F}" destId="{EDFBC2B4-AE1E-4330-A430-5523264CC8F0}" srcOrd="0" destOrd="0" presId="urn:microsoft.com/office/officeart/2005/8/layout/hierarchy1"/>
    <dgm:cxn modelId="{F8500FA9-0364-4204-8D6E-25E3CDBA6DB7}" type="presParOf" srcId="{2A4FAC19-8973-45D6-98DA-65B6F416045F}" destId="{694EA1F0-BC51-4C73-B139-7C8B29273C8C}" srcOrd="1" destOrd="0" presId="urn:microsoft.com/office/officeart/2005/8/layout/hierarchy1"/>
    <dgm:cxn modelId="{9425BED1-70BA-43D6-B4BB-53BF6995EA45}" type="presParOf" srcId="{FF371288-2E2A-4B6A-A0A8-927A84B3D669}" destId="{D0EB96E8-0DBE-49A0-BE76-BC49988E575B}" srcOrd="1" destOrd="0" presId="urn:microsoft.com/office/officeart/2005/8/layout/hierarchy1"/>
    <dgm:cxn modelId="{C23F5683-77CE-4A7F-AC7F-08D3593D1DD6}" type="presParOf" srcId="{D90AB6C9-DA90-4C34-90E5-E139AF7D377A}" destId="{3F18989F-92B0-482E-B62E-6DEF6F681D1D}" srcOrd="1" destOrd="0" presId="urn:microsoft.com/office/officeart/2005/8/layout/hierarchy1"/>
    <dgm:cxn modelId="{84A7DB13-5116-4C5F-86B1-D3AD53FD7604}" type="presParOf" srcId="{3F18989F-92B0-482E-B62E-6DEF6F681D1D}" destId="{5308DA88-2C6F-4672-8BEB-90B20B1B0130}" srcOrd="0" destOrd="0" presId="urn:microsoft.com/office/officeart/2005/8/layout/hierarchy1"/>
    <dgm:cxn modelId="{BB42352F-F4EB-45B7-A276-9150D21AEB04}" type="presParOf" srcId="{5308DA88-2C6F-4672-8BEB-90B20B1B0130}" destId="{7E54F674-1DE4-4C28-B617-2AC97DE62FFA}" srcOrd="0" destOrd="0" presId="urn:microsoft.com/office/officeart/2005/8/layout/hierarchy1"/>
    <dgm:cxn modelId="{C85AE74C-41F5-4370-AFE5-6520E893B1C4}" type="presParOf" srcId="{5308DA88-2C6F-4672-8BEB-90B20B1B0130}" destId="{DE1CBD9C-0952-45B4-966D-9CBB5CC75558}" srcOrd="1" destOrd="0" presId="urn:microsoft.com/office/officeart/2005/8/layout/hierarchy1"/>
    <dgm:cxn modelId="{14AE4F01-5E3E-48AB-9671-FB3C2F7253FD}" type="presParOf" srcId="{3F18989F-92B0-482E-B62E-6DEF6F681D1D}" destId="{9CF2E947-06A4-4ECC-ACB8-2C67E9AF589D}"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93437"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434800" y="1350183"/>
          <a:ext cx="960433" cy="960433"/>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732652" y="957278"/>
          <a:ext cx="5364562"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lvl="0" algn="l" defTabSz="1111250">
            <a:lnSpc>
              <a:spcPct val="90000"/>
            </a:lnSpc>
            <a:spcBef>
              <a:spcPct val="0"/>
            </a:spcBef>
            <a:spcAft>
              <a:spcPct val="35000"/>
            </a:spcAft>
          </a:pPr>
          <a:r>
            <a:rPr lang="en-US" sz="2500" kern="1200" dirty="0">
              <a:latin typeface="Arial" panose="020B0604020202020204" pitchFamily="34" charset="0"/>
              <a:cs typeface="Arial" panose="020B0604020202020204" pitchFamily="34" charset="0"/>
            </a:rPr>
            <a:t>Introduction to Message Passing.</a:t>
          </a:r>
        </a:p>
      </dsp:txBody>
      <dsp:txXfrm>
        <a:off x="1732652" y="957278"/>
        <a:ext cx="5364562" cy="1746243"/>
      </dsp:txXfrm>
    </dsp:sp>
    <dsp:sp modelId="{D75562AD-F78D-4876-92B4-3DD0643FB177}">
      <dsp:nvSpPr>
        <dsp:cNvPr id="0" name=""/>
        <dsp:cNvSpPr/>
      </dsp:nvSpPr>
      <dsp:spPr>
        <a:xfrm>
          <a:off x="-93437"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434800"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923473" y="3140082"/>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lvl="0" algn="l" defTabSz="1111250">
            <a:lnSpc>
              <a:spcPct val="90000"/>
            </a:lnSpc>
            <a:spcBef>
              <a:spcPct val="0"/>
            </a:spcBef>
            <a:spcAft>
              <a:spcPct val="35000"/>
            </a:spcAft>
          </a:pPr>
          <a:r>
            <a:rPr lang="en-US" sz="2500" kern="1200" dirty="0">
              <a:latin typeface="Arial" panose="020B0604020202020204" pitchFamily="34" charset="0"/>
              <a:cs typeface="Arial" panose="020B0604020202020204" pitchFamily="34" charset="0"/>
            </a:rPr>
            <a:t>Message Passing Model.</a:t>
          </a:r>
        </a:p>
      </dsp:txBody>
      <dsp:txXfrm>
        <a:off x="1923473" y="3140082"/>
        <a:ext cx="4982920" cy="1746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AA28E2-A598-4FEE-9D62-8B3A54E6950F}">
      <dsp:nvSpPr>
        <dsp:cNvPr id="0" name=""/>
        <dsp:cNvSpPr/>
      </dsp:nvSpPr>
      <dsp:spPr>
        <a:xfrm>
          <a:off x="0" y="3526925"/>
          <a:ext cx="7003777" cy="231404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b="0" i="0" kern="1200" dirty="0"/>
            <a:t>There are two main types of message passing: synchronous and asynchronous.</a:t>
          </a:r>
          <a:endParaRPr lang="en-US" sz="2200" kern="1200" dirty="0"/>
        </a:p>
      </dsp:txBody>
      <dsp:txXfrm>
        <a:off x="0" y="3526925"/>
        <a:ext cx="7003777" cy="2314044"/>
      </dsp:txXfrm>
    </dsp:sp>
    <dsp:sp modelId="{11C9053D-B9A2-4FF2-8EE9-9F149FB65CB1}">
      <dsp:nvSpPr>
        <dsp:cNvPr id="0" name=""/>
        <dsp:cNvSpPr/>
      </dsp:nvSpPr>
      <dsp:spPr>
        <a:xfrm rot="10800000">
          <a:off x="0" y="2635"/>
          <a:ext cx="7003777" cy="3559000"/>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a:t>Message passing is the most commonly used parallel programming approach in distributed memory systems. Here, the programmer has to determine the parallelism. In this model, all the processors have their own local memory unit and they exchange data through a communication network.</a:t>
          </a:r>
        </a:p>
      </dsp:txBody>
      <dsp:txXfrm rot="10800000">
        <a:off x="0" y="2635"/>
        <a:ext cx="7003777" cy="23125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FD6C7-1547-4018-8B13-09AF2C0B41AD}">
      <dsp:nvSpPr>
        <dsp:cNvPr id="0" name=""/>
        <dsp:cNvSpPr/>
      </dsp:nvSpPr>
      <dsp:spPr>
        <a:xfrm>
          <a:off x="0" y="52988"/>
          <a:ext cx="10515600" cy="2035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kern="1200" dirty="0"/>
            <a:t>Processors use message-passing libraries for communication among themselves. Along with the data being sent, the message contains the following components:</a:t>
          </a:r>
          <a:endParaRPr lang="en-PK" sz="3000" kern="1200" dirty="0"/>
        </a:p>
      </dsp:txBody>
      <dsp:txXfrm>
        <a:off x="99380" y="152368"/>
        <a:ext cx="10316840" cy="1837040"/>
      </dsp:txXfrm>
    </dsp:sp>
    <dsp:sp modelId="{4BB027A7-3711-423F-B925-E6B96C983ADE}">
      <dsp:nvSpPr>
        <dsp:cNvPr id="0" name=""/>
        <dsp:cNvSpPr/>
      </dsp:nvSpPr>
      <dsp:spPr>
        <a:xfrm>
          <a:off x="0" y="2088788"/>
          <a:ext cx="10515600" cy="28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dirty="0"/>
            <a:t>The address of the processor from which the message is being sent.</a:t>
          </a:r>
          <a:endParaRPr lang="en-PK" sz="2300" kern="1200" dirty="0"/>
        </a:p>
        <a:p>
          <a:pPr marL="228600" lvl="1" indent="-228600" algn="l" defTabSz="1022350">
            <a:lnSpc>
              <a:spcPct val="90000"/>
            </a:lnSpc>
            <a:spcBef>
              <a:spcPct val="0"/>
            </a:spcBef>
            <a:spcAft>
              <a:spcPct val="20000"/>
            </a:spcAft>
            <a:buChar char="••"/>
          </a:pPr>
          <a:r>
            <a:rPr lang="en-US" sz="2300" kern="1200" dirty="0"/>
            <a:t>Starting address of the memory location of the data in the sending processor.</a:t>
          </a:r>
          <a:endParaRPr lang="en-PK" sz="2300" kern="1200" dirty="0"/>
        </a:p>
        <a:p>
          <a:pPr marL="228600" lvl="1" indent="-228600" algn="l" defTabSz="1022350">
            <a:lnSpc>
              <a:spcPct val="90000"/>
            </a:lnSpc>
            <a:spcBef>
              <a:spcPct val="0"/>
            </a:spcBef>
            <a:spcAft>
              <a:spcPct val="20000"/>
            </a:spcAft>
            <a:buChar char="••"/>
          </a:pPr>
          <a:r>
            <a:rPr lang="en-US" sz="2300" kern="1200" dirty="0"/>
            <a:t>Data type of the sending data.</a:t>
          </a:r>
          <a:endParaRPr lang="en-PK" sz="2300" kern="1200" dirty="0"/>
        </a:p>
        <a:p>
          <a:pPr marL="228600" lvl="1" indent="-228600" algn="l" defTabSz="1022350">
            <a:lnSpc>
              <a:spcPct val="90000"/>
            </a:lnSpc>
            <a:spcBef>
              <a:spcPct val="0"/>
            </a:spcBef>
            <a:spcAft>
              <a:spcPct val="20000"/>
            </a:spcAft>
            <a:buChar char="••"/>
          </a:pPr>
          <a:r>
            <a:rPr lang="en-US" sz="2300" kern="1200" dirty="0"/>
            <a:t>Data size of the sending data.</a:t>
          </a:r>
          <a:endParaRPr lang="en-PK" sz="2300" kern="1200" dirty="0"/>
        </a:p>
        <a:p>
          <a:pPr marL="228600" lvl="1" indent="-228600" algn="l" defTabSz="1022350">
            <a:lnSpc>
              <a:spcPct val="90000"/>
            </a:lnSpc>
            <a:spcBef>
              <a:spcPct val="0"/>
            </a:spcBef>
            <a:spcAft>
              <a:spcPct val="20000"/>
            </a:spcAft>
            <a:buChar char="••"/>
          </a:pPr>
          <a:r>
            <a:rPr lang="en-US" sz="2300" kern="1200" dirty="0"/>
            <a:t>The address of the processor to which the message is being sent.</a:t>
          </a:r>
          <a:endParaRPr lang="en-PK" sz="2300" kern="1200" dirty="0"/>
        </a:p>
        <a:p>
          <a:pPr marL="228600" lvl="1" indent="-228600" algn="l" defTabSz="1022350">
            <a:lnSpc>
              <a:spcPct val="90000"/>
            </a:lnSpc>
            <a:spcBef>
              <a:spcPct val="0"/>
            </a:spcBef>
            <a:spcAft>
              <a:spcPct val="20000"/>
            </a:spcAft>
            <a:buChar char="••"/>
          </a:pPr>
          <a:r>
            <a:rPr lang="en-US" sz="2300" kern="1200" dirty="0"/>
            <a:t>Starting address of the memory location for the data in the receiving processor.</a:t>
          </a:r>
          <a:endParaRPr lang="en-PK" sz="2300" kern="1200" dirty="0"/>
        </a:p>
      </dsp:txBody>
      <dsp:txXfrm>
        <a:off x="0" y="2088788"/>
        <a:ext cx="10515600" cy="2856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9ABF15-23E7-4E22-B507-3B940FBB78B9}">
      <dsp:nvSpPr>
        <dsp:cNvPr id="0" name=""/>
        <dsp:cNvSpPr/>
      </dsp:nvSpPr>
      <dsp:spPr>
        <a:xfrm>
          <a:off x="0" y="101855"/>
          <a:ext cx="10515600" cy="1389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sz="3600" kern="1200" dirty="0"/>
            <a:t>The message passing model demonstrates the following characteristics: </a:t>
          </a:r>
          <a:endParaRPr lang="en-PK" sz="3600" kern="1200" dirty="0"/>
        </a:p>
      </dsp:txBody>
      <dsp:txXfrm>
        <a:off x="67852" y="169707"/>
        <a:ext cx="10379896" cy="1254256"/>
      </dsp:txXfrm>
    </dsp:sp>
    <dsp:sp modelId="{D201B765-0845-4BF5-BBAA-53A2CFFA1CA9}">
      <dsp:nvSpPr>
        <dsp:cNvPr id="0" name=""/>
        <dsp:cNvSpPr/>
      </dsp:nvSpPr>
      <dsp:spPr>
        <a:xfrm>
          <a:off x="0" y="1491815"/>
          <a:ext cx="10515600" cy="3204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5720" rIns="256032" bIns="45720" numCol="1" spcCol="1270" anchor="t" anchorCtr="0">
          <a:noAutofit/>
        </a:bodyPr>
        <a:lstStyle/>
        <a:p>
          <a:pPr marL="285750" lvl="1" indent="-285750" algn="l" defTabSz="1244600">
            <a:lnSpc>
              <a:spcPct val="90000"/>
            </a:lnSpc>
            <a:spcBef>
              <a:spcPct val="0"/>
            </a:spcBef>
            <a:spcAft>
              <a:spcPct val="20000"/>
            </a:spcAft>
            <a:buClr>
              <a:schemeClr val="tx2">
                <a:lumMod val="50000"/>
                <a:lumOff val="50000"/>
              </a:schemeClr>
            </a:buClr>
            <a:buChar char="••"/>
          </a:pPr>
          <a:r>
            <a:rPr lang="en-US" sz="2800" kern="1200" dirty="0">
              <a:latin typeface="Arial" panose="020B0604020202020204" pitchFamily="34" charset="0"/>
              <a:cs typeface="Arial" panose="020B0604020202020204" pitchFamily="34" charset="0"/>
            </a:rPr>
            <a:t>A set of tasks that use their own local memory during computation. Multiple tasks can reside on the same physical machine as well across an arbitrary number of machines. </a:t>
          </a:r>
          <a:endParaRPr lang="en-PK" sz="2800" kern="1200" dirty="0">
            <a:latin typeface="Arial" panose="020B0604020202020204" pitchFamily="34" charset="0"/>
            <a:cs typeface="Arial" panose="020B0604020202020204" pitchFamily="34" charset="0"/>
          </a:endParaRPr>
        </a:p>
        <a:p>
          <a:pPr marL="285750" lvl="1" indent="-285750" algn="l" defTabSz="1244600">
            <a:lnSpc>
              <a:spcPct val="90000"/>
            </a:lnSpc>
            <a:spcBef>
              <a:spcPct val="0"/>
            </a:spcBef>
            <a:spcAft>
              <a:spcPct val="20000"/>
            </a:spcAft>
            <a:buClr>
              <a:schemeClr val="tx2">
                <a:lumMod val="50000"/>
                <a:lumOff val="50000"/>
              </a:schemeClr>
            </a:buClr>
            <a:buChar char="••"/>
          </a:pPr>
          <a:r>
            <a:rPr lang="en-US" sz="2800" kern="1200" dirty="0">
              <a:latin typeface="Arial" panose="020B0604020202020204" pitchFamily="34" charset="0"/>
              <a:cs typeface="Arial" panose="020B0604020202020204" pitchFamily="34" charset="0"/>
            </a:rPr>
            <a:t>Tasks exchange data through communications by sending and receiving messages. </a:t>
          </a:r>
          <a:endParaRPr lang="en-PK" sz="2800" kern="1200" dirty="0">
            <a:latin typeface="Arial" panose="020B0604020202020204" pitchFamily="34" charset="0"/>
            <a:cs typeface="Arial" panose="020B0604020202020204" pitchFamily="34" charset="0"/>
          </a:endParaRPr>
        </a:p>
        <a:p>
          <a:pPr marL="285750" lvl="1" indent="-285750" algn="l" defTabSz="1244600">
            <a:lnSpc>
              <a:spcPct val="90000"/>
            </a:lnSpc>
            <a:spcBef>
              <a:spcPct val="0"/>
            </a:spcBef>
            <a:spcAft>
              <a:spcPct val="20000"/>
            </a:spcAft>
            <a:buClr>
              <a:schemeClr val="tx2">
                <a:lumMod val="50000"/>
                <a:lumOff val="50000"/>
              </a:schemeClr>
            </a:buClr>
            <a:buChar char="••"/>
          </a:pPr>
          <a:r>
            <a:rPr lang="en-US" sz="2800" kern="1200" dirty="0">
              <a:latin typeface="Arial" panose="020B0604020202020204" pitchFamily="34" charset="0"/>
              <a:cs typeface="Arial" panose="020B0604020202020204" pitchFamily="34" charset="0"/>
            </a:rPr>
            <a:t>Data transfer usually requires cooperative operations to be performed by each process. For example, a send operation must have a matching receive operation. </a:t>
          </a:r>
          <a:endParaRPr lang="en-PK" sz="2800" kern="1200" dirty="0">
            <a:latin typeface="Arial" panose="020B0604020202020204" pitchFamily="34" charset="0"/>
            <a:cs typeface="Arial" panose="020B0604020202020204" pitchFamily="34" charset="0"/>
          </a:endParaRPr>
        </a:p>
      </dsp:txBody>
      <dsp:txXfrm>
        <a:off x="0" y="1491815"/>
        <a:ext cx="10515600" cy="32043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52378"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475859" y="1350183"/>
          <a:ext cx="960433" cy="9604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964532" y="957278"/>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lvl="0" algn="l" defTabSz="1111250">
            <a:lnSpc>
              <a:spcPct val="100000"/>
            </a:lnSpc>
            <a:spcBef>
              <a:spcPct val="0"/>
            </a:spcBef>
            <a:spcAft>
              <a:spcPct val="35000"/>
            </a:spcAft>
          </a:pPr>
          <a:r>
            <a:rPr lang="en-US" sz="2500" kern="1200" dirty="0">
              <a:latin typeface="Arial" panose="020B0604020202020204" pitchFamily="34" charset="0"/>
              <a:cs typeface="Arial" panose="020B0604020202020204" pitchFamily="34" charset="0"/>
            </a:rPr>
            <a:t>Understanding of Message Passing Interface (MPI).</a:t>
          </a:r>
          <a:endParaRPr lang="en-PK" sz="2500" kern="1200" dirty="0">
            <a:latin typeface="Arial" panose="020B0604020202020204" pitchFamily="34" charset="0"/>
            <a:cs typeface="Arial" panose="020B0604020202020204" pitchFamily="34" charset="0"/>
          </a:endParaRPr>
        </a:p>
      </dsp:txBody>
      <dsp:txXfrm>
        <a:off x="1964532" y="957278"/>
        <a:ext cx="4982920" cy="1746243"/>
      </dsp:txXfrm>
    </dsp:sp>
    <dsp:sp modelId="{86AFC238-F655-46AB-B4B9-6CFAB4EEE339}">
      <dsp:nvSpPr>
        <dsp:cNvPr id="0" name=""/>
        <dsp:cNvSpPr/>
      </dsp:nvSpPr>
      <dsp:spPr>
        <a:xfrm>
          <a:off x="-52378"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475859"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855830" y="3140082"/>
          <a:ext cx="5200325"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lvl="0" algn="l" defTabSz="1111250">
            <a:lnSpc>
              <a:spcPct val="100000"/>
            </a:lnSpc>
            <a:spcBef>
              <a:spcPct val="0"/>
            </a:spcBef>
            <a:spcAft>
              <a:spcPct val="35000"/>
            </a:spcAft>
          </a:pPr>
          <a:r>
            <a:rPr lang="en-US" sz="2500" kern="1200" dirty="0">
              <a:solidFill>
                <a:schemeClr val="tx1"/>
              </a:solidFill>
              <a:latin typeface="Arial" panose="020B0604020202020204" pitchFamily="34" charset="0"/>
              <a:cs typeface="Arial" panose="020B0604020202020204" pitchFamily="34" charset="0"/>
            </a:rPr>
            <a:t>History and Versions of MPI</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a:t>
          </a:r>
          <a:endParaRPr lang="en-PK" sz="2500" kern="1200" dirty="0"/>
        </a:p>
      </dsp:txBody>
      <dsp:txXfrm>
        <a:off x="1855830" y="3140082"/>
        <a:ext cx="5200325" cy="17462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C0D16-B643-474D-B1CF-DE2AF8DE7583}">
      <dsp:nvSpPr>
        <dsp:cNvPr id="0" name=""/>
        <dsp:cNvSpPr/>
      </dsp:nvSpPr>
      <dsp:spPr>
        <a:xfrm>
          <a:off x="0" y="3109028"/>
          <a:ext cx="9333217" cy="102045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a:lnSpc>
              <a:spcPct val="90000"/>
            </a:lnSpc>
            <a:spcBef>
              <a:spcPct val="0"/>
            </a:spcBef>
            <a:spcAft>
              <a:spcPct val="35000"/>
            </a:spcAft>
          </a:pPr>
          <a:r>
            <a:rPr lang="en-US" sz="1900" b="0" i="0" kern="1200" baseline="0" dirty="0">
              <a:latin typeface="Arial" panose="020B0604020202020204" pitchFamily="34" charset="0"/>
              <a:cs typeface="Arial" panose="020B0604020202020204" pitchFamily="34" charset="0"/>
            </a:rPr>
            <a:t>Inter-process communication consists of: </a:t>
          </a:r>
          <a:endParaRPr lang="en-US" sz="1900" kern="1200" dirty="0">
            <a:latin typeface="Arial" panose="020B0604020202020204" pitchFamily="34" charset="0"/>
            <a:cs typeface="Arial" panose="020B0604020202020204" pitchFamily="34" charset="0"/>
          </a:endParaRPr>
        </a:p>
      </dsp:txBody>
      <dsp:txXfrm>
        <a:off x="0" y="3109028"/>
        <a:ext cx="9333217" cy="551044"/>
      </dsp:txXfrm>
    </dsp:sp>
    <dsp:sp modelId="{CEB14E5A-5185-4B31-98A8-FDC586DB119D}">
      <dsp:nvSpPr>
        <dsp:cNvPr id="0" name=""/>
        <dsp:cNvSpPr/>
      </dsp:nvSpPr>
      <dsp:spPr>
        <a:xfrm>
          <a:off x="0" y="3639663"/>
          <a:ext cx="4666608" cy="469408"/>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en-US" sz="1600" b="0" i="0" kern="1200" baseline="0" dirty="0">
              <a:latin typeface="Arial" panose="020B0604020202020204" pitchFamily="34" charset="0"/>
              <a:cs typeface="Arial" panose="020B0604020202020204" pitchFamily="34" charset="0"/>
            </a:rPr>
            <a:t>Synchronization</a:t>
          </a:r>
          <a:endParaRPr lang="en-US" sz="1600" kern="1200" dirty="0">
            <a:latin typeface="Arial" panose="020B0604020202020204" pitchFamily="34" charset="0"/>
            <a:cs typeface="Arial" panose="020B0604020202020204" pitchFamily="34" charset="0"/>
          </a:endParaRPr>
        </a:p>
      </dsp:txBody>
      <dsp:txXfrm>
        <a:off x="0" y="3639663"/>
        <a:ext cx="4666608" cy="469408"/>
      </dsp:txXfrm>
    </dsp:sp>
    <dsp:sp modelId="{F35B38FE-1C33-442C-A2F7-4D60279893B2}">
      <dsp:nvSpPr>
        <dsp:cNvPr id="0" name=""/>
        <dsp:cNvSpPr/>
      </dsp:nvSpPr>
      <dsp:spPr>
        <a:xfrm>
          <a:off x="4666608" y="3639663"/>
          <a:ext cx="4666608" cy="469408"/>
        </a:xfrm>
        <a:prstGeom prst="rect">
          <a:avLst/>
        </a:prstGeom>
        <a:solidFill>
          <a:schemeClr val="accent3">
            <a:alpha val="90000"/>
            <a:tint val="40000"/>
            <a:hueOff val="0"/>
            <a:satOff val="0"/>
            <a:lumOff val="0"/>
            <a:alphaOff val="0"/>
          </a:schemeClr>
        </a:solidFill>
        <a:ln w="635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en-US" sz="1600" b="0" i="0" kern="1200" baseline="0" dirty="0">
              <a:latin typeface="Arial" panose="020B0604020202020204" pitchFamily="34" charset="0"/>
              <a:cs typeface="Arial" panose="020B0604020202020204" pitchFamily="34" charset="0"/>
            </a:rPr>
            <a:t>Movement of data from one process’s address space to another’s.</a:t>
          </a:r>
          <a:endParaRPr lang="en-US" sz="1600" kern="1200" dirty="0">
            <a:latin typeface="Arial" panose="020B0604020202020204" pitchFamily="34" charset="0"/>
            <a:cs typeface="Arial" panose="020B0604020202020204" pitchFamily="34" charset="0"/>
          </a:endParaRPr>
        </a:p>
      </dsp:txBody>
      <dsp:txXfrm>
        <a:off x="4666608" y="3639663"/>
        <a:ext cx="4666608" cy="469408"/>
      </dsp:txXfrm>
    </dsp:sp>
    <dsp:sp modelId="{1799095A-1650-4926-A829-2F8B1A9FF2FA}">
      <dsp:nvSpPr>
        <dsp:cNvPr id="0" name=""/>
        <dsp:cNvSpPr/>
      </dsp:nvSpPr>
      <dsp:spPr>
        <a:xfrm rot="10800000">
          <a:off x="0" y="1554879"/>
          <a:ext cx="9333217" cy="1569455"/>
        </a:xfrm>
        <a:prstGeom prst="upArrowCallou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a:lnSpc>
              <a:spcPct val="90000"/>
            </a:lnSpc>
            <a:spcBef>
              <a:spcPct val="0"/>
            </a:spcBef>
            <a:spcAft>
              <a:spcPct val="35000"/>
            </a:spcAft>
          </a:pPr>
          <a:r>
            <a:rPr lang="en-US" sz="1900" b="0" i="0" kern="1200" baseline="0" dirty="0">
              <a:latin typeface="Arial" panose="020B0604020202020204" pitchFamily="34" charset="0"/>
              <a:cs typeface="Arial" panose="020B0604020202020204" pitchFamily="34" charset="0"/>
            </a:rPr>
            <a:t>Processes may have multiple threads (program counters and associated stacks) sharing a single address space.  MPI is for communication among processes, which have separate address spaces.</a:t>
          </a:r>
          <a:endParaRPr lang="en-US" sz="1900" kern="1200" dirty="0">
            <a:latin typeface="Arial" panose="020B0604020202020204" pitchFamily="34" charset="0"/>
            <a:cs typeface="Arial" panose="020B0604020202020204" pitchFamily="34" charset="0"/>
          </a:endParaRPr>
        </a:p>
      </dsp:txBody>
      <dsp:txXfrm rot="10800000">
        <a:off x="0" y="1554879"/>
        <a:ext cx="9333217" cy="1019785"/>
      </dsp:txXfrm>
    </dsp:sp>
    <dsp:sp modelId="{7FE629AE-8CE7-4165-B1BE-73B41E1DCB02}">
      <dsp:nvSpPr>
        <dsp:cNvPr id="0" name=""/>
        <dsp:cNvSpPr/>
      </dsp:nvSpPr>
      <dsp:spPr>
        <a:xfrm rot="10800000">
          <a:off x="0" y="730"/>
          <a:ext cx="9333217" cy="1569455"/>
        </a:xfrm>
        <a:prstGeom prst="upArrowCallou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a:lnSpc>
              <a:spcPct val="90000"/>
            </a:lnSpc>
            <a:spcBef>
              <a:spcPct val="0"/>
            </a:spcBef>
            <a:spcAft>
              <a:spcPct val="35000"/>
            </a:spcAft>
          </a:pPr>
          <a:r>
            <a:rPr lang="en-US" sz="1900" b="0" i="0" kern="1200" baseline="0" dirty="0">
              <a:latin typeface="Arial" panose="020B0604020202020204" pitchFamily="34" charset="0"/>
              <a:cs typeface="Arial" panose="020B0604020202020204" pitchFamily="34" charset="0"/>
            </a:rPr>
            <a:t>A process is (traditionally) a program counter and address space.</a:t>
          </a:r>
          <a:endParaRPr lang="en-US" sz="1900" kern="1200" dirty="0">
            <a:latin typeface="Arial" panose="020B0604020202020204" pitchFamily="34" charset="0"/>
            <a:cs typeface="Arial" panose="020B0604020202020204" pitchFamily="34" charset="0"/>
          </a:endParaRPr>
        </a:p>
      </dsp:txBody>
      <dsp:txXfrm rot="10800000">
        <a:off x="0" y="730"/>
        <a:ext cx="9333217" cy="10197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D3CF00-6C9F-4AF9-8036-BDD800829E17}">
      <dsp:nvSpPr>
        <dsp:cNvPr id="0" name=""/>
        <dsp:cNvSpPr/>
      </dsp:nvSpPr>
      <dsp:spPr>
        <a:xfrm>
          <a:off x="0" y="49181"/>
          <a:ext cx="10515600" cy="912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Types of Parallel Computing Models:</a:t>
          </a:r>
        </a:p>
      </dsp:txBody>
      <dsp:txXfrm>
        <a:off x="44549" y="93730"/>
        <a:ext cx="10426502" cy="823502"/>
      </dsp:txXfrm>
    </dsp:sp>
    <dsp:sp modelId="{680D00BF-8EA8-4205-936E-8F95A389A6F5}">
      <dsp:nvSpPr>
        <dsp:cNvPr id="0" name=""/>
        <dsp:cNvSpPr/>
      </dsp:nvSpPr>
      <dsp:spPr>
        <a:xfrm>
          <a:off x="0" y="961781"/>
          <a:ext cx="10515600" cy="173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baseline="0" dirty="0"/>
            <a:t>Data Parallel - the same instructions are carried out simultaneously on multiple data items (SIMD)</a:t>
          </a:r>
          <a:endParaRPr lang="en-US" sz="1900" kern="1200" dirty="0"/>
        </a:p>
        <a:p>
          <a:pPr marL="171450" lvl="1" indent="-171450" algn="l" defTabSz="844550">
            <a:lnSpc>
              <a:spcPct val="90000"/>
            </a:lnSpc>
            <a:spcBef>
              <a:spcPct val="0"/>
            </a:spcBef>
            <a:spcAft>
              <a:spcPct val="20000"/>
            </a:spcAft>
            <a:buChar char="••"/>
          </a:pPr>
          <a:r>
            <a:rPr lang="en-US" sz="1900" b="0" i="0" kern="1200" baseline="0" dirty="0"/>
            <a:t>Task Parallel - different instructions on different data (MIMD)</a:t>
          </a:r>
          <a:endParaRPr lang="en-US" sz="1900" kern="1200" dirty="0"/>
        </a:p>
        <a:p>
          <a:pPr marL="171450" lvl="1" indent="-171450" algn="l" defTabSz="844550">
            <a:lnSpc>
              <a:spcPct val="90000"/>
            </a:lnSpc>
            <a:spcBef>
              <a:spcPct val="0"/>
            </a:spcBef>
            <a:spcAft>
              <a:spcPct val="20000"/>
            </a:spcAft>
            <a:buChar char="••"/>
          </a:pPr>
          <a:r>
            <a:rPr lang="en-US" sz="1900" b="0" i="0" kern="1200" baseline="0" dirty="0"/>
            <a:t>SPMD (single program, multiple data) not synchronized at individual operation level</a:t>
          </a:r>
          <a:endParaRPr lang="en-US" sz="1900" kern="1200" dirty="0"/>
        </a:p>
        <a:p>
          <a:pPr marL="171450" lvl="1" indent="-171450" algn="l" defTabSz="844550">
            <a:lnSpc>
              <a:spcPct val="90000"/>
            </a:lnSpc>
            <a:spcBef>
              <a:spcPct val="0"/>
            </a:spcBef>
            <a:spcAft>
              <a:spcPct val="20000"/>
            </a:spcAft>
            <a:buChar char="••"/>
          </a:pPr>
          <a:r>
            <a:rPr lang="en-US" sz="1900" b="0" i="0" kern="1200" baseline="0" dirty="0"/>
            <a:t>SPMD is equivalent to MIMD since each MIMD program can be made SPMD (similarly for SIMD, but not in practical sense.)</a:t>
          </a:r>
          <a:endParaRPr lang="en-US" sz="1900" kern="1200" dirty="0"/>
        </a:p>
      </dsp:txBody>
      <dsp:txXfrm>
        <a:off x="0" y="961781"/>
        <a:ext cx="10515600" cy="1738800"/>
      </dsp:txXfrm>
    </dsp:sp>
    <dsp:sp modelId="{3ABB439E-72F3-45A1-8D71-0A63F0574A52}">
      <dsp:nvSpPr>
        <dsp:cNvPr id="0" name=""/>
        <dsp:cNvSpPr/>
      </dsp:nvSpPr>
      <dsp:spPr>
        <a:xfrm>
          <a:off x="0" y="2700581"/>
          <a:ext cx="10515600" cy="912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0" i="0" kern="1200" baseline="0" dirty="0"/>
            <a:t>Message passing (and MPI) is for MIMD/SPMD parallelism.  HPF is an example of the SIMD interface.</a:t>
          </a:r>
          <a:endParaRPr lang="en-US" sz="2400" kern="1200" dirty="0"/>
        </a:p>
      </dsp:txBody>
      <dsp:txXfrm>
        <a:off x="44549" y="2745130"/>
        <a:ext cx="10426502" cy="8235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AC632-10A3-4D7C-AA30-85C84833365E}">
      <dsp:nvSpPr>
        <dsp:cNvPr id="0" name=""/>
        <dsp:cNvSpPr/>
      </dsp:nvSpPr>
      <dsp:spPr>
        <a:xfrm>
          <a:off x="0" y="121002"/>
          <a:ext cx="7003777" cy="1357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From a programming perspective, message passing implementations commonly comprise a library of subroutines that are imbedded in source code. The programmer is responsible for determining all parallelism. </a:t>
          </a:r>
        </a:p>
      </dsp:txBody>
      <dsp:txXfrm>
        <a:off x="66253" y="187255"/>
        <a:ext cx="6871271" cy="1224694"/>
      </dsp:txXfrm>
    </dsp:sp>
    <dsp:sp modelId="{4694BB8F-8C38-4661-81E3-E26DCA3E2D9A}">
      <dsp:nvSpPr>
        <dsp:cNvPr id="0" name=""/>
        <dsp:cNvSpPr/>
      </dsp:nvSpPr>
      <dsp:spPr>
        <a:xfrm>
          <a:off x="0" y="1535802"/>
          <a:ext cx="7003777" cy="1357200"/>
        </a:xfrm>
        <a:prstGeom prst="roundRect">
          <a:avLst/>
        </a:prstGeom>
        <a:solidFill>
          <a:schemeClr val="accent2">
            <a:hueOff val="-501784"/>
            <a:satOff val="-2116"/>
            <a:lumOff val="10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t>Historically, a variety of message passing libraries have been available since the 1980s. These implementations differed substantially from each other making it difficult for programmers to develop portable applications. </a:t>
          </a:r>
        </a:p>
      </dsp:txBody>
      <dsp:txXfrm>
        <a:off x="66253" y="1602055"/>
        <a:ext cx="6871271" cy="1224694"/>
      </dsp:txXfrm>
    </dsp:sp>
    <dsp:sp modelId="{06A0F947-CB4E-4017-BAA3-2741845EA857}">
      <dsp:nvSpPr>
        <dsp:cNvPr id="0" name=""/>
        <dsp:cNvSpPr/>
      </dsp:nvSpPr>
      <dsp:spPr>
        <a:xfrm>
          <a:off x="0" y="2950602"/>
          <a:ext cx="7003777" cy="1357200"/>
        </a:xfrm>
        <a:prstGeom prst="roundRect">
          <a:avLst/>
        </a:prstGeom>
        <a:solidFill>
          <a:schemeClr val="accent2">
            <a:hueOff val="-1003569"/>
            <a:satOff val="-4231"/>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In 1992, the MPI Forum was formed with the primary goal of establishing a standard interface for message passing implementations. </a:t>
          </a:r>
        </a:p>
      </dsp:txBody>
      <dsp:txXfrm>
        <a:off x="66253" y="3016855"/>
        <a:ext cx="6871271" cy="1224694"/>
      </dsp:txXfrm>
    </dsp:sp>
    <dsp:sp modelId="{3E61AF15-056A-4FD0-A8F8-CDA3B677DA2E}">
      <dsp:nvSpPr>
        <dsp:cNvPr id="0" name=""/>
        <dsp:cNvSpPr/>
      </dsp:nvSpPr>
      <dsp:spPr>
        <a:xfrm>
          <a:off x="0" y="4365402"/>
          <a:ext cx="7003777" cy="1357200"/>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a:t>Part 1 of the Message Passing Interface (MPI) was released in 1994. Part 2 (MPI-2) was released in 1996. Both MPI specifications are available on the web at </a:t>
          </a:r>
          <a:r>
            <a:rPr lang="en-US" sz="2000" u="sng" kern="1200"/>
            <a:t>www.mcs.anl.gov/Projects/mpi/standard.html. </a:t>
          </a:r>
          <a:endParaRPr lang="en-US" sz="2000" kern="1200"/>
        </a:p>
      </dsp:txBody>
      <dsp:txXfrm>
        <a:off x="66253" y="4431655"/>
        <a:ext cx="6871271" cy="12246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1F128-348A-4E73-B2AD-3B7F92C0B849}">
      <dsp:nvSpPr>
        <dsp:cNvPr id="0" name=""/>
        <dsp:cNvSpPr/>
      </dsp:nvSpPr>
      <dsp:spPr>
        <a:xfrm>
          <a:off x="0" y="77802"/>
          <a:ext cx="7003777" cy="280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a:t>MPI is now the "de facto" industry standard for message passing, replacing virtually all other message passing implementations used for production work. Most, if not all of the popular parallel computing platforms offer at least one implementation of MPI. A few offer a full implementation of MPI-2. </a:t>
          </a:r>
        </a:p>
      </dsp:txBody>
      <dsp:txXfrm>
        <a:off x="137075" y="214877"/>
        <a:ext cx="6729627" cy="2533850"/>
      </dsp:txXfrm>
    </dsp:sp>
    <dsp:sp modelId="{390885A2-0308-41FA-84A4-28F2AF60CFD2}">
      <dsp:nvSpPr>
        <dsp:cNvPr id="0" name=""/>
        <dsp:cNvSpPr/>
      </dsp:nvSpPr>
      <dsp:spPr>
        <a:xfrm>
          <a:off x="0" y="2957802"/>
          <a:ext cx="7003777" cy="2808000"/>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a:t>For shared memory architectures, MPI implementations usually don't use a network for task communications. Instead, they use shared memory (memory copies) for performance reasons. </a:t>
          </a:r>
        </a:p>
      </dsp:txBody>
      <dsp:txXfrm>
        <a:off x="137075" y="3094877"/>
        <a:ext cx="6729627" cy="253385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52378"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475859" y="1350183"/>
          <a:ext cx="960433" cy="9604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964532" y="957278"/>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lvl="0" algn="l" defTabSz="1111250">
            <a:lnSpc>
              <a:spcPct val="100000"/>
            </a:lnSpc>
            <a:spcBef>
              <a:spcPct val="0"/>
            </a:spcBef>
            <a:spcAft>
              <a:spcPct val="35000"/>
            </a:spcAft>
          </a:pPr>
          <a:r>
            <a:rPr lang="en-US" sz="2500" i="0" kern="1200" dirty="0">
              <a:effectLst/>
              <a:latin typeface="Arial" panose="020B0604020202020204" pitchFamily="34" charset="0"/>
              <a:cs typeface="Arial" panose="020B0604020202020204" pitchFamily="34" charset="0"/>
            </a:rPr>
            <a:t>Library M</a:t>
          </a:r>
          <a:r>
            <a:rPr lang="en-US" sz="2500" kern="1200" dirty="0">
              <a:solidFill>
                <a:schemeClr val="tx1"/>
              </a:solidFill>
              <a:latin typeface="Arial" panose="020B0604020202020204" pitchFamily="34" charset="0"/>
              <a:cs typeface="Arial" panose="020B0604020202020204" pitchFamily="34" charset="0"/>
            </a:rPr>
            <a:t>essage-Passing</a:t>
          </a:r>
          <a:r>
            <a:rPr lang="en-US" sz="2500" kern="1200" dirty="0">
              <a:latin typeface="Arial" panose="020B0604020202020204" pitchFamily="34" charset="0"/>
              <a:cs typeface="Arial" panose="020B0604020202020204" pitchFamily="34" charset="0"/>
            </a:rPr>
            <a:t>.</a:t>
          </a:r>
          <a:endParaRPr lang="en-PK" sz="2500" kern="1200" dirty="0">
            <a:latin typeface="Arial" panose="020B0604020202020204" pitchFamily="34" charset="0"/>
            <a:cs typeface="Arial" panose="020B0604020202020204" pitchFamily="34" charset="0"/>
          </a:endParaRPr>
        </a:p>
      </dsp:txBody>
      <dsp:txXfrm>
        <a:off x="1964532" y="957278"/>
        <a:ext cx="4982920" cy="1746243"/>
      </dsp:txXfrm>
    </dsp:sp>
    <dsp:sp modelId="{86AFC238-F655-46AB-B4B9-6CFAB4EEE339}">
      <dsp:nvSpPr>
        <dsp:cNvPr id="0" name=""/>
        <dsp:cNvSpPr/>
      </dsp:nvSpPr>
      <dsp:spPr>
        <a:xfrm>
          <a:off x="-52378"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475859"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855830" y="3140082"/>
          <a:ext cx="5200325"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lvl="0" algn="l" defTabSz="1111250">
            <a:lnSpc>
              <a:spcPct val="100000"/>
            </a:lnSpc>
            <a:spcBef>
              <a:spcPct val="0"/>
            </a:spcBef>
            <a:spcAft>
              <a:spcPct val="35000"/>
            </a:spcAft>
          </a:pPr>
          <a:r>
            <a:rPr lang="en-US" sz="2500" kern="1200" dirty="0">
              <a:solidFill>
                <a:schemeClr val="tx1"/>
              </a:solidFill>
              <a:latin typeface="Arial" panose="020B0604020202020204" pitchFamily="34" charset="0"/>
              <a:cs typeface="Arial" panose="020B0604020202020204" pitchFamily="34" charset="0"/>
            </a:rPr>
            <a:t>MPI Basics Program</a:t>
          </a:r>
          <a:r>
            <a:rPr lang="en-US" sz="2500" kern="1200" dirty="0">
              <a:latin typeface="Arial" panose="020B0604020202020204" pitchFamily="34" charset="0"/>
              <a:cs typeface="Arial" panose="020B0604020202020204" pitchFamily="34" charset="0"/>
            </a:rPr>
            <a:t>.</a:t>
          </a:r>
          <a:endParaRPr lang="en-PK" sz="2500" kern="1200" dirty="0"/>
        </a:p>
      </dsp:txBody>
      <dsp:txXfrm>
        <a:off x="1855830" y="3140082"/>
        <a:ext cx="5200325" cy="174624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FB6C22-E3ED-44B9-99F1-62459AAD28F4}">
      <dsp:nvSpPr>
        <dsp:cNvPr id="0" name=""/>
        <dsp:cNvSpPr/>
      </dsp:nvSpPr>
      <dsp:spPr>
        <a:xfrm>
          <a:off x="0" y="2433374"/>
          <a:ext cx="10515600" cy="15965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lvl="0" algn="ctr" defTabSz="1289050">
            <a:lnSpc>
              <a:spcPct val="90000"/>
            </a:lnSpc>
            <a:spcBef>
              <a:spcPct val="0"/>
            </a:spcBef>
            <a:spcAft>
              <a:spcPct val="35000"/>
            </a:spcAft>
          </a:pPr>
          <a:r>
            <a:rPr lang="en-US" sz="2900" kern="1200"/>
            <a:t>A message-passing library specifications:</a:t>
          </a:r>
        </a:p>
      </dsp:txBody>
      <dsp:txXfrm>
        <a:off x="0" y="2433374"/>
        <a:ext cx="10515600" cy="862140"/>
      </dsp:txXfrm>
    </dsp:sp>
    <dsp:sp modelId="{C896A8A8-721D-4068-8064-A0FC65FBF9C4}">
      <dsp:nvSpPr>
        <dsp:cNvPr id="0" name=""/>
        <dsp:cNvSpPr/>
      </dsp:nvSpPr>
      <dsp:spPr>
        <a:xfrm>
          <a:off x="5134" y="3263584"/>
          <a:ext cx="3501776" cy="73441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lvl="0" algn="ctr" defTabSz="933450">
            <a:lnSpc>
              <a:spcPct val="90000"/>
            </a:lnSpc>
            <a:spcBef>
              <a:spcPct val="0"/>
            </a:spcBef>
            <a:spcAft>
              <a:spcPct val="35000"/>
            </a:spcAft>
          </a:pPr>
          <a:r>
            <a:rPr lang="en-US" sz="2100" kern="1200"/>
            <a:t>Extended message-passing model.</a:t>
          </a:r>
        </a:p>
      </dsp:txBody>
      <dsp:txXfrm>
        <a:off x="5134" y="3263584"/>
        <a:ext cx="3501776" cy="734416"/>
      </dsp:txXfrm>
    </dsp:sp>
    <dsp:sp modelId="{1464C159-4587-42F9-B9AD-9CE599147880}">
      <dsp:nvSpPr>
        <dsp:cNvPr id="0" name=""/>
        <dsp:cNvSpPr/>
      </dsp:nvSpPr>
      <dsp:spPr>
        <a:xfrm>
          <a:off x="3506911" y="3263584"/>
          <a:ext cx="3501776" cy="73441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lvl="0" algn="ctr" defTabSz="933450">
            <a:lnSpc>
              <a:spcPct val="90000"/>
            </a:lnSpc>
            <a:spcBef>
              <a:spcPct val="0"/>
            </a:spcBef>
            <a:spcAft>
              <a:spcPct val="35000"/>
            </a:spcAft>
          </a:pPr>
          <a:r>
            <a:rPr lang="en-US" sz="2100" kern="1200"/>
            <a:t>Not a language or compiler specification.</a:t>
          </a:r>
        </a:p>
      </dsp:txBody>
      <dsp:txXfrm>
        <a:off x="3506911" y="3263584"/>
        <a:ext cx="3501776" cy="734416"/>
      </dsp:txXfrm>
    </dsp:sp>
    <dsp:sp modelId="{DD279B23-970D-4DB1-BD66-AEEC50B5150C}">
      <dsp:nvSpPr>
        <dsp:cNvPr id="0" name=""/>
        <dsp:cNvSpPr/>
      </dsp:nvSpPr>
      <dsp:spPr>
        <a:xfrm>
          <a:off x="7008688" y="3263584"/>
          <a:ext cx="3501776" cy="73441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lvl="0" algn="ctr" defTabSz="933450">
            <a:lnSpc>
              <a:spcPct val="90000"/>
            </a:lnSpc>
            <a:spcBef>
              <a:spcPct val="0"/>
            </a:spcBef>
            <a:spcAft>
              <a:spcPct val="35000"/>
            </a:spcAft>
          </a:pPr>
          <a:r>
            <a:rPr lang="en-US" sz="2100" kern="1200"/>
            <a:t>Not a specific implementation or product.</a:t>
          </a:r>
        </a:p>
      </dsp:txBody>
      <dsp:txXfrm>
        <a:off x="7008688" y="3263584"/>
        <a:ext cx="3501776" cy="734416"/>
      </dsp:txXfrm>
    </dsp:sp>
    <dsp:sp modelId="{2543BDC1-1BDC-4C71-94F5-F307C1EE10BF}">
      <dsp:nvSpPr>
        <dsp:cNvPr id="0" name=""/>
        <dsp:cNvSpPr/>
      </dsp:nvSpPr>
      <dsp:spPr>
        <a:xfrm rot="10800000">
          <a:off x="0" y="1818"/>
          <a:ext cx="10515600" cy="2455505"/>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lvl="0" algn="ctr" defTabSz="1289050">
            <a:lnSpc>
              <a:spcPct val="90000"/>
            </a:lnSpc>
            <a:spcBef>
              <a:spcPct val="0"/>
            </a:spcBef>
            <a:spcAft>
              <a:spcPct val="35000"/>
            </a:spcAft>
          </a:pPr>
          <a:r>
            <a:rPr lang="en-US" sz="2900" kern="1200" dirty="0"/>
            <a:t>MPI is a specification for the developers and users of message passing libraries. By itself, it is NOT a library - but rather the specification of what such a library should be.</a:t>
          </a:r>
        </a:p>
      </dsp:txBody>
      <dsp:txXfrm rot="10800000">
        <a:off x="0" y="1818"/>
        <a:ext cx="10515600" cy="159551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1286D-6FAA-4724-9AD8-3E259B250F4F}">
      <dsp:nvSpPr>
        <dsp:cNvPr id="0" name=""/>
        <dsp:cNvSpPr/>
      </dsp:nvSpPr>
      <dsp:spPr>
        <a:xfrm>
          <a:off x="0" y="57691"/>
          <a:ext cx="10263884" cy="65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0" i="0" kern="1200" baseline="0"/>
            <a:t>MPI provides point-to-point communication.</a:t>
          </a:r>
          <a:endParaRPr lang="en-PK" sz="2800" kern="1200"/>
        </a:p>
      </dsp:txBody>
      <dsp:txXfrm>
        <a:off x="31984" y="89675"/>
        <a:ext cx="10199916" cy="591232"/>
      </dsp:txXfrm>
    </dsp:sp>
    <dsp:sp modelId="{A73BC9B1-4550-4101-A4E0-865A6DC7CDA0}">
      <dsp:nvSpPr>
        <dsp:cNvPr id="0" name=""/>
        <dsp:cNvSpPr/>
      </dsp:nvSpPr>
      <dsp:spPr>
        <a:xfrm>
          <a:off x="0" y="793531"/>
          <a:ext cx="10263884" cy="65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0" i="0" kern="1200" baseline="0"/>
            <a:t>Collective operations</a:t>
          </a:r>
          <a:endParaRPr lang="en-PK" sz="2800" kern="1200"/>
        </a:p>
      </dsp:txBody>
      <dsp:txXfrm>
        <a:off x="31984" y="825515"/>
        <a:ext cx="10199916" cy="591232"/>
      </dsp:txXfrm>
    </dsp:sp>
    <dsp:sp modelId="{626B9CD6-4812-4C4F-8488-A0D2E9D86196}">
      <dsp:nvSpPr>
        <dsp:cNvPr id="0" name=""/>
        <dsp:cNvSpPr/>
      </dsp:nvSpPr>
      <dsp:spPr>
        <a:xfrm>
          <a:off x="0" y="1448731"/>
          <a:ext cx="10263884" cy="1072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5878"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GB" sz="2200" b="0" i="0" kern="1200" baseline="0"/>
            <a:t>Barrier synchronization</a:t>
          </a:r>
          <a:endParaRPr lang="en-PK" sz="2200" kern="1200"/>
        </a:p>
        <a:p>
          <a:pPr marL="228600" lvl="1" indent="-228600" algn="l" defTabSz="977900">
            <a:lnSpc>
              <a:spcPct val="90000"/>
            </a:lnSpc>
            <a:spcBef>
              <a:spcPct val="0"/>
            </a:spcBef>
            <a:spcAft>
              <a:spcPct val="20000"/>
            </a:spcAft>
            <a:buChar char="••"/>
          </a:pPr>
          <a:r>
            <a:rPr lang="en-GB" sz="2200" b="0" i="0" kern="1200" baseline="0"/>
            <a:t>Gather/scatter operations</a:t>
          </a:r>
          <a:endParaRPr lang="en-PK" sz="2200" kern="1200"/>
        </a:p>
        <a:p>
          <a:pPr marL="228600" lvl="1" indent="-228600" algn="l" defTabSz="977900">
            <a:lnSpc>
              <a:spcPct val="90000"/>
            </a:lnSpc>
            <a:spcBef>
              <a:spcPct val="0"/>
            </a:spcBef>
            <a:spcAft>
              <a:spcPct val="20000"/>
            </a:spcAft>
            <a:buChar char="••"/>
          </a:pPr>
          <a:r>
            <a:rPr lang="en-GB" sz="2200" b="0" i="0" kern="1200" baseline="0"/>
            <a:t>Broadcast, reductions</a:t>
          </a:r>
          <a:endParaRPr lang="en-PK" sz="2200" kern="1200"/>
        </a:p>
      </dsp:txBody>
      <dsp:txXfrm>
        <a:off x="0" y="1448731"/>
        <a:ext cx="10263884" cy="1072260"/>
      </dsp:txXfrm>
    </dsp:sp>
    <dsp:sp modelId="{09E21807-27D1-4320-A7B0-663C41266121}">
      <dsp:nvSpPr>
        <dsp:cNvPr id="0" name=""/>
        <dsp:cNvSpPr/>
      </dsp:nvSpPr>
      <dsp:spPr>
        <a:xfrm>
          <a:off x="0" y="2520992"/>
          <a:ext cx="10263884" cy="65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0" i="0" kern="1200" baseline="0"/>
            <a:t>Predefined and derived datatypes.</a:t>
          </a:r>
          <a:endParaRPr lang="en-PK" sz="2800" kern="1200"/>
        </a:p>
      </dsp:txBody>
      <dsp:txXfrm>
        <a:off x="31984" y="2552976"/>
        <a:ext cx="10199916" cy="591232"/>
      </dsp:txXfrm>
    </dsp:sp>
    <dsp:sp modelId="{8B5A8963-7F1B-4A78-8A32-D10B31C9A64B}">
      <dsp:nvSpPr>
        <dsp:cNvPr id="0" name=""/>
        <dsp:cNvSpPr/>
      </dsp:nvSpPr>
      <dsp:spPr>
        <a:xfrm>
          <a:off x="0" y="3256831"/>
          <a:ext cx="10263884" cy="65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0" i="0" kern="1200" baseline="0"/>
            <a:t>Virtual topologies.</a:t>
          </a:r>
          <a:endParaRPr lang="en-PK" sz="2800" kern="1200"/>
        </a:p>
      </dsp:txBody>
      <dsp:txXfrm>
        <a:off x="31984" y="3288815"/>
        <a:ext cx="10199916" cy="591232"/>
      </dsp:txXfrm>
    </dsp:sp>
    <dsp:sp modelId="{8F38DFAC-4948-4726-AE4B-EB0444755183}">
      <dsp:nvSpPr>
        <dsp:cNvPr id="0" name=""/>
        <dsp:cNvSpPr/>
      </dsp:nvSpPr>
      <dsp:spPr>
        <a:xfrm>
          <a:off x="0" y="3992672"/>
          <a:ext cx="10263884" cy="655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0" i="0" kern="1200" baseline="0"/>
            <a:t>C/C++ and Fortran bindings.</a:t>
          </a:r>
          <a:endParaRPr lang="en-PK" sz="2800" kern="1200"/>
        </a:p>
      </dsp:txBody>
      <dsp:txXfrm>
        <a:off x="31984" y="4024656"/>
        <a:ext cx="10199916" cy="59123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lvl="0" algn="l" defTabSz="1111250">
            <a:lnSpc>
              <a:spcPct val="100000"/>
            </a:lnSpc>
            <a:spcBef>
              <a:spcPct val="0"/>
            </a:spcBef>
            <a:spcAft>
              <a:spcPct val="35000"/>
            </a:spcAft>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What is </a:t>
          </a:r>
          <a:r>
            <a:rPr lang="en-US" sz="2500" kern="1200" dirty="0">
              <a:latin typeface="Arial" panose="020B0604020202020204" pitchFamily="34" charset="0"/>
              <a:cs typeface="Arial" panose="020B0604020202020204" pitchFamily="34" charset="0"/>
            </a:rPr>
            <a:t>Message Passing Programming?</a:t>
          </a:r>
          <a:endParaRPr lang="en-PK" sz="2500" kern="1200" dirty="0"/>
        </a:p>
      </dsp:txBody>
      <dsp:txXfrm>
        <a:off x="2024809" y="949585"/>
        <a:ext cx="4978967" cy="1753081"/>
      </dsp:txXfrm>
    </dsp:sp>
    <dsp:sp modelId="{86AFC238-F655-46AB-B4B9-6CFAB4EEE339}">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lvl="0" algn="l" defTabSz="1111250">
            <a:lnSpc>
              <a:spcPct val="100000"/>
            </a:lnSpc>
            <a:spcBef>
              <a:spcPct val="0"/>
            </a:spcBef>
            <a:spcAft>
              <a:spcPct val="35000"/>
            </a:spcAft>
          </a:pPr>
          <a:r>
            <a:rPr lang="en-US" sz="2500" kern="1200" dirty="0">
              <a:solidFill>
                <a:schemeClr val="tx1"/>
              </a:solidFill>
              <a:latin typeface="Arial" panose="020B0604020202020204" pitchFamily="34" charset="0"/>
              <a:cs typeface="Arial" panose="020B0604020202020204" pitchFamily="34" charset="0"/>
            </a:rPr>
            <a:t>Message Passing Programming Modes</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a:t>
          </a:r>
          <a:endParaRPr lang="en-PK" sz="2500" kern="1200" dirty="0"/>
        </a:p>
      </dsp:txBody>
      <dsp:txXfrm>
        <a:off x="2024809" y="3140937"/>
        <a:ext cx="4978967" cy="175308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D84A68-C1A5-40AC-B0F2-899B9A028258}">
      <dsp:nvSpPr>
        <dsp:cNvPr id="0" name=""/>
        <dsp:cNvSpPr/>
      </dsp:nvSpPr>
      <dsp:spPr>
        <a:xfrm>
          <a:off x="0" y="0"/>
          <a:ext cx="8654744" cy="7312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a:t>Distributed memory processes have access only to local data. The sender process issues a send call, and the receiver process issues a matching receive call.</a:t>
          </a:r>
        </a:p>
      </dsp:txBody>
      <dsp:txXfrm>
        <a:off x="21418" y="21418"/>
        <a:ext cx="7780096" cy="688427"/>
      </dsp:txXfrm>
    </dsp:sp>
    <dsp:sp modelId="{F05F4AD2-B639-4BF3-87C4-EB17AC67EB68}">
      <dsp:nvSpPr>
        <dsp:cNvPr id="0" name=""/>
        <dsp:cNvSpPr/>
      </dsp:nvSpPr>
      <dsp:spPr>
        <a:xfrm>
          <a:off x="646295" y="832827"/>
          <a:ext cx="8654744" cy="7312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a:t>The logical view of a machine supporting the message-passing paradigm consists of p processes, each with its own exclusive address space. </a:t>
          </a:r>
        </a:p>
      </dsp:txBody>
      <dsp:txXfrm>
        <a:off x="667713" y="854245"/>
        <a:ext cx="7490291" cy="688427"/>
      </dsp:txXfrm>
    </dsp:sp>
    <dsp:sp modelId="{229A207F-61C8-4F92-8ECD-665F11F1823F}">
      <dsp:nvSpPr>
        <dsp:cNvPr id="0" name=""/>
        <dsp:cNvSpPr/>
      </dsp:nvSpPr>
      <dsp:spPr>
        <a:xfrm>
          <a:off x="1292591" y="1665655"/>
          <a:ext cx="8654744" cy="7312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a:t>Each data element must belong to one of the partitions of the space; hence, data must be explicitly partitioned and placed. </a:t>
          </a:r>
        </a:p>
      </dsp:txBody>
      <dsp:txXfrm>
        <a:off x="1314009" y="1687073"/>
        <a:ext cx="7490291" cy="688427"/>
      </dsp:txXfrm>
    </dsp:sp>
    <dsp:sp modelId="{813B8C75-98C8-499D-8C3D-27A5EAD8A8E0}">
      <dsp:nvSpPr>
        <dsp:cNvPr id="0" name=""/>
        <dsp:cNvSpPr/>
      </dsp:nvSpPr>
      <dsp:spPr>
        <a:xfrm>
          <a:off x="1938887" y="2498483"/>
          <a:ext cx="8654744" cy="7312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a:t>All interactions (read-only or read/write) require cooperation of two processes – the process that has the data and the process that wants to access the data. </a:t>
          </a:r>
        </a:p>
      </dsp:txBody>
      <dsp:txXfrm>
        <a:off x="1960305" y="2519901"/>
        <a:ext cx="7490291" cy="688427"/>
      </dsp:txXfrm>
    </dsp:sp>
    <dsp:sp modelId="{9C576D03-3539-49F3-86BE-9AC4ADC67C51}">
      <dsp:nvSpPr>
        <dsp:cNvPr id="0" name=""/>
        <dsp:cNvSpPr/>
      </dsp:nvSpPr>
      <dsp:spPr>
        <a:xfrm>
          <a:off x="2585183" y="3331310"/>
          <a:ext cx="8654744" cy="7312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a:t>These two constraints, while onerous, make underlying costs very explicit to the programmer.</a:t>
          </a:r>
        </a:p>
      </dsp:txBody>
      <dsp:txXfrm>
        <a:off x="2606601" y="3352728"/>
        <a:ext cx="7490291" cy="688427"/>
      </dsp:txXfrm>
    </dsp:sp>
    <dsp:sp modelId="{48A67E06-FF05-476F-BF50-C42F56DA12F3}">
      <dsp:nvSpPr>
        <dsp:cNvPr id="0" name=""/>
        <dsp:cNvSpPr/>
      </dsp:nvSpPr>
      <dsp:spPr>
        <a:xfrm>
          <a:off x="8179423" y="534228"/>
          <a:ext cx="475321" cy="47532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8286370" y="534228"/>
        <a:ext cx="261427" cy="357679"/>
      </dsp:txXfrm>
    </dsp:sp>
    <dsp:sp modelId="{936EAF3B-CDBE-4107-8522-F7B889AB53D5}">
      <dsp:nvSpPr>
        <dsp:cNvPr id="0" name=""/>
        <dsp:cNvSpPr/>
      </dsp:nvSpPr>
      <dsp:spPr>
        <a:xfrm>
          <a:off x="8825719" y="1367056"/>
          <a:ext cx="475321" cy="47532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8932666" y="1367056"/>
        <a:ext cx="261427" cy="357679"/>
      </dsp:txXfrm>
    </dsp:sp>
    <dsp:sp modelId="{D0A02231-76AD-453D-A5D4-51153D7BB1DD}">
      <dsp:nvSpPr>
        <dsp:cNvPr id="0" name=""/>
        <dsp:cNvSpPr/>
      </dsp:nvSpPr>
      <dsp:spPr>
        <a:xfrm>
          <a:off x="9472015" y="2187696"/>
          <a:ext cx="475321" cy="47532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9578962" y="2187696"/>
        <a:ext cx="261427" cy="357679"/>
      </dsp:txXfrm>
    </dsp:sp>
    <dsp:sp modelId="{D7538634-3B9D-4E1C-A3FA-4DE7811F9745}">
      <dsp:nvSpPr>
        <dsp:cNvPr id="0" name=""/>
        <dsp:cNvSpPr/>
      </dsp:nvSpPr>
      <dsp:spPr>
        <a:xfrm>
          <a:off x="10118310" y="3028648"/>
          <a:ext cx="475321" cy="47532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10225257" y="3028648"/>
        <a:ext cx="261427" cy="35767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2FC28-CB9C-459B-A1E1-E69D3565ED02}">
      <dsp:nvSpPr>
        <dsp:cNvPr id="0" name=""/>
        <dsp:cNvSpPr/>
      </dsp:nvSpPr>
      <dsp:spPr>
        <a:xfrm rot="5400000">
          <a:off x="6018121" y="-1565489"/>
          <a:ext cx="3250059" cy="719355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6210" tIns="78105" rIns="156210" bIns="78105" numCol="1" spcCol="1270" anchor="ctr" anchorCtr="0">
          <a:noAutofit/>
        </a:bodyPr>
        <a:lstStyle/>
        <a:p>
          <a:pPr marL="285750" lvl="1" indent="-285750" algn="l" defTabSz="1822450">
            <a:lnSpc>
              <a:spcPct val="90000"/>
            </a:lnSpc>
            <a:spcBef>
              <a:spcPct val="0"/>
            </a:spcBef>
            <a:spcAft>
              <a:spcPct val="15000"/>
            </a:spcAft>
            <a:buChar char="••"/>
          </a:pPr>
          <a:r>
            <a:rPr lang="en-GB" sz="4100" b="0" i="0" kern="1200" baseline="0" dirty="0"/>
            <a:t>Synchronous/asynchronous</a:t>
          </a:r>
          <a:endParaRPr lang="en-PK" sz="4100" kern="1200" dirty="0"/>
        </a:p>
        <a:p>
          <a:pPr marL="285750" lvl="1" indent="-285750" algn="l" defTabSz="1822450">
            <a:lnSpc>
              <a:spcPct val="90000"/>
            </a:lnSpc>
            <a:spcBef>
              <a:spcPct val="0"/>
            </a:spcBef>
            <a:spcAft>
              <a:spcPct val="15000"/>
            </a:spcAft>
            <a:buChar char="••"/>
          </a:pPr>
          <a:r>
            <a:rPr lang="en-GB" sz="4100" b="0" i="0" kern="1200" baseline="0" dirty="0"/>
            <a:t>Blocking/non-blocking</a:t>
          </a:r>
          <a:endParaRPr lang="en-PK" sz="4100" kern="1200" dirty="0"/>
        </a:p>
        <a:p>
          <a:pPr marL="285750" lvl="1" indent="-285750" algn="l" defTabSz="1822450">
            <a:lnSpc>
              <a:spcPct val="90000"/>
            </a:lnSpc>
            <a:spcBef>
              <a:spcPct val="0"/>
            </a:spcBef>
            <a:spcAft>
              <a:spcPct val="15000"/>
            </a:spcAft>
            <a:buChar char="••"/>
          </a:pPr>
          <a:r>
            <a:rPr lang="en-GB" sz="4100" b="0" i="0" kern="1200" baseline="0" dirty="0"/>
            <a:t>Buffered/unbuffered</a:t>
          </a:r>
          <a:endParaRPr lang="en-PK" sz="4100" kern="1200" dirty="0"/>
        </a:p>
      </dsp:txBody>
      <dsp:txXfrm rot="-5400000">
        <a:off x="4046375" y="564912"/>
        <a:ext cx="7034898" cy="2932749"/>
      </dsp:txXfrm>
    </dsp:sp>
    <dsp:sp modelId="{7DECBFEB-0A2C-4DFB-B213-AA2C4714D681}">
      <dsp:nvSpPr>
        <dsp:cNvPr id="0" name=""/>
        <dsp:cNvSpPr/>
      </dsp:nvSpPr>
      <dsp:spPr>
        <a:xfrm>
          <a:off x="0" y="0"/>
          <a:ext cx="4046374" cy="4062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GB" sz="3400" b="0" i="0" kern="1200" baseline="0" dirty="0"/>
            <a:t>Different communication modes that can be used for message</a:t>
          </a:r>
          <a:r>
            <a:rPr lang="en-GB" sz="3400" kern="1200" dirty="0"/>
            <a:t> passing programming are:</a:t>
          </a:r>
          <a:endParaRPr lang="en-PK" sz="3400" kern="1200" dirty="0"/>
        </a:p>
      </dsp:txBody>
      <dsp:txXfrm>
        <a:off x="197528" y="197528"/>
        <a:ext cx="3651318" cy="366751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E146BD-E34C-45E5-AF8D-C789C2A3B085}">
      <dsp:nvSpPr>
        <dsp:cNvPr id="0" name=""/>
        <dsp:cNvSpPr/>
      </dsp:nvSpPr>
      <dsp:spPr>
        <a:xfrm>
          <a:off x="200761" y="111"/>
          <a:ext cx="4334604" cy="27524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C33FFC-03F6-4825-9F6B-A1A604CED40B}">
      <dsp:nvSpPr>
        <dsp:cNvPr id="0" name=""/>
        <dsp:cNvSpPr/>
      </dsp:nvSpPr>
      <dsp:spPr>
        <a:xfrm>
          <a:off x="682384" y="457653"/>
          <a:ext cx="4334604" cy="27524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latin typeface="Arial" panose="020B0604020202020204" pitchFamily="34" charset="0"/>
              <a:cs typeface="Arial" panose="020B0604020202020204" pitchFamily="34" charset="0"/>
            </a:rPr>
            <a:t>Non-blocking: A routine is non-blocking if it is guaranteed to complete regardless of external events (e.g., the other processors). Example: A send is non-blocking if it is guaranteed to return whether or not there is a matching receive. </a:t>
          </a:r>
        </a:p>
      </dsp:txBody>
      <dsp:txXfrm>
        <a:off x="763001" y="538270"/>
        <a:ext cx="4173370" cy="2591239"/>
      </dsp:txXfrm>
    </dsp:sp>
    <dsp:sp modelId="{31658C81-7C69-4674-8A20-3219B6F6E9FD}">
      <dsp:nvSpPr>
        <dsp:cNvPr id="0" name=""/>
        <dsp:cNvSpPr/>
      </dsp:nvSpPr>
      <dsp:spPr>
        <a:xfrm>
          <a:off x="5498611" y="111"/>
          <a:ext cx="4334604" cy="27524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FC68A9-FAF1-4082-9A29-1D6C189F9F3D}">
      <dsp:nvSpPr>
        <dsp:cNvPr id="0" name=""/>
        <dsp:cNvSpPr/>
      </dsp:nvSpPr>
      <dsp:spPr>
        <a:xfrm>
          <a:off x="5980234" y="457653"/>
          <a:ext cx="4334604" cy="27524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latin typeface="Arial" panose="020B0604020202020204" pitchFamily="34" charset="0"/>
              <a:cs typeface="Arial" panose="020B0604020202020204" pitchFamily="34" charset="0"/>
            </a:rPr>
            <a:t>Blocking: A routine is blocking if its completion (return of control to the calling routine) may depend on an external event (an event that is outside the control of the routine itself). Example: A send is blocking if it does not return until there is a matching receive. </a:t>
          </a:r>
        </a:p>
      </dsp:txBody>
      <dsp:txXfrm>
        <a:off x="6060851" y="538270"/>
        <a:ext cx="4173370" cy="259123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E7F5F1-CACC-4716-8A00-F130E6FF58A8}">
      <dsp:nvSpPr>
        <dsp:cNvPr id="0" name=""/>
        <dsp:cNvSpPr/>
      </dsp:nvSpPr>
      <dsp:spPr>
        <a:xfrm>
          <a:off x="1239" y="555488"/>
          <a:ext cx="4351736" cy="27633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6D4E2F-3E3C-4C8E-83DA-5168C084DF68}">
      <dsp:nvSpPr>
        <dsp:cNvPr id="0" name=""/>
        <dsp:cNvSpPr/>
      </dsp:nvSpPr>
      <dsp:spPr>
        <a:xfrm>
          <a:off x="484766" y="1014838"/>
          <a:ext cx="4351736" cy="27633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a:latin typeface="Arial" panose="020B0604020202020204" pitchFamily="34" charset="0"/>
              <a:cs typeface="Arial" panose="020B0604020202020204" pitchFamily="34" charset="0"/>
            </a:rPr>
            <a:t>Asynchronous: A routine is asynchronous if it initiates an operation that happens logically outside the flow of control of the calling process. The important practical distinction is whether the program may be required to check for completion of the operation before proceeding. </a:t>
          </a:r>
        </a:p>
      </dsp:txBody>
      <dsp:txXfrm>
        <a:off x="565702" y="1095774"/>
        <a:ext cx="4189864" cy="2601480"/>
      </dsp:txXfrm>
    </dsp:sp>
    <dsp:sp modelId="{61287B1A-C465-4F88-9947-2394DA9A46E4}">
      <dsp:nvSpPr>
        <dsp:cNvPr id="0" name=""/>
        <dsp:cNvSpPr/>
      </dsp:nvSpPr>
      <dsp:spPr>
        <a:xfrm>
          <a:off x="5320028" y="555488"/>
          <a:ext cx="4351736" cy="27633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06B0C2-7DAA-424F-9B1E-97434FFFB942}">
      <dsp:nvSpPr>
        <dsp:cNvPr id="0" name=""/>
        <dsp:cNvSpPr/>
      </dsp:nvSpPr>
      <dsp:spPr>
        <a:xfrm>
          <a:off x="5803554" y="1014838"/>
          <a:ext cx="4351736" cy="27633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a:latin typeface="Arial" panose="020B0604020202020204" pitchFamily="34" charset="0"/>
              <a:cs typeface="Arial" panose="020B0604020202020204" pitchFamily="34" charset="0"/>
            </a:rPr>
            <a:t>Synchronous: A routine is synchronous if its operation happens within the flow of control of the calling process. </a:t>
          </a:r>
        </a:p>
      </dsp:txBody>
      <dsp:txXfrm>
        <a:off x="5884490" y="1095774"/>
        <a:ext cx="4189864" cy="260148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391CC5-4EA0-4E48-BFA4-B203A552A705}">
      <dsp:nvSpPr>
        <dsp:cNvPr id="0" name=""/>
        <dsp:cNvSpPr/>
      </dsp:nvSpPr>
      <dsp:spPr>
        <a:xfrm>
          <a:off x="1239" y="555488"/>
          <a:ext cx="4351736" cy="27633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11A3BB-2B66-4D63-A3AF-7AFCFD717D96}">
      <dsp:nvSpPr>
        <dsp:cNvPr id="0" name=""/>
        <dsp:cNvSpPr/>
      </dsp:nvSpPr>
      <dsp:spPr>
        <a:xfrm>
          <a:off x="484766" y="1014838"/>
          <a:ext cx="4351736" cy="27633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0" i="0" kern="1200" dirty="0">
              <a:latin typeface="Arial" panose="020B0604020202020204" pitchFamily="34" charset="0"/>
              <a:cs typeface="Arial" panose="020B0604020202020204" pitchFamily="34" charset="0"/>
            </a:rPr>
            <a:t>Buffered: A routine that uses buffered message passing is a program that sends and receives messages using a buffer. In this mode, messages are queued in the buffer until they are ready to be sent or received. </a:t>
          </a:r>
          <a:endParaRPr lang="en-US" sz="2000" kern="1200" dirty="0">
            <a:latin typeface="Arial" panose="020B0604020202020204" pitchFamily="34" charset="0"/>
            <a:cs typeface="Arial" panose="020B0604020202020204" pitchFamily="34" charset="0"/>
          </a:endParaRPr>
        </a:p>
      </dsp:txBody>
      <dsp:txXfrm>
        <a:off x="565702" y="1095774"/>
        <a:ext cx="4189864" cy="2601480"/>
      </dsp:txXfrm>
    </dsp:sp>
    <dsp:sp modelId="{DE142D05-4830-4F25-BF46-ED86784B226E}">
      <dsp:nvSpPr>
        <dsp:cNvPr id="0" name=""/>
        <dsp:cNvSpPr/>
      </dsp:nvSpPr>
      <dsp:spPr>
        <a:xfrm>
          <a:off x="5320028" y="555488"/>
          <a:ext cx="4351736" cy="27633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C0951-5C22-4BF9-AEBE-7DD3D318C45D}">
      <dsp:nvSpPr>
        <dsp:cNvPr id="0" name=""/>
        <dsp:cNvSpPr/>
      </dsp:nvSpPr>
      <dsp:spPr>
        <a:xfrm>
          <a:off x="5803554" y="1014838"/>
          <a:ext cx="4351736" cy="27633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0" i="0" kern="1200" dirty="0">
              <a:latin typeface="Arial" panose="020B0604020202020204" pitchFamily="34" charset="0"/>
              <a:cs typeface="Arial" panose="020B0604020202020204" pitchFamily="34" charset="0"/>
            </a:rPr>
            <a:t>Unbuffered: A routine may be used to perform a specific message-passing task, such as sending or receiving a message between two processes. Does not use a buffer. Messages are sent and received immediately without any buffering. This mode is useful when low latency is required.</a:t>
          </a:r>
          <a:endParaRPr lang="en-US" sz="2000" kern="1200" dirty="0">
            <a:latin typeface="Arial" panose="020B0604020202020204" pitchFamily="34" charset="0"/>
            <a:cs typeface="Arial" panose="020B0604020202020204" pitchFamily="34" charset="0"/>
          </a:endParaRPr>
        </a:p>
      </dsp:txBody>
      <dsp:txXfrm>
        <a:off x="5884490" y="1095774"/>
        <a:ext cx="4189864" cy="260148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lvl="0" algn="l" defTabSz="1111250">
            <a:lnSpc>
              <a:spcPct val="90000"/>
            </a:lnSpc>
            <a:spcBef>
              <a:spcPct val="0"/>
            </a:spcBef>
            <a:spcAft>
              <a:spcPct val="35000"/>
            </a:spcAft>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Understanding of </a:t>
          </a:r>
          <a:r>
            <a:rPr lang="en-US" sz="2500" kern="1200" dirty="0">
              <a:solidFill>
                <a:schemeClr val="tx1"/>
              </a:solidFill>
              <a:latin typeface="Arial" panose="020B0604020202020204" pitchFamily="34" charset="0"/>
              <a:cs typeface="Arial" panose="020B0604020202020204" pitchFamily="34" charset="0"/>
            </a:rPr>
            <a:t>Synchronous Message Passing</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a:t>
          </a:r>
          <a:endParaRPr lang="en-US" sz="2500" kern="1200" dirty="0">
            <a:latin typeface="Arial" panose="020B0604020202020204" pitchFamily="34" charset="0"/>
            <a:cs typeface="Arial" panose="020B0604020202020204" pitchFamily="34" charset="0"/>
          </a:endParaRP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lvl="0" algn="l" defTabSz="1111250">
            <a:lnSpc>
              <a:spcPct val="90000"/>
            </a:lnSpc>
            <a:spcBef>
              <a:spcPct val="0"/>
            </a:spcBef>
            <a:spcAft>
              <a:spcPct val="35000"/>
            </a:spcAft>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Understanding of As</a:t>
          </a:r>
          <a:r>
            <a:rPr lang="en-US" sz="2500" kern="1200" dirty="0">
              <a:solidFill>
                <a:schemeClr val="tx1"/>
              </a:solidFill>
              <a:latin typeface="Arial" panose="020B0604020202020204" pitchFamily="34" charset="0"/>
              <a:cs typeface="Arial" panose="020B0604020202020204" pitchFamily="34" charset="0"/>
            </a:rPr>
            <a:t>ynchronous Message Passing</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a:t>
          </a:r>
          <a:endParaRPr lang="en-US" sz="2500" kern="1200" dirty="0">
            <a:latin typeface="Arial" panose="020B0604020202020204" pitchFamily="34" charset="0"/>
            <a:cs typeface="Arial" panose="020B0604020202020204" pitchFamily="34" charset="0"/>
          </a:endParaRPr>
        </a:p>
      </dsp:txBody>
      <dsp:txXfrm>
        <a:off x="2024809" y="3140937"/>
        <a:ext cx="4978967" cy="175308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D22FD-D82D-4A64-A1FC-5E777DD42D7B}">
      <dsp:nvSpPr>
        <dsp:cNvPr id="0" name=""/>
        <dsp:cNvSpPr/>
      </dsp:nvSpPr>
      <dsp:spPr>
        <a:xfrm>
          <a:off x="0" y="248795"/>
          <a:ext cx="10236592" cy="1272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kern="1200"/>
            <a:t>Message-passing programs are often written using the asynchronous or loosely synchronous paradigms. </a:t>
          </a:r>
        </a:p>
      </dsp:txBody>
      <dsp:txXfrm>
        <a:off x="62141" y="310936"/>
        <a:ext cx="10112310" cy="1148678"/>
      </dsp:txXfrm>
    </dsp:sp>
    <dsp:sp modelId="{A2C5EB59-5F93-4C3C-BEA1-7AF2D82CA10D}">
      <dsp:nvSpPr>
        <dsp:cNvPr id="0" name=""/>
        <dsp:cNvSpPr/>
      </dsp:nvSpPr>
      <dsp:spPr>
        <a:xfrm>
          <a:off x="0" y="1521755"/>
          <a:ext cx="10236592" cy="1920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501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dirty="0"/>
            <a:t>In the asynchronous paradigm, all concurrent tasks execute asynchronously. </a:t>
          </a:r>
        </a:p>
        <a:p>
          <a:pPr marL="228600" lvl="1" indent="-228600" algn="l" defTabSz="1111250">
            <a:lnSpc>
              <a:spcPct val="90000"/>
            </a:lnSpc>
            <a:spcBef>
              <a:spcPct val="0"/>
            </a:spcBef>
            <a:spcAft>
              <a:spcPct val="20000"/>
            </a:spcAft>
            <a:buChar char="••"/>
          </a:pPr>
          <a:r>
            <a:rPr lang="en-US" sz="2500" kern="1200" dirty="0"/>
            <a:t>In the loosely synchronous model, tasks or subsets of tasks synchronize to perform interactions. Between these interactions, tasks execute completely asynchronously.</a:t>
          </a:r>
        </a:p>
      </dsp:txBody>
      <dsp:txXfrm>
        <a:off x="0" y="1521755"/>
        <a:ext cx="10236592" cy="192096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EFEBFA-4331-4C7A-86C6-170343751B56}">
      <dsp:nvSpPr>
        <dsp:cNvPr id="0" name=""/>
        <dsp:cNvSpPr/>
      </dsp:nvSpPr>
      <dsp:spPr>
        <a:xfrm>
          <a:off x="0" y="123522"/>
          <a:ext cx="7003777" cy="9547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0" i="0" kern="1200" baseline="0"/>
            <a:t>A synchronous communication is not complete until the message has been received. </a:t>
          </a:r>
          <a:endParaRPr lang="en-US" sz="2400" kern="1200"/>
        </a:p>
      </dsp:txBody>
      <dsp:txXfrm>
        <a:off x="46606" y="170128"/>
        <a:ext cx="6910565" cy="861507"/>
      </dsp:txXfrm>
    </dsp:sp>
    <dsp:sp modelId="{C45E1760-1751-4C1B-B6A9-97C12D8FDEFA}">
      <dsp:nvSpPr>
        <dsp:cNvPr id="0" name=""/>
        <dsp:cNvSpPr/>
      </dsp:nvSpPr>
      <dsp:spPr>
        <a:xfrm>
          <a:off x="0" y="1078242"/>
          <a:ext cx="7003777"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baseline="0"/>
            <a:t>Completes once ack is received by sender.</a:t>
          </a:r>
          <a:endParaRPr lang="en-US" sz="1900" kern="1200"/>
        </a:p>
      </dsp:txBody>
      <dsp:txXfrm>
        <a:off x="0" y="1078242"/>
        <a:ext cx="7003777" cy="397440"/>
      </dsp:txXfrm>
    </dsp:sp>
    <dsp:sp modelId="{56BD0638-316D-4D9E-98CE-8FFE50A84E04}">
      <dsp:nvSpPr>
        <dsp:cNvPr id="0" name=""/>
        <dsp:cNvSpPr/>
      </dsp:nvSpPr>
      <dsp:spPr>
        <a:xfrm>
          <a:off x="0" y="1475682"/>
          <a:ext cx="7003777" cy="954719"/>
        </a:xfrm>
        <a:prstGeom prst="roundRect">
          <a:avLst/>
        </a:prstGeom>
        <a:solidFill>
          <a:schemeClr val="accent2">
            <a:hueOff val="-501784"/>
            <a:satOff val="-2116"/>
            <a:lumOff val="10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Communication upon synchronization.</a:t>
          </a:r>
        </a:p>
      </dsp:txBody>
      <dsp:txXfrm>
        <a:off x="46606" y="1522288"/>
        <a:ext cx="6910565" cy="861507"/>
      </dsp:txXfrm>
    </dsp:sp>
    <dsp:sp modelId="{C75C0C6E-1742-4E51-82BD-1B9E72EA1280}">
      <dsp:nvSpPr>
        <dsp:cNvPr id="0" name=""/>
        <dsp:cNvSpPr/>
      </dsp:nvSpPr>
      <dsp:spPr>
        <a:xfrm>
          <a:off x="0" y="2499522"/>
          <a:ext cx="7003777" cy="954719"/>
        </a:xfrm>
        <a:prstGeom prst="roundRect">
          <a:avLst/>
        </a:prstGeom>
        <a:solidFill>
          <a:schemeClr val="accent2">
            <a:hueOff val="-1003569"/>
            <a:satOff val="-4231"/>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Hoare’s Communicating Sequential Processes (1978).</a:t>
          </a:r>
        </a:p>
      </dsp:txBody>
      <dsp:txXfrm>
        <a:off x="46606" y="2546128"/>
        <a:ext cx="6910565" cy="861507"/>
      </dsp:txXfrm>
    </dsp:sp>
    <dsp:sp modelId="{DDF059D5-4F20-4527-93DD-982537F374F0}">
      <dsp:nvSpPr>
        <dsp:cNvPr id="0" name=""/>
        <dsp:cNvSpPr/>
      </dsp:nvSpPr>
      <dsp:spPr>
        <a:xfrm>
          <a:off x="0" y="3523362"/>
          <a:ext cx="7003777" cy="954719"/>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BLOCKING send and receive operations.</a:t>
          </a:r>
        </a:p>
      </dsp:txBody>
      <dsp:txXfrm>
        <a:off x="46606" y="3569968"/>
        <a:ext cx="6910565" cy="861507"/>
      </dsp:txXfrm>
    </dsp:sp>
    <dsp:sp modelId="{A2D26297-D77C-4C6D-9BA8-68FB82258636}">
      <dsp:nvSpPr>
        <dsp:cNvPr id="0" name=""/>
        <dsp:cNvSpPr/>
      </dsp:nvSpPr>
      <dsp:spPr>
        <a:xfrm>
          <a:off x="0" y="4478082"/>
          <a:ext cx="7003777" cy="124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Unbuffered communication.</a:t>
          </a:r>
        </a:p>
        <a:p>
          <a:pPr marL="171450" lvl="1" indent="-171450" algn="l" defTabSz="844550">
            <a:lnSpc>
              <a:spcPct val="90000"/>
            </a:lnSpc>
            <a:spcBef>
              <a:spcPct val="0"/>
            </a:spcBef>
            <a:spcAft>
              <a:spcPct val="20000"/>
            </a:spcAft>
            <a:buChar char="••"/>
          </a:pPr>
          <a:r>
            <a:rPr lang="en-US" sz="1900" kern="1200"/>
            <a:t>Several steps in protocol- synchronization, data movement, completion.</a:t>
          </a:r>
        </a:p>
        <a:p>
          <a:pPr marL="171450" lvl="1" indent="-171450" algn="l" defTabSz="844550">
            <a:lnSpc>
              <a:spcPct val="90000"/>
            </a:lnSpc>
            <a:spcBef>
              <a:spcPct val="0"/>
            </a:spcBef>
            <a:spcAft>
              <a:spcPct val="20000"/>
            </a:spcAft>
            <a:buChar char="••"/>
          </a:pPr>
          <a:r>
            <a:rPr lang="en-US" sz="1900" kern="1200"/>
            <a:t>Delays participating processes.</a:t>
          </a:r>
        </a:p>
      </dsp:txBody>
      <dsp:txXfrm>
        <a:off x="0" y="4478082"/>
        <a:ext cx="7003777" cy="12420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5D990-FB17-4F9C-B6DC-461FCCCE50C2}">
      <dsp:nvSpPr>
        <dsp:cNvPr id="0" name=""/>
        <dsp:cNvSpPr/>
      </dsp:nvSpPr>
      <dsp:spPr>
        <a:xfrm>
          <a:off x="0" y="182273"/>
          <a:ext cx="10515600" cy="22011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b="1" i="0" kern="1200" baseline="0" dirty="0">
              <a:latin typeface="Arial" panose="020B0604020202020204" pitchFamily="34" charset="0"/>
              <a:cs typeface="Arial" panose="020B0604020202020204" pitchFamily="34" charset="0"/>
            </a:rPr>
            <a:t>Asynchronous Communication: </a:t>
          </a:r>
          <a:r>
            <a:rPr lang="en-US" sz="3200" b="0" i="0" kern="1200" baseline="0" dirty="0">
              <a:latin typeface="Arial" panose="020B0604020202020204" pitchFamily="34" charset="0"/>
              <a:cs typeface="Arial" panose="020B0604020202020204" pitchFamily="34" charset="0"/>
            </a:rPr>
            <a:t>An asynchronous communication completes before the message is received. It has three modes:</a:t>
          </a:r>
          <a:endParaRPr lang="en-PK" sz="3200" kern="1200" dirty="0">
            <a:latin typeface="Arial" panose="020B0604020202020204" pitchFamily="34" charset="0"/>
            <a:cs typeface="Arial" panose="020B0604020202020204" pitchFamily="34" charset="0"/>
          </a:endParaRPr>
        </a:p>
      </dsp:txBody>
      <dsp:txXfrm>
        <a:off x="107452" y="289725"/>
        <a:ext cx="10300696" cy="1986259"/>
      </dsp:txXfrm>
    </dsp:sp>
    <dsp:sp modelId="{2CA90FE7-0D1E-4D91-8C53-286A69C72465}">
      <dsp:nvSpPr>
        <dsp:cNvPr id="0" name=""/>
        <dsp:cNvSpPr/>
      </dsp:nvSpPr>
      <dsp:spPr>
        <a:xfrm>
          <a:off x="0" y="2383436"/>
          <a:ext cx="10515600" cy="248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0480" rIns="170688" bIns="30480" numCol="1" spcCol="1270" anchor="t" anchorCtr="0">
          <a:noAutofit/>
        </a:bodyPr>
        <a:lstStyle/>
        <a:p>
          <a:pPr marL="228600" lvl="1" indent="-228600" algn="l" defTabSz="1066800">
            <a:lnSpc>
              <a:spcPct val="90000"/>
            </a:lnSpc>
            <a:spcBef>
              <a:spcPct val="0"/>
            </a:spcBef>
            <a:spcAft>
              <a:spcPct val="20000"/>
            </a:spcAft>
            <a:buChar char="••"/>
          </a:pPr>
          <a:endParaRPr lang="en-PK" sz="2400" kern="1200" dirty="0">
            <a:latin typeface="Arial" panose="020B0604020202020204" pitchFamily="34" charset="0"/>
            <a:cs typeface="Arial" panose="020B0604020202020204" pitchFamily="34" charset="0"/>
          </a:endParaRPr>
        </a:p>
        <a:p>
          <a:pPr marL="228600" lvl="1" indent="-228600" algn="l" defTabSz="1066800">
            <a:lnSpc>
              <a:spcPct val="90000"/>
            </a:lnSpc>
            <a:spcBef>
              <a:spcPct val="0"/>
            </a:spcBef>
            <a:spcAft>
              <a:spcPct val="20000"/>
            </a:spcAft>
            <a:buChar char="••"/>
          </a:pPr>
          <a:r>
            <a:rPr lang="en-US" sz="2400" b="0" i="0" kern="1200" baseline="0" dirty="0">
              <a:latin typeface="Arial" panose="020B0604020202020204" pitchFamily="34" charset="0"/>
              <a:cs typeface="Arial" panose="020B0604020202020204" pitchFamily="34" charset="0"/>
            </a:rPr>
            <a:t>Standard send: completes once the message has been sent, which may or may not imply that the message has arrived at its destination.</a:t>
          </a:r>
          <a:endParaRPr lang="en-PK" sz="2400" kern="1200" dirty="0">
            <a:latin typeface="Arial" panose="020B0604020202020204" pitchFamily="34" charset="0"/>
            <a:cs typeface="Arial" panose="020B0604020202020204" pitchFamily="34" charset="0"/>
          </a:endParaRPr>
        </a:p>
        <a:p>
          <a:pPr marL="228600" lvl="1" indent="-228600" algn="l" defTabSz="1066800">
            <a:lnSpc>
              <a:spcPct val="90000"/>
            </a:lnSpc>
            <a:spcBef>
              <a:spcPct val="0"/>
            </a:spcBef>
            <a:spcAft>
              <a:spcPct val="20000"/>
            </a:spcAft>
            <a:buChar char="••"/>
          </a:pPr>
          <a:r>
            <a:rPr lang="en-US" sz="2400" b="0" i="0" kern="1200" baseline="0" dirty="0">
              <a:latin typeface="Arial" panose="020B0604020202020204" pitchFamily="34" charset="0"/>
              <a:cs typeface="Arial" panose="020B0604020202020204" pitchFamily="34" charset="0"/>
            </a:rPr>
            <a:t>Buffered send: completes immediately, if receiver not ready, MPI buffers the message locally.</a:t>
          </a:r>
          <a:endParaRPr lang="en-PK" sz="2400" kern="1200" dirty="0">
            <a:latin typeface="Arial" panose="020B0604020202020204" pitchFamily="34" charset="0"/>
            <a:cs typeface="Arial" panose="020B0604020202020204" pitchFamily="34" charset="0"/>
          </a:endParaRPr>
        </a:p>
        <a:p>
          <a:pPr marL="228600" lvl="1" indent="-228600" algn="l" defTabSz="1066800">
            <a:lnSpc>
              <a:spcPct val="90000"/>
            </a:lnSpc>
            <a:spcBef>
              <a:spcPct val="0"/>
            </a:spcBef>
            <a:spcAft>
              <a:spcPct val="20000"/>
            </a:spcAft>
            <a:buChar char="••"/>
          </a:pPr>
          <a:r>
            <a:rPr lang="en-US" sz="2400" b="0" i="0" kern="1200" baseline="0" dirty="0">
              <a:latin typeface="Arial" panose="020B0604020202020204" pitchFamily="34" charset="0"/>
              <a:cs typeface="Arial" panose="020B0604020202020204" pitchFamily="34" charset="0"/>
            </a:rPr>
            <a:t>Ready send: completes immediately, if the receiver is ready for the message it will get it, otherwise the message is dropped silently. </a:t>
          </a:r>
          <a:endParaRPr lang="en-PK" sz="2400" kern="1200" dirty="0">
            <a:latin typeface="Arial" panose="020B0604020202020204" pitchFamily="34" charset="0"/>
            <a:cs typeface="Arial" panose="020B0604020202020204" pitchFamily="34" charset="0"/>
          </a:endParaRPr>
        </a:p>
      </dsp:txBody>
      <dsp:txXfrm>
        <a:off x="0" y="2383436"/>
        <a:ext cx="10515600" cy="248917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0EB43-0190-4ACA-8705-C3E4E22ACDC8}">
      <dsp:nvSpPr>
        <dsp:cNvPr id="0" name=""/>
        <dsp:cNvSpPr/>
      </dsp:nvSpPr>
      <dsp:spPr>
        <a:xfrm>
          <a:off x="0" y="28684"/>
          <a:ext cx="7003777" cy="6236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kern="1200"/>
            <a:t>Buffered communication </a:t>
          </a:r>
        </a:p>
      </dsp:txBody>
      <dsp:txXfrm>
        <a:off x="30442" y="59126"/>
        <a:ext cx="6942893" cy="562726"/>
      </dsp:txXfrm>
    </dsp:sp>
    <dsp:sp modelId="{21FC247D-ED09-4A71-B5D3-1B6058E429D5}">
      <dsp:nvSpPr>
        <dsp:cNvPr id="0" name=""/>
        <dsp:cNvSpPr/>
      </dsp:nvSpPr>
      <dsp:spPr>
        <a:xfrm>
          <a:off x="0" y="652295"/>
          <a:ext cx="7003777" cy="686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May increase concurrency (e.g. producer/consumer).</a:t>
          </a:r>
        </a:p>
        <a:p>
          <a:pPr marL="228600" lvl="1" indent="-228600" algn="l" defTabSz="889000">
            <a:lnSpc>
              <a:spcPct val="90000"/>
            </a:lnSpc>
            <a:spcBef>
              <a:spcPct val="0"/>
            </a:spcBef>
            <a:spcAft>
              <a:spcPct val="20000"/>
            </a:spcAft>
            <a:buChar char="••"/>
          </a:pPr>
          <a:r>
            <a:rPr lang="en-US" sz="2000" kern="1200"/>
            <a:t>May increase transit time. </a:t>
          </a:r>
        </a:p>
      </dsp:txBody>
      <dsp:txXfrm>
        <a:off x="0" y="652295"/>
        <a:ext cx="7003777" cy="686205"/>
      </dsp:txXfrm>
    </dsp:sp>
    <dsp:sp modelId="{B507CA9B-7D86-48BF-A4EA-977C48C02E9A}">
      <dsp:nvSpPr>
        <dsp:cNvPr id="0" name=""/>
        <dsp:cNvSpPr/>
      </dsp:nvSpPr>
      <dsp:spPr>
        <a:xfrm>
          <a:off x="0" y="1338500"/>
          <a:ext cx="7003777" cy="623610"/>
        </a:xfrm>
        <a:prstGeom prst="roundRect">
          <a:avLst/>
        </a:prstGeom>
        <a:solidFill>
          <a:schemeClr val="accent2">
            <a:hueOff val="-752677"/>
            <a:satOff val="-3174"/>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kern="1200"/>
            <a:t>Send operation </a:t>
          </a:r>
        </a:p>
      </dsp:txBody>
      <dsp:txXfrm>
        <a:off x="30442" y="1368942"/>
        <a:ext cx="6942893" cy="562726"/>
      </dsp:txXfrm>
    </dsp:sp>
    <dsp:sp modelId="{AAEDCA2F-A112-458F-9AFC-B05108BFB766}">
      <dsp:nvSpPr>
        <dsp:cNvPr id="0" name=""/>
        <dsp:cNvSpPr/>
      </dsp:nvSpPr>
      <dsp:spPr>
        <a:xfrm>
          <a:off x="0" y="1962110"/>
          <a:ext cx="7003777"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Send operation completes when message is completely copied to buffer. </a:t>
          </a:r>
        </a:p>
        <a:p>
          <a:pPr marL="228600" lvl="1" indent="-228600" algn="l" defTabSz="889000">
            <a:lnSpc>
              <a:spcPct val="90000"/>
            </a:lnSpc>
            <a:spcBef>
              <a:spcPct val="0"/>
            </a:spcBef>
            <a:spcAft>
              <a:spcPct val="20000"/>
            </a:spcAft>
            <a:buChar char="••"/>
          </a:pPr>
          <a:r>
            <a:rPr lang="en-US" sz="2000" kern="1200"/>
            <a:t>Generally non-blocking but will block if buffer is full. </a:t>
          </a:r>
        </a:p>
      </dsp:txBody>
      <dsp:txXfrm>
        <a:off x="0" y="1962110"/>
        <a:ext cx="7003777" cy="968760"/>
      </dsp:txXfrm>
    </dsp:sp>
    <dsp:sp modelId="{696002E6-9FF4-4F20-A7FF-04DB3EDAE428}">
      <dsp:nvSpPr>
        <dsp:cNvPr id="0" name=""/>
        <dsp:cNvSpPr/>
      </dsp:nvSpPr>
      <dsp:spPr>
        <a:xfrm>
          <a:off x="0" y="2930870"/>
          <a:ext cx="7003777" cy="623610"/>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kern="1200"/>
            <a:t>Receive operation – two flavors </a:t>
          </a:r>
        </a:p>
      </dsp:txBody>
      <dsp:txXfrm>
        <a:off x="30442" y="2961312"/>
        <a:ext cx="6942893" cy="562726"/>
      </dsp:txXfrm>
    </dsp:sp>
    <dsp:sp modelId="{8896C948-7DAC-42A6-86BD-C75C71A3AEC6}">
      <dsp:nvSpPr>
        <dsp:cNvPr id="0" name=""/>
        <dsp:cNvSpPr/>
      </dsp:nvSpPr>
      <dsp:spPr>
        <a:xfrm>
          <a:off x="0" y="3554480"/>
          <a:ext cx="7003777" cy="2260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BLOCKING </a:t>
          </a:r>
        </a:p>
        <a:p>
          <a:pPr marL="457200" lvl="2" indent="-228600" algn="l" defTabSz="889000">
            <a:lnSpc>
              <a:spcPct val="90000"/>
            </a:lnSpc>
            <a:spcBef>
              <a:spcPct val="0"/>
            </a:spcBef>
            <a:spcAft>
              <a:spcPct val="20000"/>
            </a:spcAft>
            <a:buChar char="••"/>
          </a:pPr>
          <a:r>
            <a:rPr lang="en-US" sz="2000" kern="1200"/>
            <a:t>Receive operation completes when message has been delivered. </a:t>
          </a:r>
        </a:p>
        <a:p>
          <a:pPr marL="228600" lvl="1" indent="-228600" algn="l" defTabSz="889000">
            <a:lnSpc>
              <a:spcPct val="90000"/>
            </a:lnSpc>
            <a:spcBef>
              <a:spcPct val="0"/>
            </a:spcBef>
            <a:spcAft>
              <a:spcPct val="20000"/>
            </a:spcAft>
            <a:buChar char="••"/>
          </a:pPr>
          <a:r>
            <a:rPr lang="en-US" sz="2000" kern="1200"/>
            <a:t>NON-BLOCKING </a:t>
          </a:r>
        </a:p>
        <a:p>
          <a:pPr marL="457200" lvl="2" indent="-228600" algn="l" defTabSz="889000">
            <a:lnSpc>
              <a:spcPct val="90000"/>
            </a:lnSpc>
            <a:spcBef>
              <a:spcPct val="0"/>
            </a:spcBef>
            <a:spcAft>
              <a:spcPct val="20000"/>
            </a:spcAft>
            <a:buChar char="••"/>
          </a:pPr>
          <a:r>
            <a:rPr lang="en-US" sz="2000" kern="1200"/>
            <a:t>Receive operation provides location for message. </a:t>
          </a:r>
        </a:p>
        <a:p>
          <a:pPr marL="457200" lvl="2" indent="-228600" algn="l" defTabSz="889000">
            <a:lnSpc>
              <a:spcPct val="90000"/>
            </a:lnSpc>
            <a:spcBef>
              <a:spcPct val="0"/>
            </a:spcBef>
            <a:spcAft>
              <a:spcPct val="20000"/>
            </a:spcAft>
            <a:buChar char="••"/>
          </a:pPr>
          <a:r>
            <a:rPr lang="en-US" sz="2000" kern="1200"/>
            <a:t>Notified when receive complete (via flag or interrupt).</a:t>
          </a:r>
        </a:p>
      </dsp:txBody>
      <dsp:txXfrm>
        <a:off x="0" y="3554480"/>
        <a:ext cx="7003777" cy="226044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2045261"/>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2439705"/>
          <a:ext cx="964194" cy="96419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2045261"/>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lvl="0" algn="l" defTabSz="1111250">
            <a:lnSpc>
              <a:spcPct val="100000"/>
            </a:lnSpc>
            <a:spcBef>
              <a:spcPct val="0"/>
            </a:spcBef>
            <a:spcAft>
              <a:spcPct val="35000"/>
            </a:spcAft>
          </a:pPr>
          <a:r>
            <a:rPr lang="en-US" sz="2500" i="0" kern="1200" dirty="0">
              <a:effectLst/>
              <a:latin typeface="Arial" panose="020B0604020202020204" pitchFamily="34" charset="0"/>
              <a:cs typeface="Arial" panose="020B0604020202020204" pitchFamily="34" charset="0"/>
            </a:rPr>
            <a:t>Understanding of Benefits of MPI</a:t>
          </a:r>
          <a:r>
            <a:rPr lang="en-US" sz="2500" kern="1200" dirty="0">
              <a:latin typeface="Arial" panose="020B0604020202020204" pitchFamily="34" charset="0"/>
              <a:cs typeface="Arial" panose="020B0604020202020204" pitchFamily="34" charset="0"/>
            </a:rPr>
            <a:t>.</a:t>
          </a:r>
        </a:p>
      </dsp:txBody>
      <dsp:txXfrm>
        <a:off x="2024809" y="2045261"/>
        <a:ext cx="4978967" cy="175308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BB9B9-FA93-4242-9089-5F498115F947}">
      <dsp:nvSpPr>
        <dsp:cNvPr id="0" name=""/>
        <dsp:cNvSpPr/>
      </dsp:nvSpPr>
      <dsp:spPr>
        <a:xfrm>
          <a:off x="1283" y="1628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114FD0-E22B-4410-91E1-749E9CEF95E9}">
      <dsp:nvSpPr>
        <dsp:cNvPr id="0" name=""/>
        <dsp:cNvSpPr/>
      </dsp:nvSpPr>
      <dsp:spPr>
        <a:xfrm>
          <a:off x="501904" y="6384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b="1" i="0" kern="1200" dirty="0">
              <a:latin typeface="Arial" panose="020B0604020202020204" pitchFamily="34" charset="0"/>
              <a:cs typeface="Arial" panose="020B0604020202020204" pitchFamily="34" charset="0"/>
            </a:rPr>
            <a:t>Standardization</a:t>
          </a:r>
          <a:r>
            <a:rPr lang="en-US" sz="2300" b="0" i="0" kern="1200" dirty="0">
              <a:latin typeface="Arial" panose="020B0604020202020204" pitchFamily="34" charset="0"/>
              <a:cs typeface="Arial" panose="020B0604020202020204" pitchFamily="34" charset="0"/>
            </a:rPr>
            <a:t> - MPI is the only message passing library which can be considered a standard. It is supported on virtually all HPC platforms. Practically, it has replaced all previous message passing libraries.</a:t>
          </a:r>
          <a:endParaRPr lang="en-US" sz="2300" kern="1200" dirty="0">
            <a:latin typeface="Arial" panose="020B0604020202020204" pitchFamily="34" charset="0"/>
            <a:cs typeface="Arial" panose="020B0604020202020204" pitchFamily="34" charset="0"/>
          </a:endParaRPr>
        </a:p>
      </dsp:txBody>
      <dsp:txXfrm>
        <a:off x="585701" y="722249"/>
        <a:ext cx="4337991" cy="2693452"/>
      </dsp:txXfrm>
    </dsp:sp>
    <dsp:sp modelId="{D8321D15-C4C4-422C-A51A-EF66D512354B}">
      <dsp:nvSpPr>
        <dsp:cNvPr id="0" name=""/>
        <dsp:cNvSpPr/>
      </dsp:nvSpPr>
      <dsp:spPr>
        <a:xfrm>
          <a:off x="5508110" y="1628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4C4070-4BB9-45B4-A9C2-D4E65EA740FD}">
      <dsp:nvSpPr>
        <dsp:cNvPr id="0" name=""/>
        <dsp:cNvSpPr/>
      </dsp:nvSpPr>
      <dsp:spPr>
        <a:xfrm>
          <a:off x="6008730" y="6384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b="1" i="0" kern="1200" dirty="0">
              <a:latin typeface="Arial" panose="020B0604020202020204" pitchFamily="34" charset="0"/>
              <a:cs typeface="Arial" panose="020B0604020202020204" pitchFamily="34" charset="0"/>
            </a:rPr>
            <a:t>Portability</a:t>
          </a:r>
          <a:r>
            <a:rPr lang="en-US" sz="2300" b="0" i="0" kern="1200" dirty="0">
              <a:latin typeface="Arial" panose="020B0604020202020204" pitchFamily="34" charset="0"/>
              <a:cs typeface="Arial" panose="020B0604020202020204" pitchFamily="34" charset="0"/>
            </a:rPr>
            <a:t> - There is no need to modify your source code when you port your application to a different platform that supports (and is compliant with) the MPI standard.</a:t>
          </a:r>
          <a:endParaRPr lang="en-US" sz="2300" kern="1200" dirty="0">
            <a:latin typeface="Arial" panose="020B0604020202020204" pitchFamily="34" charset="0"/>
            <a:cs typeface="Arial" panose="020B0604020202020204" pitchFamily="34" charset="0"/>
          </a:endParaRPr>
        </a:p>
      </dsp:txBody>
      <dsp:txXfrm>
        <a:off x="6092527" y="722249"/>
        <a:ext cx="4337991" cy="269345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B47978-0A6B-474A-BE2B-BCCE75928CA8}">
      <dsp:nvSpPr>
        <dsp:cNvPr id="0" name=""/>
        <dsp:cNvSpPr/>
      </dsp:nvSpPr>
      <dsp:spPr>
        <a:xfrm>
          <a:off x="-30030" y="401467"/>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430415-196E-41E1-93B9-F8A31BAE09ED}">
      <dsp:nvSpPr>
        <dsp:cNvPr id="0" name=""/>
        <dsp:cNvSpPr/>
      </dsp:nvSpPr>
      <dsp:spPr>
        <a:xfrm>
          <a:off x="470590" y="877057"/>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b="1" i="0" kern="1200" dirty="0">
              <a:latin typeface="Arial" panose="020B0604020202020204" pitchFamily="34" charset="0"/>
              <a:cs typeface="Arial" panose="020B0604020202020204" pitchFamily="34" charset="0"/>
            </a:rPr>
            <a:t>Performance Opportunities</a:t>
          </a:r>
          <a:r>
            <a:rPr lang="en-US" sz="2300" b="0" i="0" kern="1200" dirty="0">
              <a:latin typeface="Arial" panose="020B0604020202020204" pitchFamily="34" charset="0"/>
              <a:cs typeface="Arial" panose="020B0604020202020204" pitchFamily="34" charset="0"/>
            </a:rPr>
            <a:t> - Vendor implementations should be able to exploit native hardware features to optimize performance. </a:t>
          </a:r>
          <a:endParaRPr lang="en-US" sz="2300" kern="1200" dirty="0">
            <a:latin typeface="Arial" panose="020B0604020202020204" pitchFamily="34" charset="0"/>
            <a:cs typeface="Arial" panose="020B0604020202020204" pitchFamily="34" charset="0"/>
          </a:endParaRPr>
        </a:p>
      </dsp:txBody>
      <dsp:txXfrm>
        <a:off x="554387" y="960854"/>
        <a:ext cx="4337991" cy="2693452"/>
      </dsp:txXfrm>
    </dsp:sp>
    <dsp:sp modelId="{6ADB37E2-F549-4BD8-A766-23261AC8F25A}">
      <dsp:nvSpPr>
        <dsp:cNvPr id="0" name=""/>
        <dsp:cNvSpPr/>
      </dsp:nvSpPr>
      <dsp:spPr>
        <a:xfrm>
          <a:off x="5508110" y="4295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66762B-2478-4B9B-88BE-CCAAC91D1E67}">
      <dsp:nvSpPr>
        <dsp:cNvPr id="0" name=""/>
        <dsp:cNvSpPr/>
      </dsp:nvSpPr>
      <dsp:spPr>
        <a:xfrm>
          <a:off x="6008730" y="9051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b="1" i="0" kern="1200" dirty="0">
              <a:latin typeface="Arial" panose="020B0604020202020204" pitchFamily="34" charset="0"/>
              <a:cs typeface="Arial" panose="020B0604020202020204" pitchFamily="34" charset="0"/>
            </a:rPr>
            <a:t>Functionality</a:t>
          </a:r>
          <a:r>
            <a:rPr lang="en-US" sz="2300" b="0" i="0" kern="1200" dirty="0">
              <a:latin typeface="Arial" panose="020B0604020202020204" pitchFamily="34" charset="0"/>
              <a:cs typeface="Arial" panose="020B0604020202020204" pitchFamily="34" charset="0"/>
            </a:rPr>
            <a:t> - Over 115 routines are defined in MPI-1 alone.</a:t>
          </a:r>
          <a:endParaRPr lang="en-US" sz="2300" kern="1200" dirty="0">
            <a:latin typeface="Arial" panose="020B0604020202020204" pitchFamily="34" charset="0"/>
            <a:cs typeface="Arial" panose="020B0604020202020204" pitchFamily="34" charset="0"/>
          </a:endParaRPr>
        </a:p>
      </dsp:txBody>
      <dsp:txXfrm>
        <a:off x="6092527" y="988949"/>
        <a:ext cx="4337991" cy="269345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BC2B4-AE1E-4330-A430-5523264CC8F0}">
      <dsp:nvSpPr>
        <dsp:cNvPr id="0" name=""/>
        <dsp:cNvSpPr/>
      </dsp:nvSpPr>
      <dsp:spPr>
        <a:xfrm>
          <a:off x="1283" y="4295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4EA1F0-BC51-4C73-B139-7C8B29273C8C}">
      <dsp:nvSpPr>
        <dsp:cNvPr id="0" name=""/>
        <dsp:cNvSpPr/>
      </dsp:nvSpPr>
      <dsp:spPr>
        <a:xfrm>
          <a:off x="501904" y="9051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PK" sz="2300" b="1" kern="1200" dirty="0">
              <a:latin typeface="Arial" panose="020B0604020202020204" pitchFamily="34" charset="0"/>
              <a:cs typeface="Arial" panose="020B0604020202020204" pitchFamily="34" charset="0"/>
            </a:rPr>
            <a:t>Scalability</a:t>
          </a:r>
          <a:r>
            <a:rPr lang="en-US" sz="2300" b="1" kern="1200" dirty="0">
              <a:latin typeface="Arial" panose="020B0604020202020204" pitchFamily="34" charset="0"/>
              <a:cs typeface="Arial" panose="020B0604020202020204" pitchFamily="34" charset="0"/>
            </a:rPr>
            <a:t>-</a:t>
          </a:r>
          <a:r>
            <a:rPr lang="en-PK" sz="2300" b="1" kern="1200" dirty="0">
              <a:latin typeface="Arial" panose="020B0604020202020204" pitchFamily="34" charset="0"/>
              <a:cs typeface="Arial" panose="020B0604020202020204" pitchFamily="34" charset="0"/>
            </a:rPr>
            <a:t> </a:t>
          </a:r>
          <a:r>
            <a:rPr lang="en-PK" sz="2300" kern="1200" dirty="0">
              <a:latin typeface="Arial" panose="020B0604020202020204" pitchFamily="34" charset="0"/>
              <a:cs typeface="Arial" panose="020B0604020202020204" pitchFamily="34" charset="0"/>
            </a:rPr>
            <a:t>MPI is designed to scale to large numbers of processors, which makes it well-suited for high-performance computing. </a:t>
          </a:r>
        </a:p>
      </dsp:txBody>
      <dsp:txXfrm>
        <a:off x="585701" y="988949"/>
        <a:ext cx="4337991" cy="2693452"/>
      </dsp:txXfrm>
    </dsp:sp>
    <dsp:sp modelId="{7E54F674-1DE4-4C28-B617-2AC97DE62FFA}">
      <dsp:nvSpPr>
        <dsp:cNvPr id="0" name=""/>
        <dsp:cNvSpPr/>
      </dsp:nvSpPr>
      <dsp:spPr>
        <a:xfrm>
          <a:off x="5508110" y="42956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1CBD9C-0952-45B4-966D-9CBB5CC75558}">
      <dsp:nvSpPr>
        <dsp:cNvPr id="0" name=""/>
        <dsp:cNvSpPr/>
      </dsp:nvSpPr>
      <dsp:spPr>
        <a:xfrm>
          <a:off x="6008730" y="905152"/>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b="1" i="0" kern="1200" dirty="0">
              <a:latin typeface="Arial" panose="020B0604020202020204" pitchFamily="34" charset="0"/>
              <a:cs typeface="Arial" panose="020B0604020202020204" pitchFamily="34" charset="0"/>
            </a:rPr>
            <a:t>Availability</a:t>
          </a:r>
          <a:r>
            <a:rPr lang="en-US" sz="2300" b="0" i="0" kern="1200" dirty="0">
              <a:latin typeface="Arial" panose="020B0604020202020204" pitchFamily="34" charset="0"/>
              <a:cs typeface="Arial" panose="020B0604020202020204" pitchFamily="34" charset="0"/>
            </a:rPr>
            <a:t> - A variety of implementations are available, both vendor and public domain.</a:t>
          </a:r>
          <a:endParaRPr lang="en-US" sz="2300" kern="1200" dirty="0">
            <a:latin typeface="Arial" panose="020B0604020202020204" pitchFamily="34" charset="0"/>
            <a:cs typeface="Arial" panose="020B0604020202020204" pitchFamily="34" charset="0"/>
          </a:endParaRPr>
        </a:p>
      </dsp:txBody>
      <dsp:txXfrm>
        <a:off x="6092527" y="988949"/>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40B9B-C9AE-4BE6-A302-3545C91AF698}" type="datetimeFigureOut">
              <a:rPr lang="en-PK" smtClean="0"/>
              <a:t>06/13/2023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52EF2-9A63-441C-BEB0-04C32019A013}" type="slidenum">
              <a:rPr lang="en-PK" smtClean="0"/>
              <a:t>‹#›</a:t>
            </a:fld>
            <a:endParaRPr lang="en-PK"/>
          </a:p>
        </p:txBody>
      </p:sp>
    </p:spTree>
    <p:extLst>
      <p:ext uri="{BB962C8B-B14F-4D97-AF65-F5344CB8AC3E}">
        <p14:creationId xmlns:p14="http://schemas.microsoft.com/office/powerpoint/2010/main" val="82051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llnl.gov/computing/tutorials/mpi_performance"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llnl.gov/computing/tutorials/mpi_performance"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4284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7741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308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776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1711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8699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0498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1376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8828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3106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pPr>
            <a:r>
              <a:rPr lang="en-US" dirty="0"/>
              <a:t># Non-MPI routines are local; this “</a:t>
            </a:r>
            <a:r>
              <a:rPr lang="en-US" dirty="0" err="1"/>
              <a:t>printf</a:t>
            </a:r>
            <a:r>
              <a:rPr lang="en-US" dirty="0"/>
              <a:t>” run on each process.</a:t>
            </a:r>
          </a:p>
          <a:p>
            <a:pPr lvl="1">
              <a:lnSpc>
                <a:spcPct val="90000"/>
              </a:lnSpc>
            </a:pPr>
            <a:r>
              <a:rPr lang="en-US" dirty="0"/>
              <a:t># MPI functions return error codes or MPI_SUCCESS.</a:t>
            </a:r>
          </a:p>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25</a:t>
            </a:fld>
            <a:endParaRPr lang="en-PK"/>
          </a:p>
        </p:txBody>
      </p:sp>
    </p:spTree>
    <p:extLst>
      <p:ext uri="{BB962C8B-B14F-4D97-AF65-F5344CB8AC3E}">
        <p14:creationId xmlns:p14="http://schemas.microsoft.com/office/powerpoint/2010/main" val="2071291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29</a:t>
            </a:fld>
            <a:endParaRPr lang="en-PK"/>
          </a:p>
        </p:txBody>
      </p:sp>
    </p:spTree>
    <p:extLst>
      <p:ext uri="{BB962C8B-B14F-4D97-AF65-F5344CB8AC3E}">
        <p14:creationId xmlns:p14="http://schemas.microsoft.com/office/powerpoint/2010/main" val="2901482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31</a:t>
            </a:fld>
            <a:endParaRPr lang="en-PK"/>
          </a:p>
        </p:txBody>
      </p:sp>
    </p:spTree>
    <p:extLst>
      <p:ext uri="{BB962C8B-B14F-4D97-AF65-F5344CB8AC3E}">
        <p14:creationId xmlns:p14="http://schemas.microsoft.com/office/powerpoint/2010/main" val="656832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32</a:t>
            </a:fld>
            <a:endParaRPr lang="en-PK"/>
          </a:p>
        </p:txBody>
      </p:sp>
    </p:spTree>
    <p:extLst>
      <p:ext uri="{BB962C8B-B14F-4D97-AF65-F5344CB8AC3E}">
        <p14:creationId xmlns:p14="http://schemas.microsoft.com/office/powerpoint/2010/main" val="3438551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33</a:t>
            </a:fld>
            <a:endParaRPr lang="en-PK"/>
          </a:p>
        </p:txBody>
      </p:sp>
    </p:spTree>
    <p:extLst>
      <p:ext uri="{BB962C8B-B14F-4D97-AF65-F5344CB8AC3E}">
        <p14:creationId xmlns:p14="http://schemas.microsoft.com/office/powerpoint/2010/main" val="740334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36</a:t>
            </a:fld>
            <a:endParaRPr lang="en-PK"/>
          </a:p>
        </p:txBody>
      </p:sp>
    </p:spTree>
    <p:extLst>
      <p:ext uri="{BB962C8B-B14F-4D97-AF65-F5344CB8AC3E}">
        <p14:creationId xmlns:p14="http://schemas.microsoft.com/office/powerpoint/2010/main" val="3018733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37</a:t>
            </a:fld>
            <a:endParaRPr lang="en-PK"/>
          </a:p>
        </p:txBody>
      </p:sp>
    </p:spTree>
    <p:extLst>
      <p:ext uri="{BB962C8B-B14F-4D97-AF65-F5344CB8AC3E}">
        <p14:creationId xmlns:p14="http://schemas.microsoft.com/office/powerpoint/2010/main" val="2040455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38</a:t>
            </a:fld>
            <a:endParaRPr lang="en-PK"/>
          </a:p>
        </p:txBody>
      </p:sp>
    </p:spTree>
    <p:extLst>
      <p:ext uri="{BB962C8B-B14F-4D97-AF65-F5344CB8AC3E}">
        <p14:creationId xmlns:p14="http://schemas.microsoft.com/office/powerpoint/2010/main" val="3783820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39</a:t>
            </a:fld>
            <a:endParaRPr lang="en-PK"/>
          </a:p>
        </p:txBody>
      </p:sp>
    </p:spTree>
    <p:extLst>
      <p:ext uri="{BB962C8B-B14F-4D97-AF65-F5344CB8AC3E}">
        <p14:creationId xmlns:p14="http://schemas.microsoft.com/office/powerpoint/2010/main" val="3361991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40</a:t>
            </a:fld>
            <a:endParaRPr lang="en-PK"/>
          </a:p>
        </p:txBody>
      </p:sp>
    </p:spTree>
    <p:extLst>
      <p:ext uri="{BB962C8B-B14F-4D97-AF65-F5344CB8AC3E}">
        <p14:creationId xmlns:p14="http://schemas.microsoft.com/office/powerpoint/2010/main" val="1714929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41</a:t>
            </a:fld>
            <a:endParaRPr lang="en-PK"/>
          </a:p>
        </p:txBody>
      </p:sp>
    </p:spTree>
    <p:extLst>
      <p:ext uri="{BB962C8B-B14F-4D97-AF65-F5344CB8AC3E}">
        <p14:creationId xmlns:p14="http://schemas.microsoft.com/office/powerpoint/2010/main" val="3230000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cs typeface="Arial" panose="020B0604020202020204" pitchFamily="34" charset="0"/>
              </a:rPr>
              <a:t>For more information about MPI performance see the </a:t>
            </a:r>
            <a:r>
              <a:rPr lang="en-US" sz="1200" b="0" i="0" u="sng" dirty="0">
                <a:latin typeface="Arial" panose="020B0604020202020204" pitchFamily="34" charset="0"/>
                <a:cs typeface="Arial" panose="020B0604020202020204" pitchFamily="34" charset="0"/>
                <a:hlinkClick r:id="rId3"/>
              </a:rPr>
              <a:t>MPI Performance Topics</a:t>
            </a:r>
            <a:r>
              <a:rPr lang="en-US" sz="1200" b="0" i="0" dirty="0">
                <a:latin typeface="Arial" panose="020B0604020202020204" pitchFamily="34" charset="0"/>
                <a:cs typeface="Arial" panose="020B0604020202020204" pitchFamily="34" charset="0"/>
              </a:rPr>
              <a:t> (http://www.llnl.gov/computing/tutorials/mpi_performance) tutorial.</a:t>
            </a:r>
            <a:endParaRPr lang="en-PK" dirty="0"/>
          </a:p>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45</a:t>
            </a:fld>
            <a:endParaRPr lang="en-PK"/>
          </a:p>
        </p:txBody>
      </p:sp>
    </p:spTree>
    <p:extLst>
      <p:ext uri="{BB962C8B-B14F-4D97-AF65-F5344CB8AC3E}">
        <p14:creationId xmlns:p14="http://schemas.microsoft.com/office/powerpoint/2010/main" val="98815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cs typeface="Arial" panose="020B0604020202020204" pitchFamily="34" charset="0"/>
              </a:rPr>
              <a:t>For more information about MPI performance see the </a:t>
            </a:r>
            <a:r>
              <a:rPr lang="en-US" sz="1200" b="0" i="0" u="sng" dirty="0">
                <a:latin typeface="Arial" panose="020B0604020202020204" pitchFamily="34" charset="0"/>
                <a:cs typeface="Arial" panose="020B0604020202020204" pitchFamily="34" charset="0"/>
                <a:hlinkClick r:id="rId3"/>
              </a:rPr>
              <a:t>MPI Performance Topics</a:t>
            </a:r>
            <a:r>
              <a:rPr lang="en-US" sz="1200" b="0" i="0" dirty="0">
                <a:latin typeface="Arial" panose="020B0604020202020204" pitchFamily="34" charset="0"/>
                <a:cs typeface="Arial" panose="020B0604020202020204" pitchFamily="34" charset="0"/>
              </a:rPr>
              <a:t> (http://www.llnl.gov/computing/tutorials/mpi_performance) tutorial.</a:t>
            </a:r>
            <a:endParaRPr lang="en-PK" dirty="0"/>
          </a:p>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46</a:t>
            </a:fld>
            <a:endParaRPr lang="en-PK"/>
          </a:p>
        </p:txBody>
      </p:sp>
    </p:spTree>
    <p:extLst>
      <p:ext uri="{BB962C8B-B14F-4D97-AF65-F5344CB8AC3E}">
        <p14:creationId xmlns:p14="http://schemas.microsoft.com/office/powerpoint/2010/main" val="4033016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6/13/2023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580473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6/13/2023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20037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6/13/2023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083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6/13/2023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37095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6/13/2023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39323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6/13/2023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98303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6/13/2023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48354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6/13/2023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3137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6/13/2023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5280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6/13/2023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15277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6/13/2023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038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6/13/2023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99439962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691" r:id="rId3"/>
    <p:sldLayoutId id="2147483692" r:id="rId4"/>
    <p:sldLayoutId id="2147483693" r:id="rId5"/>
    <p:sldLayoutId id="2147483694" r:id="rId6"/>
    <p:sldLayoutId id="2147483695" r:id="rId7"/>
    <p:sldLayoutId id="2147483699" r:id="rId8"/>
    <p:sldLayoutId id="2147483696" r:id="rId9"/>
    <p:sldLayoutId id="2147483697" r:id="rId10"/>
    <p:sldLayoutId id="2147483698"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7.png"/><Relationship Id="rId7" Type="http://schemas.openxmlformats.org/officeDocument/2006/relationships/diagramQuickStyle" Target="../diagrams/quickStyl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8.pn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7.png"/><Relationship Id="rId7" Type="http://schemas.openxmlformats.org/officeDocument/2006/relationships/diagramQuickStyle" Target="../diagrams/quickStyle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8.png"/><Relationship Id="rId9" Type="http://schemas.microsoft.com/office/2007/relationships/diagramDrawing" Target="../diagrams/drawing4.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png"/><Relationship Id="rId7" Type="http://schemas.openxmlformats.org/officeDocument/2006/relationships/diagramColors" Target="../diagrams/colors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png"/><Relationship Id="rId7" Type="http://schemas.openxmlformats.org/officeDocument/2006/relationships/diagramColors" Target="../diagrams/colors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pn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8.png"/><Relationship Id="rId7" Type="http://schemas.openxmlformats.org/officeDocument/2006/relationships/diagramColors" Target="../diagrams/colors12.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2.xml.rels><?xml version="1.0" encoding="UTF-8" standalone="yes"?>
<Relationships xmlns="http://schemas.openxmlformats.org/package/2006/relationships"><Relationship Id="rId8" Type="http://schemas.openxmlformats.org/officeDocument/2006/relationships/diagramColors" Target="../diagrams/colors17.xml"/><Relationship Id="rId3" Type="http://schemas.openxmlformats.org/officeDocument/2006/relationships/image" Target="../media/image7.png"/><Relationship Id="rId7" Type="http://schemas.openxmlformats.org/officeDocument/2006/relationships/diagramQuickStyle" Target="../diagrams/quickStyle1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17.xml"/><Relationship Id="rId5" Type="http://schemas.openxmlformats.org/officeDocument/2006/relationships/diagramData" Target="../diagrams/data17.xml"/><Relationship Id="rId4" Type="http://schemas.openxmlformats.org/officeDocument/2006/relationships/image" Target="../media/image8.png"/><Relationship Id="rId9" Type="http://schemas.microsoft.com/office/2007/relationships/diagramDrawing" Target="../diagrams/drawing17.xml"/></Relationships>
</file>

<file path=ppt/slides/_rels/slide33.xml.rels><?xml version="1.0" encoding="UTF-8" standalone="yes"?>
<Relationships xmlns="http://schemas.openxmlformats.org/package/2006/relationships"><Relationship Id="rId8" Type="http://schemas.openxmlformats.org/officeDocument/2006/relationships/diagramColors" Target="../diagrams/colors18.xml"/><Relationship Id="rId3" Type="http://schemas.openxmlformats.org/officeDocument/2006/relationships/image" Target="../media/image7.png"/><Relationship Id="rId7" Type="http://schemas.openxmlformats.org/officeDocument/2006/relationships/diagramQuickStyle" Target="../diagrams/quickStyle1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18.xml"/><Relationship Id="rId5" Type="http://schemas.openxmlformats.org/officeDocument/2006/relationships/diagramData" Target="../diagrams/data18.xml"/><Relationship Id="rId4" Type="http://schemas.openxmlformats.org/officeDocument/2006/relationships/image" Target="../media/image8.png"/><Relationship Id="rId9" Type="http://schemas.microsoft.com/office/2007/relationships/diagramDrawing" Target="../diagrams/drawing18.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6.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3.png"/><Relationship Id="rId7" Type="http://schemas.openxmlformats.org/officeDocument/2006/relationships/diagramColors" Target="../diagrams/colors2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37.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3.png"/><Relationship Id="rId7" Type="http://schemas.openxmlformats.org/officeDocument/2006/relationships/diagramColors" Target="../diagrams/colors2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diagramColors" Target="../diagrams/colors22.xml"/><Relationship Id="rId3" Type="http://schemas.openxmlformats.org/officeDocument/2006/relationships/image" Target="../media/image7.png"/><Relationship Id="rId7" Type="http://schemas.openxmlformats.org/officeDocument/2006/relationships/diagramQuickStyle" Target="../diagrams/quickStyle2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Layout" Target="../diagrams/layout22.xml"/><Relationship Id="rId5" Type="http://schemas.openxmlformats.org/officeDocument/2006/relationships/diagramData" Target="../diagrams/data22.xml"/><Relationship Id="rId4" Type="http://schemas.openxmlformats.org/officeDocument/2006/relationships/image" Target="../media/image8.png"/><Relationship Id="rId9" Type="http://schemas.microsoft.com/office/2007/relationships/diagramDrawing" Target="../diagrams/drawing22.xml"/></Relationships>
</file>

<file path=ppt/slides/_rels/slide40.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3.png"/><Relationship Id="rId7" Type="http://schemas.openxmlformats.org/officeDocument/2006/relationships/diagramColors" Target="../diagrams/colors2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5.xml.rels><?xml version="1.0" encoding="UTF-8" standalone="yes"?>
<Relationships xmlns="http://schemas.openxmlformats.org/package/2006/relationships"><Relationship Id="rId8" Type="http://schemas.openxmlformats.org/officeDocument/2006/relationships/diagramColors" Target="../diagrams/colors26.xml"/><Relationship Id="rId3" Type="http://schemas.openxmlformats.org/officeDocument/2006/relationships/image" Target="../media/image7.png"/><Relationship Id="rId7" Type="http://schemas.openxmlformats.org/officeDocument/2006/relationships/diagramQuickStyle" Target="../diagrams/quickStyle2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Layout" Target="../diagrams/layout26.xml"/><Relationship Id="rId5" Type="http://schemas.openxmlformats.org/officeDocument/2006/relationships/diagramData" Target="../diagrams/data26.xml"/><Relationship Id="rId4" Type="http://schemas.openxmlformats.org/officeDocument/2006/relationships/image" Target="../media/image8.png"/><Relationship Id="rId9" Type="http://schemas.microsoft.com/office/2007/relationships/diagramDrawing" Target="../diagrams/drawing26.xml"/></Relationships>
</file>

<file path=ppt/slides/_rels/slide46.xml.rels><?xml version="1.0" encoding="UTF-8" standalone="yes"?>
<Relationships xmlns="http://schemas.openxmlformats.org/package/2006/relationships"><Relationship Id="rId8" Type="http://schemas.openxmlformats.org/officeDocument/2006/relationships/diagramColors" Target="../diagrams/colors27.xml"/><Relationship Id="rId3" Type="http://schemas.openxmlformats.org/officeDocument/2006/relationships/image" Target="../media/image7.png"/><Relationship Id="rId7" Type="http://schemas.openxmlformats.org/officeDocument/2006/relationships/diagramQuickStyle" Target="../diagrams/quickStyle27.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Layout" Target="../diagrams/layout27.xml"/><Relationship Id="rId5" Type="http://schemas.openxmlformats.org/officeDocument/2006/relationships/diagramData" Target="../diagrams/data27.xml"/><Relationship Id="rId4" Type="http://schemas.openxmlformats.org/officeDocument/2006/relationships/image" Target="../media/image8.png"/><Relationship Id="rId9" Type="http://schemas.microsoft.com/office/2007/relationships/diagramDrawing" Target="../diagrams/drawing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5996628" y="-1308"/>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410966" y="4876799"/>
            <a:ext cx="10430452" cy="1729484"/>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143838" y="-12211"/>
            <a:ext cx="5169614" cy="3935986"/>
          </a:xfrm>
        </p:spPr>
        <p:txBody>
          <a:bodyPr vert="horz" lIns="91440" tIns="45720" rIns="91440" bIns="45720" rtlCol="0" anchor="b">
            <a:normAutofit/>
          </a:bodyPr>
          <a:lstStyle/>
          <a:p>
            <a:pPr algn="just"/>
            <a:r>
              <a:rPr lang="en-US" altLang="en-PK" sz="2800" dirty="0">
                <a:solidFill>
                  <a:schemeClr val="tx2"/>
                </a:solidFill>
                <a:latin typeface="Arial" panose="020B0604020202020204" pitchFamily="34" charset="0"/>
                <a:cs typeface="Arial" panose="020B0604020202020204" pitchFamily="34" charset="0"/>
              </a:rPr>
              <a:t>Dr. Muhammad </a:t>
            </a:r>
            <a:r>
              <a:rPr lang="en-US" altLang="en-PK" sz="2800" dirty="0" err="1">
                <a:solidFill>
                  <a:schemeClr val="tx2"/>
                </a:solidFill>
                <a:latin typeface="Arial" panose="020B0604020202020204" pitchFamily="34" charset="0"/>
                <a:cs typeface="Arial" panose="020B0604020202020204" pitchFamily="34" charset="0"/>
              </a:rPr>
              <a:t>Anwaar</a:t>
            </a:r>
            <a:r>
              <a:rPr lang="en-US" altLang="en-PK" sz="2800" dirty="0">
                <a:solidFill>
                  <a:schemeClr val="tx2"/>
                </a:solidFill>
                <a:latin typeface="Arial" panose="020B0604020202020204" pitchFamily="34" charset="0"/>
                <a:cs typeface="Arial" panose="020B0604020202020204" pitchFamily="34" charset="0"/>
              </a:rPr>
              <a:t> Saeed</a:t>
            </a:r>
          </a:p>
          <a:p>
            <a:pPr algn="just"/>
            <a:r>
              <a:rPr lang="en-US" altLang="en-PK" sz="2800" dirty="0">
                <a:solidFill>
                  <a:schemeClr val="tx2"/>
                </a:solidFill>
                <a:latin typeface="Arial" panose="020B0604020202020204" pitchFamily="34" charset="0"/>
                <a:cs typeface="Arial" panose="020B0604020202020204" pitchFamily="34" charset="0"/>
              </a:rPr>
              <a:t>Dr. Said Nabi</a:t>
            </a:r>
          </a:p>
          <a:p>
            <a:pPr algn="just"/>
            <a:r>
              <a:rPr lang="en-US" altLang="en-PK" sz="2800" dirty="0">
                <a:solidFill>
                  <a:schemeClr val="tx2"/>
                </a:solidFill>
                <a:latin typeface="Arial" panose="020B0604020202020204" pitchFamily="34" charset="0"/>
                <a:cs typeface="Arial" panose="020B0604020202020204" pitchFamily="34" charset="0"/>
              </a:rPr>
              <a:t>Ms. Hina Ishaq</a:t>
            </a:r>
          </a:p>
          <a:p>
            <a:pPr indent="-228600" algn="l">
              <a:buFont typeface="Arial" panose="020B0604020202020204" pitchFamily="34" charset="0"/>
              <a:buChar char="•"/>
            </a:pPr>
            <a:endParaRPr lang="en-US" sz="1800" dirty="0">
              <a:solidFill>
                <a:schemeClr val="tx2"/>
              </a:solidFill>
            </a:endParaRPr>
          </a:p>
        </p:txBody>
      </p:sp>
      <p:pic>
        <p:nvPicPr>
          <p:cNvPr id="6" name="Picture 5" descr="Logo&#10;&#10;Description automatically generated">
            <a:extLst>
              <a:ext uri="{FF2B5EF4-FFF2-40B4-BE49-F238E27FC236}">
                <a16:creationId xmlns:a16="http://schemas.microsoft.com/office/drawing/2014/main" id="{694E1E48-9782-AD50-E256-2B5B4CE33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
            <a:ext cx="1773304" cy="1125608"/>
          </a:xfrm>
          <a:prstGeom prst="rect">
            <a:avLst/>
          </a:prstGeom>
        </p:spPr>
      </p:pic>
    </p:spTree>
    <p:extLst>
      <p:ext uri="{BB962C8B-B14F-4D97-AF65-F5344CB8AC3E}">
        <p14:creationId xmlns:p14="http://schemas.microsoft.com/office/powerpoint/2010/main" val="356019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Introduction To Message Passing</a:t>
            </a:r>
          </a:p>
        </p:txBody>
      </p:sp>
    </p:spTree>
    <p:extLst>
      <p:ext uri="{BB962C8B-B14F-4D97-AF65-F5344CB8AC3E}">
        <p14:creationId xmlns:p14="http://schemas.microsoft.com/office/powerpoint/2010/main" val="1808483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374776118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4292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750013" y="381000"/>
            <a:ext cx="10451387" cy="1600124"/>
          </a:xfrm>
        </p:spPr>
        <p:txBody>
          <a:bodyPr>
            <a:normAutofit/>
          </a:bodyPr>
          <a:lstStyle/>
          <a:p>
            <a:r>
              <a:rPr lang="en-US" dirty="0">
                <a:latin typeface="Arial" panose="020B0604020202020204" pitchFamily="34" charset="0"/>
                <a:cs typeface="Arial" panose="020B0604020202020204" pitchFamily="34" charset="0"/>
              </a:rPr>
              <a:t>Introduction to Message Passing</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750013" y="2137026"/>
            <a:ext cx="10531011" cy="4458984"/>
          </a:xfrm>
        </p:spPr>
        <p:txBody>
          <a:bodyPr anchor="ctr">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a:t>
            </a:r>
            <a:r>
              <a:rPr lang="en-US" b="0" i="0" dirty="0">
                <a:solidFill>
                  <a:srgbClr val="374151"/>
                </a:solidFill>
                <a:effectLst/>
                <a:latin typeface="Arial" panose="020B0604020202020204" pitchFamily="34" charset="0"/>
                <a:cs typeface="Arial" panose="020B0604020202020204" pitchFamily="34" charset="0"/>
              </a:rPr>
              <a:t>Message passing is a method of communication in distributed systems where processes or objects exchange messages with each other to </a:t>
            </a:r>
            <a:r>
              <a:rPr lang="en-US" b="0" i="0" dirty="0">
                <a:solidFill>
                  <a:srgbClr val="0A25F0"/>
                </a:solidFill>
                <a:effectLst/>
                <a:latin typeface="Arial" panose="020B0604020202020204" pitchFamily="34" charset="0"/>
                <a:cs typeface="Arial" panose="020B0604020202020204" pitchFamily="34" charset="0"/>
              </a:rPr>
              <a:t>share information </a:t>
            </a:r>
            <a:r>
              <a:rPr lang="en-US" b="0" i="0" dirty="0">
                <a:solidFill>
                  <a:srgbClr val="374151"/>
                </a:solidFill>
                <a:effectLst/>
                <a:latin typeface="Arial" panose="020B0604020202020204" pitchFamily="34" charset="0"/>
                <a:cs typeface="Arial" panose="020B0604020202020204" pitchFamily="34" charset="0"/>
              </a:rPr>
              <a:t>or </a:t>
            </a:r>
            <a:r>
              <a:rPr lang="en-US" b="0" i="0" dirty="0">
                <a:solidFill>
                  <a:srgbClr val="0A25F0"/>
                </a:solidFill>
                <a:effectLst/>
                <a:latin typeface="Arial" panose="020B0604020202020204" pitchFamily="34" charset="0"/>
                <a:cs typeface="Arial" panose="020B0604020202020204" pitchFamily="34" charset="0"/>
              </a:rPr>
              <a:t>coordinate activities</a:t>
            </a:r>
            <a:r>
              <a:rPr lang="en-US" b="0" i="0" dirty="0">
                <a:solidFill>
                  <a:srgbClr val="374151"/>
                </a:solidFill>
                <a:effectLst/>
                <a:latin typeface="Arial" panose="020B0604020202020204" pitchFamily="34" charset="0"/>
                <a:cs typeface="Arial" panose="020B0604020202020204" pitchFamily="34" charset="0"/>
              </a:rPr>
              <a:t>.</a:t>
            </a:r>
            <a:r>
              <a:rPr lang="en-US" dirty="0">
                <a:solidFill>
                  <a:schemeClr val="tx1">
                    <a:alpha val="80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50635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61">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1" name="Rectangle 63">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3" name="Rectangle 65">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7">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523983" y="559813"/>
            <a:ext cx="3390472" cy="5577934"/>
          </a:xfrm>
        </p:spPr>
        <p:txBody>
          <a:bodyPr>
            <a:normAutofit/>
          </a:bodyPr>
          <a:lstStyle/>
          <a:p>
            <a:r>
              <a:rPr lang="en-US" dirty="0">
                <a:latin typeface="Arial" panose="020B0604020202020204" pitchFamily="34" charset="0"/>
                <a:cs typeface="Arial" panose="020B0604020202020204" pitchFamily="34" charset="0"/>
              </a:rPr>
              <a:t>Message Passing Model</a:t>
            </a:r>
            <a:endParaRPr lang="en-PK" dirty="0">
              <a:latin typeface="Arial" panose="020B0604020202020204" pitchFamily="34" charset="0"/>
              <a:cs typeface="Arial" panose="020B0604020202020204" pitchFamily="34" charset="0"/>
            </a:endParaRPr>
          </a:p>
        </p:txBody>
      </p:sp>
      <p:graphicFrame>
        <p:nvGraphicFramePr>
          <p:cNvPr id="67" name="Content Placeholder 5">
            <a:extLst>
              <a:ext uri="{FF2B5EF4-FFF2-40B4-BE49-F238E27FC236}">
                <a16:creationId xmlns:a16="http://schemas.microsoft.com/office/drawing/2014/main" id="{8393E292-B727-37A7-F116-56B417A99333}"/>
              </a:ext>
            </a:extLst>
          </p:cNvPr>
          <p:cNvGraphicFramePr>
            <a:graphicFrameLocks noGrp="1"/>
          </p:cNvGraphicFramePr>
          <p:nvPr>
            <p:ph idx="1"/>
            <p:extLst>
              <p:ext uri="{D42A27DB-BD31-4B8C-83A1-F6EECF244321}">
                <p14:modId xmlns:p14="http://schemas.microsoft.com/office/powerpoint/2010/main" val="298259382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0423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
                                            <p:graphicEl>
                                              <a:dgm id="{11C9053D-B9A2-4FF2-8EE9-9F149FB65CB1}"/>
                                            </p:graphicEl>
                                          </p:spTgt>
                                        </p:tgtEl>
                                        <p:attrNameLst>
                                          <p:attrName>style.visibility</p:attrName>
                                        </p:attrNameLst>
                                      </p:cBhvr>
                                      <p:to>
                                        <p:strVal val="visible"/>
                                      </p:to>
                                    </p:set>
                                    <p:anim calcmode="lin" valueType="num">
                                      <p:cBhvr additive="base">
                                        <p:cTn id="7" dur="500" fill="hold"/>
                                        <p:tgtEl>
                                          <p:spTgt spid="67">
                                            <p:graphicEl>
                                              <a:dgm id="{11C9053D-B9A2-4FF2-8EE9-9F149FB65CB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7">
                                            <p:graphicEl>
                                              <a:dgm id="{11C9053D-B9A2-4FF2-8EE9-9F149FB65CB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
                                            <p:graphicEl>
                                              <a:dgm id="{2EAA28E2-A598-4FEE-9D62-8B3A54E6950F}"/>
                                            </p:graphicEl>
                                          </p:spTgt>
                                        </p:tgtEl>
                                        <p:attrNameLst>
                                          <p:attrName>style.visibility</p:attrName>
                                        </p:attrNameLst>
                                      </p:cBhvr>
                                      <p:to>
                                        <p:strVal val="visible"/>
                                      </p:to>
                                    </p:set>
                                    <p:anim calcmode="lin" valueType="num">
                                      <p:cBhvr additive="base">
                                        <p:cTn id="13" dur="500" fill="hold"/>
                                        <p:tgtEl>
                                          <p:spTgt spid="67">
                                            <p:graphicEl>
                                              <a:dgm id="{2EAA28E2-A598-4FEE-9D62-8B3A54E6950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
                                            <p:graphicEl>
                                              <a:dgm id="{2EAA28E2-A598-4FEE-9D62-8B3A54E6950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7" grpId="0">
        <p:bldSub>
          <a:bldDgm bld="lvl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28773"/>
            <a:ext cx="10103778" cy="1202077"/>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Message Passing Model </a:t>
            </a:r>
            <a:r>
              <a:rPr lang="en-US" sz="4000" dirty="0" err="1">
                <a:solidFill>
                  <a:schemeClr val="tx1"/>
                </a:solidFill>
                <a:latin typeface="Arial" panose="020B0604020202020204" pitchFamily="34" charset="0"/>
                <a:cs typeface="Arial" panose="020B0604020202020204" pitchFamily="34" charset="0"/>
              </a:rPr>
              <a:t>Cont</a:t>
            </a:r>
            <a:r>
              <a:rPr lang="en-US" sz="4000" dirty="0">
                <a:solidFill>
                  <a:schemeClr val="tx1"/>
                </a:solidFill>
                <a:latin typeface="Arial" panose="020B0604020202020204" pitchFamily="34" charset="0"/>
                <a:cs typeface="Arial" panose="020B0604020202020204" pitchFamily="34" charset="0"/>
              </a:rPr>
              <a:t>…</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BCA54EC4-1AF1-F4FC-BAC0-8CE43C3B3BDF}"/>
              </a:ext>
            </a:extLst>
          </p:cNvPr>
          <p:cNvGraphicFramePr>
            <a:graphicFrameLocks noGrp="1"/>
          </p:cNvGraphicFramePr>
          <p:nvPr>
            <p:ph idx="1"/>
            <p:extLst>
              <p:ext uri="{D42A27DB-BD31-4B8C-83A1-F6EECF244321}">
                <p14:modId xmlns:p14="http://schemas.microsoft.com/office/powerpoint/2010/main" val="1255190945"/>
              </p:ext>
            </p:extLst>
          </p:nvPr>
        </p:nvGraphicFramePr>
        <p:xfrm>
          <a:off x="838200" y="1530849"/>
          <a:ext cx="10515600" cy="499837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586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BDDFD6C7-1547-4018-8B13-09AF2C0B41AD}"/>
                                            </p:graphicEl>
                                          </p:spTgt>
                                        </p:tgtEl>
                                        <p:attrNameLst>
                                          <p:attrName>style.visibility</p:attrName>
                                        </p:attrNameLst>
                                      </p:cBhvr>
                                      <p:to>
                                        <p:strVal val="visible"/>
                                      </p:to>
                                    </p:set>
                                    <p:anim calcmode="lin" valueType="num">
                                      <p:cBhvr additive="base">
                                        <p:cTn id="7" dur="500" fill="hold"/>
                                        <p:tgtEl>
                                          <p:spTgt spid="3">
                                            <p:graphicEl>
                                              <a:dgm id="{BDDFD6C7-1547-4018-8B13-09AF2C0B41A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BDDFD6C7-1547-4018-8B13-09AF2C0B41AD}"/>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4BB027A7-3711-423F-B925-E6B96C983ADE}"/>
                                            </p:graphicEl>
                                          </p:spTgt>
                                        </p:tgtEl>
                                        <p:attrNameLst>
                                          <p:attrName>style.visibility</p:attrName>
                                        </p:attrNameLst>
                                      </p:cBhvr>
                                      <p:to>
                                        <p:strVal val="visible"/>
                                      </p:to>
                                    </p:set>
                                    <p:anim calcmode="lin" valueType="num">
                                      <p:cBhvr additive="base">
                                        <p:cTn id="13" dur="500" fill="hold"/>
                                        <p:tgtEl>
                                          <p:spTgt spid="3">
                                            <p:graphicEl>
                                              <a:dgm id="{4BB027A7-3711-423F-B925-E6B96C983AD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4BB027A7-3711-423F-B925-E6B96C983AD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28773"/>
            <a:ext cx="10103778" cy="1202077"/>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Message Passing Model </a:t>
            </a:r>
            <a:r>
              <a:rPr lang="en-US" sz="4000" dirty="0" err="1">
                <a:solidFill>
                  <a:schemeClr val="tx1"/>
                </a:solidFill>
                <a:latin typeface="Arial" panose="020B0604020202020204" pitchFamily="34" charset="0"/>
                <a:cs typeface="Arial" panose="020B0604020202020204" pitchFamily="34" charset="0"/>
              </a:rPr>
              <a:t>Cont</a:t>
            </a:r>
            <a:r>
              <a:rPr lang="en-US" sz="4000" dirty="0">
                <a:solidFill>
                  <a:schemeClr val="tx1"/>
                </a:solidFill>
                <a:latin typeface="Arial" panose="020B0604020202020204" pitchFamily="34" charset="0"/>
                <a:cs typeface="Arial" panose="020B0604020202020204" pitchFamily="34" charset="0"/>
              </a:rPr>
              <a:t>…</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3" name="Content Placeholder 2">
            <a:extLst>
              <a:ext uri="{FF2B5EF4-FFF2-40B4-BE49-F238E27FC236}">
                <a16:creationId xmlns:a16="http://schemas.microsoft.com/office/drawing/2014/main" id="{9057BE4C-B4D2-2BBE-51C1-2D5C97DACB99}"/>
              </a:ext>
            </a:extLst>
          </p:cNvPr>
          <p:cNvPicPr>
            <a:picLocks noGrp="1" noChangeAspect="1"/>
          </p:cNvPicPr>
          <p:nvPr>
            <p:ph idx="1"/>
          </p:nvPr>
        </p:nvPicPr>
        <p:blipFill>
          <a:blip r:embed="rId5"/>
          <a:stretch>
            <a:fillRect/>
          </a:stretch>
        </p:blipFill>
        <p:spPr>
          <a:xfrm>
            <a:off x="1202076" y="2262581"/>
            <a:ext cx="9205645" cy="4117672"/>
          </a:xfrm>
          <a:prstGeom prst="rect">
            <a:avLst/>
          </a:prstGeom>
        </p:spPr>
      </p:pic>
    </p:spTree>
    <p:extLst>
      <p:ext uri="{BB962C8B-B14F-4D97-AF65-F5344CB8AC3E}">
        <p14:creationId xmlns:p14="http://schemas.microsoft.com/office/powerpoint/2010/main" val="272302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28773"/>
            <a:ext cx="10103778" cy="1202077"/>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Message Passing Model </a:t>
            </a:r>
            <a:r>
              <a:rPr lang="en-US" sz="4000" dirty="0" err="1">
                <a:solidFill>
                  <a:schemeClr val="tx1"/>
                </a:solidFill>
                <a:latin typeface="Arial" panose="020B0604020202020204" pitchFamily="34" charset="0"/>
                <a:cs typeface="Arial" panose="020B0604020202020204" pitchFamily="34" charset="0"/>
              </a:rPr>
              <a:t>Cont</a:t>
            </a:r>
            <a:r>
              <a:rPr lang="en-US" sz="4000" dirty="0">
                <a:solidFill>
                  <a:schemeClr val="tx1"/>
                </a:solidFill>
                <a:latin typeface="Arial" panose="020B0604020202020204" pitchFamily="34" charset="0"/>
                <a:cs typeface="Arial" panose="020B0604020202020204" pitchFamily="34" charset="0"/>
              </a:rPr>
              <a:t>…</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5999E598-D44B-30D8-F20F-BACCD6814F00}"/>
              </a:ext>
            </a:extLst>
          </p:cNvPr>
          <p:cNvGraphicFramePr>
            <a:graphicFrameLocks noGrp="1"/>
          </p:cNvGraphicFramePr>
          <p:nvPr>
            <p:ph idx="1"/>
            <p:extLst>
              <p:ext uri="{D42A27DB-BD31-4B8C-83A1-F6EECF244321}">
                <p14:modId xmlns:p14="http://schemas.microsoft.com/office/powerpoint/2010/main" val="2646500171"/>
              </p:ext>
            </p:extLst>
          </p:nvPr>
        </p:nvGraphicFramePr>
        <p:xfrm>
          <a:off x="838200" y="1530849"/>
          <a:ext cx="10515600" cy="47980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51225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What is Message Passing Interface (MPI)?</a:t>
            </a:r>
          </a:p>
        </p:txBody>
      </p:sp>
    </p:spTree>
    <p:extLst>
      <p:ext uri="{BB962C8B-B14F-4D97-AF65-F5344CB8AC3E}">
        <p14:creationId xmlns:p14="http://schemas.microsoft.com/office/powerpoint/2010/main" val="2211696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229170212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7186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6" name="Rectangle 85">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8" name="Rectangle 87">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1752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0" name="Rectangle 89">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7" y="0"/>
            <a:ext cx="12191999" cy="2217528"/>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r>
              <a:rPr lang="en-US" dirty="0">
                <a:latin typeface="Arial" panose="020B0604020202020204" pitchFamily="34" charset="0"/>
                <a:cs typeface="Arial" panose="020B0604020202020204" pitchFamily="34" charset="0"/>
              </a:rPr>
              <a:t>Message Passing Interface </a:t>
            </a:r>
          </a:p>
        </p:txBody>
      </p:sp>
      <p:graphicFrame>
        <p:nvGraphicFramePr>
          <p:cNvPr id="58" name="Content Placeholder 5">
            <a:extLst>
              <a:ext uri="{FF2B5EF4-FFF2-40B4-BE49-F238E27FC236}">
                <a16:creationId xmlns:a16="http://schemas.microsoft.com/office/drawing/2014/main" id="{1A70B9BA-0FFE-D263-04C9-CCF998119A13}"/>
              </a:ext>
            </a:extLst>
          </p:cNvPr>
          <p:cNvGraphicFramePr>
            <a:graphicFrameLocks noGrp="1"/>
          </p:cNvGraphicFramePr>
          <p:nvPr>
            <p:ph idx="1"/>
            <p:extLst>
              <p:ext uri="{D42A27DB-BD31-4B8C-83A1-F6EECF244321}">
                <p14:modId xmlns:p14="http://schemas.microsoft.com/office/powerpoint/2010/main" val="4235909786"/>
              </p:ext>
            </p:extLst>
          </p:nvPr>
        </p:nvGraphicFramePr>
        <p:xfrm>
          <a:off x="1362181" y="2476072"/>
          <a:ext cx="9333217" cy="4130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9393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graphicEl>
                                              <a:dgm id="{7FE629AE-8CE7-4165-B1BE-73B41E1DCB02}"/>
                                            </p:graphicEl>
                                          </p:spTgt>
                                        </p:tgtEl>
                                        <p:attrNameLst>
                                          <p:attrName>style.visibility</p:attrName>
                                        </p:attrNameLst>
                                      </p:cBhvr>
                                      <p:to>
                                        <p:strVal val="visible"/>
                                      </p:to>
                                    </p:set>
                                    <p:anim calcmode="lin" valueType="num">
                                      <p:cBhvr additive="base">
                                        <p:cTn id="7" dur="500" fill="hold"/>
                                        <p:tgtEl>
                                          <p:spTgt spid="58">
                                            <p:graphicEl>
                                              <a:dgm id="{7FE629AE-8CE7-4165-B1BE-73B41E1DCB0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8">
                                            <p:graphicEl>
                                              <a:dgm id="{7FE629AE-8CE7-4165-B1BE-73B41E1DCB0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
                                            <p:graphicEl>
                                              <a:dgm id="{1799095A-1650-4926-A829-2F8B1A9FF2FA}"/>
                                            </p:graphicEl>
                                          </p:spTgt>
                                        </p:tgtEl>
                                        <p:attrNameLst>
                                          <p:attrName>style.visibility</p:attrName>
                                        </p:attrNameLst>
                                      </p:cBhvr>
                                      <p:to>
                                        <p:strVal val="visible"/>
                                      </p:to>
                                    </p:set>
                                    <p:anim calcmode="lin" valueType="num">
                                      <p:cBhvr additive="base">
                                        <p:cTn id="13" dur="500" fill="hold"/>
                                        <p:tgtEl>
                                          <p:spTgt spid="58">
                                            <p:graphicEl>
                                              <a:dgm id="{1799095A-1650-4926-A829-2F8B1A9FF2F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
                                            <p:graphicEl>
                                              <a:dgm id="{1799095A-1650-4926-A829-2F8B1A9FF2F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
                                            <p:graphicEl>
                                              <a:dgm id="{211C0D16-B643-474D-B1CF-DE2AF8DE7583}"/>
                                            </p:graphicEl>
                                          </p:spTgt>
                                        </p:tgtEl>
                                        <p:attrNameLst>
                                          <p:attrName>style.visibility</p:attrName>
                                        </p:attrNameLst>
                                      </p:cBhvr>
                                      <p:to>
                                        <p:strVal val="visible"/>
                                      </p:to>
                                    </p:set>
                                    <p:anim calcmode="lin" valueType="num">
                                      <p:cBhvr additive="base">
                                        <p:cTn id="19" dur="500" fill="hold"/>
                                        <p:tgtEl>
                                          <p:spTgt spid="58">
                                            <p:graphicEl>
                                              <a:dgm id="{211C0D16-B643-474D-B1CF-DE2AF8DE7583}"/>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
                                            <p:graphicEl>
                                              <a:dgm id="{211C0D16-B643-474D-B1CF-DE2AF8DE7583}"/>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
                                            <p:graphicEl>
                                              <a:dgm id="{CEB14E5A-5185-4B31-98A8-FDC586DB119D}"/>
                                            </p:graphicEl>
                                          </p:spTgt>
                                        </p:tgtEl>
                                        <p:attrNameLst>
                                          <p:attrName>style.visibility</p:attrName>
                                        </p:attrNameLst>
                                      </p:cBhvr>
                                      <p:to>
                                        <p:strVal val="visible"/>
                                      </p:to>
                                    </p:set>
                                    <p:anim calcmode="lin" valueType="num">
                                      <p:cBhvr additive="base">
                                        <p:cTn id="25" dur="500" fill="hold"/>
                                        <p:tgtEl>
                                          <p:spTgt spid="58">
                                            <p:graphicEl>
                                              <a:dgm id="{CEB14E5A-5185-4B31-98A8-FDC586DB119D}"/>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8">
                                            <p:graphicEl>
                                              <a:dgm id="{CEB14E5A-5185-4B31-98A8-FDC586DB119D}"/>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8">
                                            <p:graphicEl>
                                              <a:dgm id="{F35B38FE-1C33-442C-A2F7-4D60279893B2}"/>
                                            </p:graphicEl>
                                          </p:spTgt>
                                        </p:tgtEl>
                                        <p:attrNameLst>
                                          <p:attrName>style.visibility</p:attrName>
                                        </p:attrNameLst>
                                      </p:cBhvr>
                                      <p:to>
                                        <p:strVal val="visible"/>
                                      </p:to>
                                    </p:set>
                                    <p:anim calcmode="lin" valueType="num">
                                      <p:cBhvr additive="base">
                                        <p:cTn id="31" dur="500" fill="hold"/>
                                        <p:tgtEl>
                                          <p:spTgt spid="58">
                                            <p:graphicEl>
                                              <a:dgm id="{F35B38FE-1C33-442C-A2F7-4D60279893B2}"/>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8">
                                            <p:graphicEl>
                                              <a:dgm id="{F35B38FE-1C33-442C-A2F7-4D60279893B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8"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5" name="Rectangle 74">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7" name="Rectangle 76">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atin typeface="Arial" panose="020B0604020202020204" pitchFamily="34" charset="0"/>
                <a:cs typeface="Arial" panose="020B0604020202020204" pitchFamily="34" charset="0"/>
              </a:rPr>
              <a:t>Message Passing Interface Cont…</a:t>
            </a:r>
            <a:endParaRPr lang="en-PK">
              <a:latin typeface="Arial" panose="020B0604020202020204" pitchFamily="34" charset="0"/>
              <a:cs typeface="Arial" panose="020B0604020202020204" pitchFamily="34" charset="0"/>
            </a:endParaRPr>
          </a:p>
        </p:txBody>
      </p:sp>
      <p:graphicFrame>
        <p:nvGraphicFramePr>
          <p:cNvPr id="47" name="Content Placeholder 4">
            <a:extLst>
              <a:ext uri="{FF2B5EF4-FFF2-40B4-BE49-F238E27FC236}">
                <a16:creationId xmlns:a16="http://schemas.microsoft.com/office/drawing/2014/main" id="{3B18280A-01F0-D132-C54A-8306E6D0DC34}"/>
              </a:ext>
            </a:extLst>
          </p:cNvPr>
          <p:cNvGraphicFramePr>
            <a:graphicFrameLocks noGrp="1"/>
          </p:cNvGraphicFramePr>
          <p:nvPr>
            <p:ph idx="1"/>
            <p:extLst>
              <p:ext uri="{D42A27DB-BD31-4B8C-83A1-F6EECF244321}">
                <p14:modId xmlns:p14="http://schemas.microsoft.com/office/powerpoint/2010/main" val="2566336706"/>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39027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462337"/>
            <a:ext cx="9467850" cy="935676"/>
          </a:xfrm>
        </p:spPr>
        <p:txBody>
          <a:bodyPr>
            <a:noAutofit/>
          </a:bodyPr>
          <a:lstStyle/>
          <a:p>
            <a:pPr>
              <a:lnSpc>
                <a:spcPct val="90000"/>
              </a:lnSpc>
            </a:pPr>
            <a:r>
              <a:rPr lang="en-US" sz="4000">
                <a:solidFill>
                  <a:schemeClr val="tx1"/>
                </a:solidFill>
                <a:latin typeface="Arial" panose="020B0604020202020204" pitchFamily="34" charset="0"/>
                <a:cs typeface="Arial" panose="020B0604020202020204" pitchFamily="34" charset="0"/>
              </a:rPr>
              <a:t>Message Passing Interface Cont…</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5" name="Content Placeholder 4">
            <a:extLst>
              <a:ext uri="{FF2B5EF4-FFF2-40B4-BE49-F238E27FC236}">
                <a16:creationId xmlns:a16="http://schemas.microsoft.com/office/drawing/2014/main" id="{E27024CC-B915-2FBC-029A-6F90AD17EFEB}"/>
              </a:ext>
            </a:extLst>
          </p:cNvPr>
          <p:cNvSpPr>
            <a:spLocks noGrp="1"/>
          </p:cNvSpPr>
          <p:nvPr>
            <p:ph idx="1"/>
          </p:nvPr>
        </p:nvSpPr>
        <p:spPr>
          <a:xfrm>
            <a:off x="838200" y="1684962"/>
            <a:ext cx="10515600" cy="4460251"/>
          </a:xfrm>
        </p:spPr>
        <p:txBody>
          <a:bodyPr>
            <a:normAutofit/>
          </a:bodyPr>
          <a:lstStyle/>
          <a:p>
            <a:r>
              <a:rPr lang="en-US" dirty="0">
                <a:solidFill>
                  <a:schemeClr val="tx1"/>
                </a:solidFill>
                <a:latin typeface="Arial" panose="020B0604020202020204" pitchFamily="34" charset="0"/>
                <a:cs typeface="Arial" panose="020B0604020202020204" pitchFamily="34" charset="0"/>
              </a:rPr>
              <a:t>Standardized message passing library specification (IEEE):</a:t>
            </a:r>
          </a:p>
          <a:p>
            <a:pPr lvl="1"/>
            <a:r>
              <a:rPr lang="en-US" dirty="0">
                <a:solidFill>
                  <a:schemeClr val="tx1"/>
                </a:solidFill>
                <a:latin typeface="Arial" panose="020B0604020202020204" pitchFamily="34" charset="0"/>
                <a:cs typeface="Arial" panose="020B0604020202020204" pitchFamily="34" charset="0"/>
              </a:rPr>
              <a:t>For parallel computers, clusters and heterogeneous networks.</a:t>
            </a:r>
          </a:p>
          <a:p>
            <a:pPr lvl="1"/>
            <a:r>
              <a:rPr lang="en-US" dirty="0">
                <a:solidFill>
                  <a:schemeClr val="tx1"/>
                </a:solidFill>
                <a:latin typeface="Arial" panose="020B0604020202020204" pitchFamily="34" charset="0"/>
                <a:cs typeface="Arial" panose="020B0604020202020204" pitchFamily="34" charset="0"/>
              </a:rPr>
              <a:t>Not a specific product, compiler specification etc.</a:t>
            </a:r>
          </a:p>
          <a:p>
            <a:pPr lvl="1"/>
            <a:r>
              <a:rPr lang="en-US" dirty="0">
                <a:solidFill>
                  <a:schemeClr val="tx1"/>
                </a:solidFill>
                <a:latin typeface="Arial" panose="020B0604020202020204" pitchFamily="34" charset="0"/>
                <a:cs typeface="Arial" panose="020B0604020202020204" pitchFamily="34" charset="0"/>
              </a:rPr>
              <a:t>Many implementations, MPICH, LAM, </a:t>
            </a:r>
            <a:r>
              <a:rPr lang="en-US" dirty="0" err="1">
                <a:solidFill>
                  <a:schemeClr val="tx1"/>
                </a:solidFill>
                <a:latin typeface="Arial" panose="020B0604020202020204" pitchFamily="34" charset="0"/>
                <a:cs typeface="Arial" panose="020B0604020202020204" pitchFamily="34" charset="0"/>
              </a:rPr>
              <a:t>OpenMPI</a:t>
            </a:r>
            <a:r>
              <a:rPr lang="en-US" dirty="0">
                <a:solidFill>
                  <a:schemeClr val="tx1"/>
                </a:solidFill>
                <a:latin typeface="Arial" panose="020B0604020202020204" pitchFamily="34" charset="0"/>
                <a:cs typeface="Arial" panose="020B0604020202020204" pitchFamily="34" charset="0"/>
              </a:rPr>
              <a:t> …</a:t>
            </a:r>
          </a:p>
          <a:p>
            <a:r>
              <a:rPr lang="en-US" dirty="0">
                <a:solidFill>
                  <a:schemeClr val="tx1"/>
                </a:solidFill>
                <a:latin typeface="Arial" panose="020B0604020202020204" pitchFamily="34" charset="0"/>
                <a:cs typeface="Arial" panose="020B0604020202020204" pitchFamily="34" charset="0"/>
              </a:rPr>
              <a:t>Portable, with Fortran and C/C++ interfaces.</a:t>
            </a:r>
          </a:p>
          <a:p>
            <a:r>
              <a:rPr lang="en-US" dirty="0">
                <a:solidFill>
                  <a:schemeClr val="tx1"/>
                </a:solidFill>
                <a:latin typeface="Arial" panose="020B0604020202020204" pitchFamily="34" charset="0"/>
                <a:cs typeface="Arial" panose="020B0604020202020204" pitchFamily="34" charset="0"/>
              </a:rPr>
              <a:t>Many functions.</a:t>
            </a:r>
          </a:p>
          <a:p>
            <a:r>
              <a:rPr lang="en-US" dirty="0">
                <a:solidFill>
                  <a:schemeClr val="tx1"/>
                </a:solidFill>
                <a:latin typeface="Arial" panose="020B0604020202020204" pitchFamily="34" charset="0"/>
                <a:cs typeface="Arial" panose="020B0604020202020204" pitchFamily="34" charset="0"/>
              </a:rPr>
              <a:t>Real parallel programming.</a:t>
            </a:r>
          </a:p>
          <a:p>
            <a:r>
              <a:rPr lang="en-US" dirty="0">
                <a:solidFill>
                  <a:schemeClr val="tx1"/>
                </a:solidFill>
                <a:latin typeface="Arial" panose="020B0604020202020204" pitchFamily="34" charset="0"/>
                <a:cs typeface="Arial" panose="020B0604020202020204" pitchFamily="34" charset="0"/>
              </a:rPr>
              <a:t>Notoriously difficult to debug. </a:t>
            </a:r>
          </a:p>
          <a:p>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4349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dirty="0">
                <a:latin typeface="Arial" panose="020B0604020202020204" pitchFamily="34" charset="0"/>
                <a:cs typeface="Arial" panose="020B0604020202020204" pitchFamily="34" charset="0"/>
              </a:rPr>
              <a:t>History and Versions of MPI</a:t>
            </a:r>
          </a:p>
        </p:txBody>
      </p:sp>
      <p:graphicFrame>
        <p:nvGraphicFramePr>
          <p:cNvPr id="47" name="Content Placeholder 4">
            <a:extLst>
              <a:ext uri="{FF2B5EF4-FFF2-40B4-BE49-F238E27FC236}">
                <a16:creationId xmlns:a16="http://schemas.microsoft.com/office/drawing/2014/main" id="{7AFB8094-29AF-81DD-91CE-151910F92F5E}"/>
              </a:ext>
            </a:extLst>
          </p:cNvPr>
          <p:cNvGraphicFramePr>
            <a:graphicFrameLocks noGrp="1"/>
          </p:cNvGraphicFramePr>
          <p:nvPr>
            <p:ph idx="1"/>
            <p:extLst>
              <p:ext uri="{D42A27DB-BD31-4B8C-83A1-F6EECF244321}">
                <p14:modId xmlns:p14="http://schemas.microsoft.com/office/powerpoint/2010/main" val="152569882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34306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1DAAC632-10A3-4D7C-AA30-85C84833365E}"/>
                                            </p:graphicEl>
                                          </p:spTgt>
                                        </p:tgtEl>
                                        <p:attrNameLst>
                                          <p:attrName>style.visibility</p:attrName>
                                        </p:attrNameLst>
                                      </p:cBhvr>
                                      <p:to>
                                        <p:strVal val="visible"/>
                                      </p:to>
                                    </p:set>
                                    <p:anim calcmode="lin" valueType="num">
                                      <p:cBhvr additive="base">
                                        <p:cTn id="7" dur="500" fill="hold"/>
                                        <p:tgtEl>
                                          <p:spTgt spid="47">
                                            <p:graphicEl>
                                              <a:dgm id="{1DAAC632-10A3-4D7C-AA30-85C84833365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1DAAC632-10A3-4D7C-AA30-85C84833365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4694BB8F-8C38-4661-81E3-E26DCA3E2D9A}"/>
                                            </p:graphicEl>
                                          </p:spTgt>
                                        </p:tgtEl>
                                        <p:attrNameLst>
                                          <p:attrName>style.visibility</p:attrName>
                                        </p:attrNameLst>
                                      </p:cBhvr>
                                      <p:to>
                                        <p:strVal val="visible"/>
                                      </p:to>
                                    </p:set>
                                    <p:anim calcmode="lin" valueType="num">
                                      <p:cBhvr additive="base">
                                        <p:cTn id="13" dur="500" fill="hold"/>
                                        <p:tgtEl>
                                          <p:spTgt spid="47">
                                            <p:graphicEl>
                                              <a:dgm id="{4694BB8F-8C38-4661-81E3-E26DCA3E2D9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4694BB8F-8C38-4661-81E3-E26DCA3E2D9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graphicEl>
                                              <a:dgm id="{06A0F947-CB4E-4017-BAA3-2741845EA857}"/>
                                            </p:graphicEl>
                                          </p:spTgt>
                                        </p:tgtEl>
                                        <p:attrNameLst>
                                          <p:attrName>style.visibility</p:attrName>
                                        </p:attrNameLst>
                                      </p:cBhvr>
                                      <p:to>
                                        <p:strVal val="visible"/>
                                      </p:to>
                                    </p:set>
                                    <p:anim calcmode="lin" valueType="num">
                                      <p:cBhvr additive="base">
                                        <p:cTn id="19" dur="500" fill="hold"/>
                                        <p:tgtEl>
                                          <p:spTgt spid="47">
                                            <p:graphicEl>
                                              <a:dgm id="{06A0F947-CB4E-4017-BAA3-2741845EA857}"/>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
                                            <p:graphicEl>
                                              <a:dgm id="{06A0F947-CB4E-4017-BAA3-2741845EA857}"/>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
                                            <p:graphicEl>
                                              <a:dgm id="{3E61AF15-056A-4FD0-A8F8-CDA3B677DA2E}"/>
                                            </p:graphicEl>
                                          </p:spTgt>
                                        </p:tgtEl>
                                        <p:attrNameLst>
                                          <p:attrName>style.visibility</p:attrName>
                                        </p:attrNameLst>
                                      </p:cBhvr>
                                      <p:to>
                                        <p:strVal val="visible"/>
                                      </p:to>
                                    </p:set>
                                    <p:anim calcmode="lin" valueType="num">
                                      <p:cBhvr additive="base">
                                        <p:cTn id="25" dur="500" fill="hold"/>
                                        <p:tgtEl>
                                          <p:spTgt spid="47">
                                            <p:graphicEl>
                                              <a:dgm id="{3E61AF15-056A-4FD0-A8F8-CDA3B677DA2E}"/>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
                                            <p:graphicEl>
                                              <a:dgm id="{3E61AF15-056A-4FD0-A8F8-CDA3B677DA2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atin typeface="Arial" panose="020B0604020202020204" pitchFamily="34" charset="0"/>
                <a:cs typeface="Arial" panose="020B0604020202020204" pitchFamily="34" charset="0"/>
              </a:rPr>
              <a:t>History and Versions of MPI Cont…</a:t>
            </a:r>
            <a:endParaRPr lang="en-PK">
              <a:latin typeface="Arial" panose="020B0604020202020204" pitchFamily="34" charset="0"/>
              <a:cs typeface="Arial" panose="020B0604020202020204" pitchFamily="34" charset="0"/>
            </a:endParaRPr>
          </a:p>
        </p:txBody>
      </p:sp>
      <p:graphicFrame>
        <p:nvGraphicFramePr>
          <p:cNvPr id="47" name="Content Placeholder 4">
            <a:extLst>
              <a:ext uri="{FF2B5EF4-FFF2-40B4-BE49-F238E27FC236}">
                <a16:creationId xmlns:a16="http://schemas.microsoft.com/office/drawing/2014/main" id="{2F1726A5-52C5-9B45-A4BB-ACCF67095DBB}"/>
              </a:ext>
            </a:extLst>
          </p:cNvPr>
          <p:cNvGraphicFramePr>
            <a:graphicFrameLocks noGrp="1"/>
          </p:cNvGraphicFramePr>
          <p:nvPr>
            <p:ph idx="1"/>
            <p:extLst>
              <p:ext uri="{D42A27DB-BD31-4B8C-83A1-F6EECF244321}">
                <p14:modId xmlns:p14="http://schemas.microsoft.com/office/powerpoint/2010/main" val="176910431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8365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9F21F128-348A-4E73-B2AD-3B7F92C0B849}"/>
                                            </p:graphicEl>
                                          </p:spTgt>
                                        </p:tgtEl>
                                        <p:attrNameLst>
                                          <p:attrName>style.visibility</p:attrName>
                                        </p:attrNameLst>
                                      </p:cBhvr>
                                      <p:to>
                                        <p:strVal val="visible"/>
                                      </p:to>
                                    </p:set>
                                    <p:anim calcmode="lin" valueType="num">
                                      <p:cBhvr additive="base">
                                        <p:cTn id="7" dur="500" fill="hold"/>
                                        <p:tgtEl>
                                          <p:spTgt spid="47">
                                            <p:graphicEl>
                                              <a:dgm id="{9F21F128-348A-4E73-B2AD-3B7F92C0B84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9F21F128-348A-4E73-B2AD-3B7F92C0B849}"/>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390885A2-0308-41FA-84A4-28F2AF60CFD2}"/>
                                            </p:graphicEl>
                                          </p:spTgt>
                                        </p:tgtEl>
                                        <p:attrNameLst>
                                          <p:attrName>style.visibility</p:attrName>
                                        </p:attrNameLst>
                                      </p:cBhvr>
                                      <p:to>
                                        <p:strVal val="visible"/>
                                      </p:to>
                                    </p:set>
                                    <p:anim calcmode="lin" valueType="num">
                                      <p:cBhvr additive="base">
                                        <p:cTn id="13" dur="500" fill="hold"/>
                                        <p:tgtEl>
                                          <p:spTgt spid="47">
                                            <p:graphicEl>
                                              <a:dgm id="{390885A2-0308-41FA-84A4-28F2AF60CFD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390885A2-0308-41FA-84A4-28F2AF60CFD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Library Interface</a:t>
            </a:r>
          </a:p>
        </p:txBody>
      </p:sp>
    </p:spTree>
    <p:extLst>
      <p:ext uri="{BB962C8B-B14F-4D97-AF65-F5344CB8AC3E}">
        <p14:creationId xmlns:p14="http://schemas.microsoft.com/office/powerpoint/2010/main" val="4748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250292292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3209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363200" cy="1519719"/>
          </a:xfrm>
        </p:spPr>
        <p:txBody>
          <a:bodyPr>
            <a:normAutofit/>
          </a:bodyPr>
          <a:lstStyle/>
          <a:p>
            <a:r>
              <a:rPr lang="en-US"/>
              <a:t>Library Interface</a:t>
            </a:r>
            <a:endParaRPr lang="en-US" dirty="0"/>
          </a:p>
        </p:txBody>
      </p:sp>
      <p:graphicFrame>
        <p:nvGraphicFramePr>
          <p:cNvPr id="36" name="Content Placeholder 3">
            <a:extLst>
              <a:ext uri="{FF2B5EF4-FFF2-40B4-BE49-F238E27FC236}">
                <a16:creationId xmlns:a16="http://schemas.microsoft.com/office/drawing/2014/main" id="{5E62C083-018A-FF17-07D6-501A68CB302D}"/>
              </a:ext>
            </a:extLst>
          </p:cNvPr>
          <p:cNvGraphicFramePr>
            <a:graphicFrameLocks noGrp="1"/>
          </p:cNvGraphicFramePr>
          <p:nvPr>
            <p:ph idx="1"/>
          </p:nvPr>
        </p:nvGraphicFramePr>
        <p:xfrm>
          <a:off x="838200" y="2445250"/>
          <a:ext cx="10515600" cy="4031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919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2543BDC1-1BDC-4C71-94F5-F307C1EE10BF}"/>
                                            </p:graphicEl>
                                          </p:spTgt>
                                        </p:tgtEl>
                                        <p:attrNameLst>
                                          <p:attrName>style.visibility</p:attrName>
                                        </p:attrNameLst>
                                      </p:cBhvr>
                                      <p:to>
                                        <p:strVal val="visible"/>
                                      </p:to>
                                    </p:set>
                                    <p:anim calcmode="lin" valueType="num">
                                      <p:cBhvr additive="base">
                                        <p:cTn id="7" dur="500" fill="hold"/>
                                        <p:tgtEl>
                                          <p:spTgt spid="36">
                                            <p:graphicEl>
                                              <a:dgm id="{2543BDC1-1BDC-4C71-94F5-F307C1EE10B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2543BDC1-1BDC-4C71-94F5-F307C1EE10B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graphicEl>
                                              <a:dgm id="{DFFB6C22-E3ED-44B9-99F1-62459AAD28F4}"/>
                                            </p:graphicEl>
                                          </p:spTgt>
                                        </p:tgtEl>
                                        <p:attrNameLst>
                                          <p:attrName>style.visibility</p:attrName>
                                        </p:attrNameLst>
                                      </p:cBhvr>
                                      <p:to>
                                        <p:strVal val="visible"/>
                                      </p:to>
                                    </p:set>
                                    <p:anim calcmode="lin" valueType="num">
                                      <p:cBhvr additive="base">
                                        <p:cTn id="13" dur="500" fill="hold"/>
                                        <p:tgtEl>
                                          <p:spTgt spid="36">
                                            <p:graphicEl>
                                              <a:dgm id="{DFFB6C22-E3ED-44B9-99F1-62459AAD28F4}"/>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graphicEl>
                                              <a:dgm id="{DFFB6C22-E3ED-44B9-99F1-62459AAD28F4}"/>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
                                            <p:graphicEl>
                                              <a:dgm id="{C896A8A8-721D-4068-8064-A0FC65FBF9C4}"/>
                                            </p:graphicEl>
                                          </p:spTgt>
                                        </p:tgtEl>
                                        <p:attrNameLst>
                                          <p:attrName>style.visibility</p:attrName>
                                        </p:attrNameLst>
                                      </p:cBhvr>
                                      <p:to>
                                        <p:strVal val="visible"/>
                                      </p:to>
                                    </p:set>
                                    <p:anim calcmode="lin" valueType="num">
                                      <p:cBhvr additive="base">
                                        <p:cTn id="19" dur="500" fill="hold"/>
                                        <p:tgtEl>
                                          <p:spTgt spid="36">
                                            <p:graphicEl>
                                              <a:dgm id="{C896A8A8-721D-4068-8064-A0FC65FBF9C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graphicEl>
                                              <a:dgm id="{C896A8A8-721D-4068-8064-A0FC65FBF9C4}"/>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graphicEl>
                                              <a:dgm id="{1464C159-4587-42F9-B9AD-9CE599147880}"/>
                                            </p:graphicEl>
                                          </p:spTgt>
                                        </p:tgtEl>
                                        <p:attrNameLst>
                                          <p:attrName>style.visibility</p:attrName>
                                        </p:attrNameLst>
                                      </p:cBhvr>
                                      <p:to>
                                        <p:strVal val="visible"/>
                                      </p:to>
                                    </p:set>
                                    <p:anim calcmode="lin" valueType="num">
                                      <p:cBhvr additive="base">
                                        <p:cTn id="25" dur="500" fill="hold"/>
                                        <p:tgtEl>
                                          <p:spTgt spid="36">
                                            <p:graphicEl>
                                              <a:dgm id="{1464C159-4587-42F9-B9AD-9CE59914788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
                                            <p:graphicEl>
                                              <a:dgm id="{1464C159-4587-42F9-B9AD-9CE59914788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
                                            <p:graphicEl>
                                              <a:dgm id="{DD279B23-970D-4DB1-BD66-AEEC50B5150C}"/>
                                            </p:graphicEl>
                                          </p:spTgt>
                                        </p:tgtEl>
                                        <p:attrNameLst>
                                          <p:attrName>style.visibility</p:attrName>
                                        </p:attrNameLst>
                                      </p:cBhvr>
                                      <p:to>
                                        <p:strVal val="visible"/>
                                      </p:to>
                                    </p:set>
                                    <p:anim calcmode="lin" valueType="num">
                                      <p:cBhvr additive="base">
                                        <p:cTn id="31" dur="500" fill="hold"/>
                                        <p:tgtEl>
                                          <p:spTgt spid="36">
                                            <p:graphicEl>
                                              <a:dgm id="{DD279B23-970D-4DB1-BD66-AEEC50B5150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DD279B23-970D-4DB1-BD66-AEEC50B5150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lvl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009793" y="575353"/>
            <a:ext cx="10176553" cy="1140431"/>
          </a:xfrm>
        </p:spPr>
        <p:txBody>
          <a:bodyPr anchor="t">
            <a:normAutofit/>
          </a:bodyPr>
          <a:lstStyle/>
          <a:p>
            <a:r>
              <a:rPr lang="en-US" i="0" dirty="0">
                <a:solidFill>
                  <a:schemeClr val="tx2"/>
                </a:solidFill>
                <a:effectLst/>
                <a:latin typeface="Times New Roman" panose="02020603050405020304" pitchFamily="18" charset="0"/>
              </a:rPr>
              <a:t>Library Interface </a:t>
            </a:r>
            <a:r>
              <a:rPr lang="en-US" i="0" dirty="0" err="1">
                <a:solidFill>
                  <a:schemeClr val="tx2"/>
                </a:solidFill>
                <a:effectLst/>
                <a:latin typeface="Times New Roman" panose="02020603050405020304" pitchFamily="18" charset="0"/>
              </a:rPr>
              <a:t>Cont</a:t>
            </a:r>
            <a:r>
              <a:rPr lang="en-US" i="0" dirty="0">
                <a:solidFill>
                  <a:schemeClr val="tx2"/>
                </a:solidFill>
                <a:effectLst/>
                <a:latin typeface="Times New Roman" panose="02020603050405020304" pitchFamily="18" charset="0"/>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5" name="Content Placeholder 4">
            <a:extLst>
              <a:ext uri="{FF2B5EF4-FFF2-40B4-BE49-F238E27FC236}">
                <a16:creationId xmlns:a16="http://schemas.microsoft.com/office/drawing/2014/main" id="{62DB9E8A-0472-4B82-6717-D746EE686CE8}"/>
              </a:ext>
            </a:extLst>
          </p:cNvPr>
          <p:cNvSpPr>
            <a:spLocks noGrp="1"/>
          </p:cNvSpPr>
          <p:nvPr>
            <p:ph idx="1"/>
          </p:nvPr>
        </p:nvSpPr>
        <p:spPr>
          <a:xfrm>
            <a:off x="1371600" y="1715784"/>
            <a:ext cx="10176553" cy="4429429"/>
          </a:xfrm>
        </p:spPr>
        <p:txBody>
          <a:bodyPr>
            <a:normAutofit/>
          </a:bodyPr>
          <a:lstStyle/>
          <a:p>
            <a:r>
              <a:rPr lang="en-US" dirty="0">
                <a:solidFill>
                  <a:schemeClr val="tx1"/>
                </a:solidFill>
                <a:latin typeface="Arial" panose="020B0604020202020204" pitchFamily="34" charset="0"/>
                <a:cs typeface="Arial" panose="020B0604020202020204" pitchFamily="34" charset="0"/>
              </a:rPr>
              <a:t>MPI provides a powerful, efficient, and portable way to express parallel programs.</a:t>
            </a:r>
          </a:p>
          <a:p>
            <a:r>
              <a:rPr lang="en-US" dirty="0">
                <a:solidFill>
                  <a:schemeClr val="tx1"/>
                </a:solidFill>
                <a:latin typeface="Arial" panose="020B0604020202020204" pitchFamily="34" charset="0"/>
                <a:cs typeface="Arial" panose="020B0604020202020204" pitchFamily="34" charset="0"/>
              </a:rPr>
              <a:t>MPI was explicitly designed to enable libraries which may eliminate the need for many users to learn (much of) MPI.</a:t>
            </a:r>
          </a:p>
          <a:p>
            <a:r>
              <a:rPr lang="en-US" dirty="0">
                <a:solidFill>
                  <a:schemeClr val="tx1"/>
                </a:solidFill>
                <a:latin typeface="Arial" panose="020B0604020202020204" pitchFamily="34" charset="0"/>
                <a:cs typeface="Arial" panose="020B0604020202020204" pitchFamily="34" charset="0"/>
              </a:rPr>
              <a:t>Portable. </a:t>
            </a:r>
          </a:p>
          <a:p>
            <a:r>
              <a:rPr lang="en-US" dirty="0">
                <a:solidFill>
                  <a:schemeClr val="tx1"/>
                </a:solidFill>
                <a:latin typeface="Arial" panose="020B0604020202020204" pitchFamily="34" charset="0"/>
                <a:cs typeface="Arial" panose="020B0604020202020204" pitchFamily="34" charset="0"/>
              </a:rPr>
              <a:t>Good way to learn about subtle issues in parallel computing.</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680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43847" y="449431"/>
            <a:ext cx="10542500" cy="1003879"/>
          </a:xfrm>
        </p:spPr>
        <p:txBody>
          <a:bodyPr anchor="t">
            <a:normAutofit/>
          </a:bodyPr>
          <a:lstStyle/>
          <a:p>
            <a:r>
              <a:rPr lang="en-US" i="0" dirty="0">
                <a:solidFill>
                  <a:schemeClr val="tx2"/>
                </a:solidFill>
                <a:effectLst/>
                <a:latin typeface="Times New Roman" panose="02020603050405020304" pitchFamily="18" charset="0"/>
              </a:rPr>
              <a:t>Library Interface </a:t>
            </a:r>
            <a:r>
              <a:rPr lang="en-US" i="0" dirty="0" err="1">
                <a:solidFill>
                  <a:schemeClr val="tx2"/>
                </a:solidFill>
                <a:effectLst/>
                <a:latin typeface="Times New Roman" panose="02020603050405020304" pitchFamily="18" charset="0"/>
              </a:rPr>
              <a:t>Cont</a:t>
            </a:r>
            <a:r>
              <a:rPr lang="en-US" i="0" dirty="0">
                <a:solidFill>
                  <a:schemeClr val="tx2"/>
                </a:solidFill>
                <a:effectLst/>
                <a:latin typeface="Times New Roman" panose="02020603050405020304" pitchFamily="18" charset="0"/>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4" name="Content Placeholder 3">
            <a:extLst>
              <a:ext uri="{FF2B5EF4-FFF2-40B4-BE49-F238E27FC236}">
                <a16:creationId xmlns:a16="http://schemas.microsoft.com/office/drawing/2014/main" id="{B2A1E30D-74D6-D3DB-F0D4-DA2A83A4AF53}"/>
              </a:ext>
            </a:extLst>
          </p:cNvPr>
          <p:cNvGraphicFramePr>
            <a:graphicFrameLocks noGrp="1"/>
          </p:cNvGraphicFramePr>
          <p:nvPr>
            <p:ph idx="1"/>
            <p:extLst>
              <p:ext uri="{D42A27DB-BD31-4B8C-83A1-F6EECF244321}">
                <p14:modId xmlns:p14="http://schemas.microsoft.com/office/powerpoint/2010/main" val="3385328325"/>
              </p:ext>
            </p:extLst>
          </p:nvPr>
        </p:nvGraphicFramePr>
        <p:xfrm>
          <a:off x="1284270" y="1828800"/>
          <a:ext cx="10263884" cy="47055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80939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712787"/>
            <a:ext cx="10348147" cy="1002997"/>
          </a:xfrm>
        </p:spPr>
        <p:txBody>
          <a:bodyPr anchor="t">
            <a:normAutofit/>
          </a:bodyPr>
          <a:lstStyle/>
          <a:p>
            <a:r>
              <a:rPr lang="en-US" i="0" dirty="0">
                <a:solidFill>
                  <a:schemeClr val="tx2"/>
                </a:solidFill>
                <a:effectLst/>
                <a:latin typeface="Times New Roman" panose="02020603050405020304" pitchFamily="18" charset="0"/>
              </a:rPr>
              <a:t>How big is the MPI library?</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5" name="Content Placeholder 4">
            <a:extLst>
              <a:ext uri="{FF2B5EF4-FFF2-40B4-BE49-F238E27FC236}">
                <a16:creationId xmlns:a16="http://schemas.microsoft.com/office/drawing/2014/main" id="{62DB9E8A-0472-4B82-6717-D746EE686CE8}"/>
              </a:ext>
            </a:extLst>
          </p:cNvPr>
          <p:cNvSpPr>
            <a:spLocks noGrp="1"/>
          </p:cNvSpPr>
          <p:nvPr>
            <p:ph idx="1"/>
          </p:nvPr>
        </p:nvSpPr>
        <p:spPr/>
        <p:txBody>
          <a:bodyPr>
            <a:normAutofit/>
          </a:bodyPr>
          <a:lstStyle/>
          <a:p>
            <a:r>
              <a:rPr lang="en-US" dirty="0">
                <a:solidFill>
                  <a:schemeClr val="tx1"/>
                </a:solidFill>
                <a:latin typeface="Arial" panose="020B0604020202020204" pitchFamily="34" charset="0"/>
                <a:cs typeface="Arial" panose="020B0604020202020204" pitchFamily="34" charset="0"/>
              </a:rPr>
              <a:t>Huge ( 125 Functions ).</a:t>
            </a:r>
          </a:p>
          <a:p>
            <a:r>
              <a:rPr lang="en-US" dirty="0">
                <a:solidFill>
                  <a:schemeClr val="tx1"/>
                </a:solidFill>
                <a:latin typeface="Arial" panose="020B0604020202020204" pitchFamily="34" charset="0"/>
                <a:cs typeface="Arial" panose="020B0604020202020204" pitchFamily="34" charset="0"/>
              </a:rPr>
              <a:t>Basic ( 6 Functions ).</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2182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23983"/>
            <a:ext cx="10348147" cy="1011768"/>
          </a:xfrm>
        </p:spPr>
        <p:txBody>
          <a:bodyPr anchor="t">
            <a:normAutofit/>
          </a:bodyPr>
          <a:lstStyle/>
          <a:p>
            <a:r>
              <a:rPr lang="en-US" i="0" dirty="0">
                <a:solidFill>
                  <a:schemeClr val="tx2"/>
                </a:solidFill>
                <a:effectLst/>
                <a:latin typeface="Times New Roman" panose="02020603050405020304" pitchFamily="18" charset="0"/>
              </a:rPr>
              <a:t>Where to get MPI library?</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5" name="Content Placeholder 4">
            <a:extLst>
              <a:ext uri="{FF2B5EF4-FFF2-40B4-BE49-F238E27FC236}">
                <a16:creationId xmlns:a16="http://schemas.microsoft.com/office/drawing/2014/main" id="{62DB9E8A-0472-4B82-6717-D746EE686CE8}"/>
              </a:ext>
            </a:extLst>
          </p:cNvPr>
          <p:cNvSpPr>
            <a:spLocks noGrp="1"/>
          </p:cNvSpPr>
          <p:nvPr>
            <p:ph idx="1"/>
          </p:nvPr>
        </p:nvSpPr>
        <p:spPr>
          <a:xfrm>
            <a:off x="1371600" y="1589990"/>
            <a:ext cx="9982199" cy="4555224"/>
          </a:xfrm>
        </p:spPr>
        <p:txBody>
          <a:bodyPr>
            <a:normAutofit/>
          </a:bodyPr>
          <a:lstStyle/>
          <a:p>
            <a:r>
              <a:rPr lang="en-US" dirty="0">
                <a:solidFill>
                  <a:schemeClr val="tx1"/>
                </a:solidFill>
                <a:latin typeface="Arial" panose="020B0604020202020204" pitchFamily="34" charset="0"/>
                <a:cs typeface="Arial" panose="020B0604020202020204" pitchFamily="34" charset="0"/>
              </a:rPr>
              <a:t>Standard message-passing library includes best of several previous libraries. </a:t>
            </a:r>
          </a:p>
          <a:p>
            <a:r>
              <a:rPr lang="en-US" dirty="0">
                <a:solidFill>
                  <a:schemeClr val="tx1"/>
                </a:solidFill>
                <a:latin typeface="Arial" panose="020B0604020202020204" pitchFamily="34" charset="0"/>
                <a:cs typeface="Arial" panose="020B0604020202020204" pitchFamily="34" charset="0"/>
              </a:rPr>
              <a:t>MPICH ( WINDOWS / UNICES )</a:t>
            </a:r>
          </a:p>
          <a:p>
            <a:pPr lvl="1"/>
            <a:r>
              <a:rPr lang="en-US" dirty="0">
                <a:solidFill>
                  <a:schemeClr val="tx1"/>
                </a:solidFill>
                <a:latin typeface="Arial" panose="020B0604020202020204" pitchFamily="34" charset="0"/>
                <a:cs typeface="Arial" panose="020B0604020202020204" pitchFamily="34" charset="0"/>
              </a:rPr>
              <a:t>http://www-unix.mcs.anl.gov/mpi/mpich/</a:t>
            </a:r>
          </a:p>
          <a:p>
            <a:r>
              <a:rPr lang="en-US" dirty="0">
                <a:solidFill>
                  <a:schemeClr val="tx1"/>
                </a:solidFill>
                <a:latin typeface="Arial" panose="020B0604020202020204" pitchFamily="34" charset="0"/>
                <a:cs typeface="Arial" panose="020B0604020202020204" pitchFamily="34" charset="0"/>
              </a:rPr>
              <a:t>Open MPI (UNICES)</a:t>
            </a:r>
          </a:p>
          <a:p>
            <a:pPr lvl="1"/>
            <a:r>
              <a:rPr lang="en-US" dirty="0">
                <a:solidFill>
                  <a:schemeClr val="tx1"/>
                </a:solidFill>
                <a:latin typeface="Arial" panose="020B0604020202020204" pitchFamily="34" charset="0"/>
                <a:cs typeface="Arial" panose="020B0604020202020204" pitchFamily="34" charset="0"/>
              </a:rPr>
              <a:t>http://www.open-mpi.org/</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5859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363200" cy="1519719"/>
          </a:xfrm>
        </p:spPr>
        <p:txBody>
          <a:bodyPr>
            <a:normAutofit/>
          </a:bodyPr>
          <a:lstStyle/>
          <a:p>
            <a:r>
              <a:rPr lang="en-US" dirty="0"/>
              <a:t>MPI Basics</a:t>
            </a:r>
          </a:p>
        </p:txBody>
      </p:sp>
      <p:sp>
        <p:nvSpPr>
          <p:cNvPr id="4" name="Content Placeholder 3">
            <a:extLst>
              <a:ext uri="{FF2B5EF4-FFF2-40B4-BE49-F238E27FC236}">
                <a16:creationId xmlns:a16="http://schemas.microsoft.com/office/drawing/2014/main" id="{1E53BAD1-214D-175F-D907-C120E5084244}"/>
              </a:ext>
            </a:extLst>
          </p:cNvPr>
          <p:cNvSpPr>
            <a:spLocks noGrp="1"/>
          </p:cNvSpPr>
          <p:nvPr>
            <p:ph idx="1"/>
          </p:nvPr>
        </p:nvSpPr>
        <p:spPr>
          <a:xfrm>
            <a:off x="838200" y="2445250"/>
            <a:ext cx="10515600" cy="4031750"/>
          </a:xfrm>
        </p:spPr>
        <p:txBody>
          <a:bodyPr>
            <a:normAutofit/>
          </a:bodyPr>
          <a:lstStyle/>
          <a:p>
            <a:pPr marL="0" marR="0" lvl="0" indent="0" algn="l" defTabSz="457200" rtl="0" eaLnBrk="0" fontAlgn="base" latinLnBrk="0" hangingPunct="0">
              <a:lnSpc>
                <a:spcPct val="110000"/>
              </a:lnSpc>
              <a:spcBef>
                <a:spcPct val="20000"/>
              </a:spcBef>
              <a:spcAft>
                <a:spcPct val="0"/>
              </a:spcAft>
              <a:buClrTx/>
              <a:buSzPct val="90000"/>
              <a:buFont typeface="Arial" pitchFamily="34" charset="0"/>
              <a:buNone/>
              <a:tabLst/>
              <a:defRPr/>
            </a:pPr>
            <a:r>
              <a:rPr kumimoji="0" lang="en-US" sz="2400" b="0"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Many parallel programs can be written using just these six functions, only two of which are non-trivial;</a:t>
            </a:r>
          </a:p>
          <a:p>
            <a:pPr marL="1089025" marR="0" lvl="2" indent="-174625" algn="l" defTabSz="457200" rtl="0" eaLnBrk="0" fontAlgn="base" latinLnBrk="0" hangingPunct="0">
              <a:lnSpc>
                <a:spcPct val="110000"/>
              </a:lnSpc>
              <a:spcBef>
                <a:spcPct val="20000"/>
              </a:spcBef>
              <a:spcAft>
                <a:spcPct val="0"/>
              </a:spcAft>
              <a:buClrTx/>
              <a:buSzPct val="100000"/>
              <a:buFont typeface="Lucida Grande" charset="0"/>
              <a:buChar char="–"/>
              <a:tabLst/>
              <a:defRPr/>
            </a:pPr>
            <a:r>
              <a:rPr kumimoji="0" lang="en-US" sz="2400" b="0"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MPI_INIT</a:t>
            </a:r>
          </a:p>
          <a:p>
            <a:pPr marL="1089025" marR="0" lvl="2" indent="-174625" algn="l" defTabSz="457200" rtl="0" eaLnBrk="0" fontAlgn="base" latinLnBrk="0" hangingPunct="0">
              <a:lnSpc>
                <a:spcPct val="110000"/>
              </a:lnSpc>
              <a:spcBef>
                <a:spcPct val="20000"/>
              </a:spcBef>
              <a:spcAft>
                <a:spcPct val="0"/>
              </a:spcAft>
              <a:buClrTx/>
              <a:buSzPct val="100000"/>
              <a:buFont typeface="Lucida Grande" charset="0"/>
              <a:buChar char="–"/>
              <a:tabLst/>
              <a:defRPr/>
            </a:pPr>
            <a:r>
              <a:rPr kumimoji="0" lang="en-US" sz="2400" b="0"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MPI_FINALIZE</a:t>
            </a:r>
          </a:p>
          <a:p>
            <a:pPr marL="1089025" marR="0" lvl="2" indent="-174625" algn="l" defTabSz="457200" rtl="0" eaLnBrk="0" fontAlgn="base" latinLnBrk="0" hangingPunct="0">
              <a:lnSpc>
                <a:spcPct val="110000"/>
              </a:lnSpc>
              <a:spcBef>
                <a:spcPct val="20000"/>
              </a:spcBef>
              <a:spcAft>
                <a:spcPct val="0"/>
              </a:spcAft>
              <a:buClrTx/>
              <a:buSzPct val="100000"/>
              <a:buFont typeface="Lucida Grande" charset="0"/>
              <a:buChar char="–"/>
              <a:tabLst/>
              <a:defRPr/>
            </a:pPr>
            <a:r>
              <a:rPr kumimoji="0" lang="en-US" sz="2400" b="0"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MPI_COMM_SIZE</a:t>
            </a:r>
          </a:p>
          <a:p>
            <a:pPr marL="1089025" marR="0" lvl="2" indent="-174625" algn="l" defTabSz="457200" rtl="0" eaLnBrk="0" fontAlgn="base" latinLnBrk="0" hangingPunct="0">
              <a:lnSpc>
                <a:spcPct val="110000"/>
              </a:lnSpc>
              <a:spcBef>
                <a:spcPct val="20000"/>
              </a:spcBef>
              <a:spcAft>
                <a:spcPct val="0"/>
              </a:spcAft>
              <a:buClrTx/>
              <a:buSzPct val="100000"/>
              <a:buFont typeface="Lucida Grande" charset="0"/>
              <a:buChar char="–"/>
              <a:tabLst/>
              <a:defRPr/>
            </a:pPr>
            <a:r>
              <a:rPr kumimoji="0" lang="en-US" sz="2400" b="0"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MPI_COMM_RANK</a:t>
            </a:r>
          </a:p>
          <a:p>
            <a:pPr marL="1089025" marR="0" lvl="2" indent="-174625" algn="l" defTabSz="457200" rtl="0" eaLnBrk="0" fontAlgn="base" latinLnBrk="0" hangingPunct="0">
              <a:lnSpc>
                <a:spcPct val="110000"/>
              </a:lnSpc>
              <a:spcBef>
                <a:spcPct val="20000"/>
              </a:spcBef>
              <a:spcAft>
                <a:spcPct val="0"/>
              </a:spcAft>
              <a:buClrTx/>
              <a:buSzPct val="100000"/>
              <a:buFont typeface="Lucida Grande" charset="0"/>
              <a:buChar char="–"/>
              <a:tabLst/>
              <a:defRPr/>
            </a:pPr>
            <a:r>
              <a:rPr kumimoji="0" lang="en-US" sz="2400" b="1"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MPI_SEND</a:t>
            </a:r>
          </a:p>
          <a:p>
            <a:pPr marL="1089025" marR="0" lvl="2" indent="-174625" algn="l" defTabSz="457200" rtl="0" eaLnBrk="0" fontAlgn="base" latinLnBrk="0" hangingPunct="0">
              <a:lnSpc>
                <a:spcPct val="110000"/>
              </a:lnSpc>
              <a:spcBef>
                <a:spcPct val="20000"/>
              </a:spcBef>
              <a:spcAft>
                <a:spcPct val="0"/>
              </a:spcAft>
              <a:buClrTx/>
              <a:buSzPct val="100000"/>
              <a:buFont typeface="Lucida Grande" charset="0"/>
              <a:buChar char="–"/>
              <a:tabLst/>
              <a:defRPr/>
            </a:pPr>
            <a:r>
              <a:rPr kumimoji="0" lang="en-US" sz="2400" b="1" i="0" u="none" strike="noStrike" kern="1200" cap="none" spc="0" normalizeH="0" baseline="0" noProof="0" dirty="0">
                <a:ln>
                  <a:noFill/>
                </a:ln>
                <a:solidFill>
                  <a:srgbClr val="404040"/>
                </a:solidFill>
                <a:effectLst/>
                <a:uLnTx/>
                <a:uFillTx/>
                <a:latin typeface="Arial" panose="020B0604020202020204" pitchFamily="34" charset="0"/>
                <a:cs typeface="Arial" panose="020B0604020202020204" pitchFamily="34" charset="0"/>
              </a:rPr>
              <a:t>MPI_RECV</a:t>
            </a:r>
            <a:endParaRPr lang="en-PK"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9052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18499"/>
            <a:ext cx="10348147" cy="844671"/>
          </a:xfrm>
        </p:spPr>
        <p:txBody>
          <a:bodyPr anchor="t">
            <a:normAutofit/>
          </a:bodyPr>
          <a:lstStyle/>
          <a:p>
            <a:r>
              <a:rPr lang="en-US" i="0" dirty="0">
                <a:solidFill>
                  <a:schemeClr val="tx2"/>
                </a:solidFill>
                <a:effectLst/>
                <a:latin typeface="Times New Roman" panose="02020603050405020304" pitchFamily="18" charset="0"/>
              </a:rPr>
              <a:t>Skeleton MPI Program</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5" name="Content Placeholder 4">
            <a:extLst>
              <a:ext uri="{FF2B5EF4-FFF2-40B4-BE49-F238E27FC236}">
                <a16:creationId xmlns:a16="http://schemas.microsoft.com/office/drawing/2014/main" id="{62DB9E8A-0472-4B82-6717-D746EE686CE8}"/>
              </a:ext>
            </a:extLst>
          </p:cNvPr>
          <p:cNvSpPr>
            <a:spLocks noGrp="1"/>
          </p:cNvSpPr>
          <p:nvPr>
            <p:ph idx="1"/>
          </p:nvPr>
        </p:nvSpPr>
        <p:spPr>
          <a:xfrm>
            <a:off x="1485901" y="1632220"/>
            <a:ext cx="9982199" cy="5129309"/>
          </a:xfrm>
        </p:spPr>
        <p:txBody>
          <a:bodyPr>
            <a:normAutofit/>
          </a:bodyPr>
          <a:lstStyle/>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3D84C7"/>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endParaRPr lang="en-US" sz="1800" b="1" dirty="0">
              <a:solidFill>
                <a:srgbClr val="3D84C7"/>
              </a:solidFill>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endParaRPr lang="en-US" sz="1800" b="1" dirty="0">
              <a:solidFill>
                <a:srgbClr val="3D84C7"/>
              </a:solidFill>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3D84C7"/>
                </a:solidFill>
                <a:effectLst/>
                <a:uLnTx/>
                <a:uFillTx/>
                <a:latin typeface="Consolas"/>
                <a:cs typeface="Consolas"/>
              </a:rPr>
              <a:t>#include &lt;</a:t>
            </a:r>
            <a:r>
              <a:rPr kumimoji="0" lang="en-US" sz="1800" b="1" i="0" u="none" strike="noStrike" kern="1200" cap="none" spc="0" normalizeH="0" baseline="0" noProof="0" dirty="0" err="1">
                <a:ln>
                  <a:noFill/>
                </a:ln>
                <a:solidFill>
                  <a:srgbClr val="3D84C7"/>
                </a:solidFill>
                <a:effectLst/>
                <a:uLnTx/>
                <a:uFillTx/>
                <a:latin typeface="Consolas"/>
                <a:cs typeface="Consolas"/>
              </a:rPr>
              <a:t>mpi.h</a:t>
            </a:r>
            <a:r>
              <a:rPr kumimoji="0" lang="en-US" sz="1800" b="1" i="0" u="none" strike="noStrike" kern="1200" cap="none" spc="0" normalizeH="0" baseline="0" noProof="0" dirty="0">
                <a:ln>
                  <a:noFill/>
                </a:ln>
                <a:solidFill>
                  <a:srgbClr val="3D84C7"/>
                </a:solidFill>
                <a:effectLst/>
                <a:uLnTx/>
                <a:uFillTx/>
                <a:latin typeface="Consolas"/>
                <a:cs typeface="Consolas"/>
              </a:rPr>
              <a:t>&gt;</a:t>
            </a:r>
          </a:p>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1EA3B5"/>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404040"/>
                </a:solidFill>
                <a:effectLst/>
                <a:uLnTx/>
                <a:uFillTx/>
                <a:latin typeface="Consolas"/>
                <a:cs typeface="Consolas"/>
              </a:rPr>
              <a:t>main(int </a:t>
            </a:r>
            <a:r>
              <a:rPr kumimoji="0" lang="en-US" sz="1800" b="0" i="0" u="none" strike="noStrike" kern="1200" cap="none" spc="0" normalizeH="0" baseline="0" noProof="0" dirty="0" err="1">
                <a:ln>
                  <a:noFill/>
                </a:ln>
                <a:solidFill>
                  <a:srgbClr val="404040"/>
                </a:solidFill>
                <a:effectLst/>
                <a:uLnTx/>
                <a:uFillTx/>
                <a:latin typeface="Consolas"/>
                <a:cs typeface="Consolas"/>
              </a:rPr>
              <a:t>argc</a:t>
            </a:r>
            <a:r>
              <a:rPr kumimoji="0" lang="en-US" sz="1800" b="0" i="0" u="none" strike="noStrike" kern="1200" cap="none" spc="0" normalizeH="0" baseline="0" noProof="0" dirty="0">
                <a:ln>
                  <a:noFill/>
                </a:ln>
                <a:solidFill>
                  <a:srgbClr val="404040"/>
                </a:solidFill>
                <a:effectLst/>
                <a:uLnTx/>
                <a:uFillTx/>
                <a:latin typeface="Consolas"/>
                <a:cs typeface="Consolas"/>
              </a:rPr>
              <a:t>, char** </a:t>
            </a:r>
            <a:r>
              <a:rPr kumimoji="0" lang="en-US" sz="1800" b="0" i="0" u="none" strike="noStrike" kern="1200" cap="none" spc="0" normalizeH="0" baseline="0" noProof="0" dirty="0" err="1">
                <a:ln>
                  <a:noFill/>
                </a:ln>
                <a:solidFill>
                  <a:srgbClr val="404040"/>
                </a:solidFill>
                <a:effectLst/>
                <a:uLnTx/>
                <a:uFillTx/>
                <a:latin typeface="Consolas"/>
                <a:cs typeface="Consolas"/>
              </a:rPr>
              <a:t>argv</a:t>
            </a:r>
            <a:r>
              <a:rPr kumimoji="0" lang="en-US" sz="1800" b="0" i="0" u="none" strike="noStrike" kern="1200" cap="none" spc="0" normalizeH="0" baseline="0" noProof="0" dirty="0">
                <a:ln>
                  <a:noFill/>
                </a:ln>
                <a:solidFill>
                  <a:srgbClr val="404040"/>
                </a:solidFill>
                <a:effectLst/>
                <a:uLnTx/>
                <a:uFillTx/>
                <a:latin typeface="Consolas"/>
                <a:cs typeface="Consolas"/>
              </a:rPr>
              <a:t>) </a:t>
            </a: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404040"/>
                </a:solidFill>
                <a:effectLst/>
                <a:uLnTx/>
                <a:uFillTx/>
                <a:latin typeface="Consolas"/>
                <a:cs typeface="Consolas"/>
              </a:rPr>
              <a:t>{</a:t>
            </a:r>
          </a:p>
          <a:p>
            <a:pPr marL="0" marR="0" lvl="0" indent="0" algn="l" defTabSz="457200" rtl="0" eaLnBrk="0" fontAlgn="base" latinLnBrk="0" hangingPunct="0">
              <a:lnSpc>
                <a:spcPct val="80000"/>
              </a:lnSpc>
              <a:spcBef>
                <a:spcPct val="0"/>
              </a:spcBef>
              <a:spcAft>
                <a:spcPct val="0"/>
              </a:spcAft>
              <a:buClrTx/>
              <a:buSzTx/>
              <a:buFontTx/>
              <a:buNone/>
              <a:tabLst/>
              <a:defRPr/>
            </a:pPr>
            <a:endParaRPr lang="en-US" sz="1800" dirty="0">
              <a:solidFill>
                <a:srgbClr val="404040"/>
              </a:solidFill>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04040"/>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404040"/>
                </a:solidFill>
                <a:effectLst/>
                <a:uLnTx/>
                <a:uFillTx/>
                <a:latin typeface="Consolas"/>
                <a:cs typeface="Consolas"/>
              </a:rPr>
              <a:t>    </a:t>
            </a:r>
            <a:r>
              <a:rPr kumimoji="0" lang="en-US" sz="1800" b="1" i="0" u="none" strike="noStrike" kern="1200" cap="none" spc="0" normalizeH="0" baseline="0" noProof="0" dirty="0" err="1">
                <a:ln>
                  <a:noFill/>
                </a:ln>
                <a:solidFill>
                  <a:srgbClr val="3D84C7"/>
                </a:solidFill>
                <a:effectLst/>
                <a:uLnTx/>
                <a:uFillTx/>
                <a:latin typeface="Consolas"/>
                <a:cs typeface="Consolas"/>
              </a:rPr>
              <a:t>MPI_Init</a:t>
            </a:r>
            <a:r>
              <a:rPr kumimoji="0" lang="en-US" sz="1800" b="1" i="0" u="none" strike="noStrike" kern="1200" cap="none" spc="0" normalizeH="0" baseline="0" noProof="0" dirty="0">
                <a:ln>
                  <a:noFill/>
                </a:ln>
                <a:solidFill>
                  <a:srgbClr val="3D84C7"/>
                </a:solidFill>
                <a:effectLst/>
                <a:uLnTx/>
                <a:uFillTx/>
                <a:latin typeface="Consolas"/>
                <a:cs typeface="Consolas"/>
              </a:rPr>
              <a:t>(&amp;</a:t>
            </a:r>
            <a:r>
              <a:rPr kumimoji="0" lang="en-US" sz="1800" b="1" i="0" u="none" strike="noStrike" kern="1200" cap="none" spc="0" normalizeH="0" baseline="0" noProof="0" dirty="0" err="1">
                <a:ln>
                  <a:noFill/>
                </a:ln>
                <a:solidFill>
                  <a:srgbClr val="3D84C7"/>
                </a:solidFill>
                <a:effectLst/>
                <a:uLnTx/>
                <a:uFillTx/>
                <a:latin typeface="Consolas"/>
                <a:cs typeface="Consolas"/>
              </a:rPr>
              <a:t>argc</a:t>
            </a:r>
            <a:r>
              <a:rPr kumimoji="0" lang="en-US" sz="1800" b="1" i="0" u="none" strike="noStrike" kern="1200" cap="none" spc="0" normalizeH="0" baseline="0" noProof="0" dirty="0">
                <a:ln>
                  <a:noFill/>
                </a:ln>
                <a:solidFill>
                  <a:srgbClr val="3D84C7"/>
                </a:solidFill>
                <a:effectLst/>
                <a:uLnTx/>
                <a:uFillTx/>
                <a:latin typeface="Consolas"/>
                <a:cs typeface="Consolas"/>
              </a:rPr>
              <a:t>, &amp;</a:t>
            </a:r>
            <a:r>
              <a:rPr kumimoji="0" lang="en-US" sz="1800" b="1" i="0" u="none" strike="noStrike" kern="1200" cap="none" spc="0" normalizeH="0" baseline="0" noProof="0" dirty="0" err="1">
                <a:ln>
                  <a:noFill/>
                </a:ln>
                <a:solidFill>
                  <a:srgbClr val="3D84C7"/>
                </a:solidFill>
                <a:effectLst/>
                <a:uLnTx/>
                <a:uFillTx/>
                <a:latin typeface="Consolas"/>
                <a:cs typeface="Consolas"/>
              </a:rPr>
              <a:t>argv</a:t>
            </a:r>
            <a:r>
              <a:rPr kumimoji="0" lang="en-US" sz="1800" b="1" i="0" u="none" strike="noStrike" kern="1200" cap="none" spc="0" normalizeH="0" baseline="0" noProof="0" dirty="0">
                <a:ln>
                  <a:noFill/>
                </a:ln>
                <a:solidFill>
                  <a:srgbClr val="3D84C7"/>
                </a:solidFill>
                <a:effectLst/>
                <a:uLnTx/>
                <a:uFillTx/>
                <a:latin typeface="Consolas"/>
                <a:cs typeface="Consolas"/>
              </a:rPr>
              <a:t>);</a:t>
            </a:r>
          </a:p>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04040"/>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404040"/>
                </a:solidFill>
                <a:effectLst/>
                <a:uLnTx/>
                <a:uFillTx/>
                <a:latin typeface="Consolas"/>
                <a:cs typeface="Consolas"/>
              </a:rPr>
              <a:t>    </a:t>
            </a:r>
            <a:r>
              <a:rPr kumimoji="0" lang="en-US" sz="1800" b="0" i="1" u="none" strike="noStrike" kern="1200" cap="none" spc="0" normalizeH="0" baseline="0" noProof="0" dirty="0">
                <a:ln>
                  <a:noFill/>
                </a:ln>
                <a:solidFill>
                  <a:prstClr val="black">
                    <a:lumMod val="50000"/>
                    <a:lumOff val="50000"/>
                  </a:prstClr>
                </a:solidFill>
                <a:effectLst/>
                <a:uLnTx/>
                <a:uFillTx/>
                <a:latin typeface="Consolas"/>
                <a:cs typeface="Consolas"/>
              </a:rPr>
              <a:t>/* main part of the program */</a:t>
            </a:r>
          </a:p>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0" i="1" u="none" strike="noStrike" kern="1200" cap="none" spc="0" normalizeH="0" baseline="0" noProof="0" dirty="0">
              <a:ln>
                <a:noFill/>
              </a:ln>
              <a:solidFill>
                <a:prstClr val="black">
                  <a:lumMod val="50000"/>
                  <a:lumOff val="50000"/>
                </a:prstClr>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1" u="none" strike="noStrike" kern="1200" cap="none" spc="0" normalizeH="0" baseline="0" noProof="0" dirty="0">
                <a:ln>
                  <a:noFill/>
                </a:ln>
                <a:solidFill>
                  <a:prstClr val="black">
                    <a:lumMod val="50000"/>
                    <a:lumOff val="50000"/>
                  </a:prstClr>
                </a:solidFill>
                <a:effectLst/>
                <a:uLnTx/>
                <a:uFillTx/>
                <a:latin typeface="Consolas"/>
                <a:cs typeface="Consolas"/>
              </a:rPr>
              <a:t>	/* Use MPI function call depend on your data</a:t>
            </a: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1" u="none" strike="noStrike" kern="1200" cap="none" spc="0" normalizeH="0" baseline="0" noProof="0" dirty="0">
                <a:ln>
                  <a:noFill/>
                </a:ln>
                <a:solidFill>
                  <a:prstClr val="black">
                    <a:lumMod val="50000"/>
                    <a:lumOff val="50000"/>
                  </a:prstClr>
                </a:solidFill>
                <a:effectLst/>
                <a:uLnTx/>
                <a:uFillTx/>
                <a:latin typeface="Consolas"/>
                <a:cs typeface="Consolas"/>
              </a:rPr>
              <a:t>     * partitioning and the parallelization architecture</a:t>
            </a: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1" u="none" strike="noStrike" kern="1200" cap="none" spc="0" normalizeH="0" baseline="0" noProof="0" dirty="0">
                <a:ln>
                  <a:noFill/>
                </a:ln>
                <a:solidFill>
                  <a:prstClr val="black">
                    <a:lumMod val="50000"/>
                    <a:lumOff val="50000"/>
                  </a:prstClr>
                </a:solidFill>
                <a:effectLst/>
                <a:uLnTx/>
                <a:uFillTx/>
                <a:latin typeface="Consolas"/>
                <a:cs typeface="Consolas"/>
              </a:rPr>
              <a:t>	 */</a:t>
            </a:r>
          </a:p>
          <a:p>
            <a:pPr marL="0" marR="0" lvl="0" indent="0" algn="l" defTabSz="457200" rtl="0" eaLnBrk="0" fontAlgn="base" latinLnBrk="0" hangingPunct="0">
              <a:lnSpc>
                <a:spcPct val="80000"/>
              </a:lnSpc>
              <a:spcBef>
                <a:spcPct val="0"/>
              </a:spcBef>
              <a:spcAft>
                <a:spcPct val="0"/>
              </a:spcAft>
              <a:buClrTx/>
              <a:buSzTx/>
              <a:buFontTx/>
              <a:buNone/>
              <a:tabLst/>
              <a:defRPr/>
            </a:pPr>
            <a:endParaRPr lang="en-US" sz="1800" i="1" dirty="0">
              <a:solidFill>
                <a:prstClr val="black">
                  <a:lumMod val="50000"/>
                  <a:lumOff val="50000"/>
                </a:prstClr>
              </a:solidFill>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0" i="1" u="none" strike="noStrike" kern="1200" cap="none" spc="0" normalizeH="0" baseline="0" noProof="0" dirty="0">
              <a:ln>
                <a:noFill/>
              </a:ln>
              <a:solidFill>
                <a:prstClr val="black">
                  <a:lumMod val="50000"/>
                  <a:lumOff val="50000"/>
                </a:prstClr>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04040"/>
              </a:solidFill>
              <a:effectLst/>
              <a:uLnTx/>
              <a:uFillTx/>
              <a:latin typeface="Consolas"/>
              <a:cs typeface="Consolas"/>
            </a:endParaRP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3D84C7"/>
                </a:solidFill>
                <a:effectLst/>
                <a:uLnTx/>
                <a:uFillTx/>
                <a:latin typeface="Consolas"/>
                <a:cs typeface="Consolas"/>
              </a:rPr>
              <a:t>    </a:t>
            </a:r>
            <a:r>
              <a:rPr kumimoji="0" lang="en-US" sz="1800" b="1" i="0" u="none" strike="noStrike" kern="1200" cap="none" spc="0" normalizeH="0" baseline="0" noProof="0" dirty="0" err="1">
                <a:ln>
                  <a:noFill/>
                </a:ln>
                <a:solidFill>
                  <a:srgbClr val="3D84C7"/>
                </a:solidFill>
                <a:effectLst/>
                <a:uLnTx/>
                <a:uFillTx/>
                <a:latin typeface="Consolas"/>
                <a:cs typeface="Consolas"/>
              </a:rPr>
              <a:t>MPI_Finalize</a:t>
            </a:r>
            <a:r>
              <a:rPr kumimoji="0" lang="en-US" sz="1800" b="1" i="0" u="none" strike="noStrike" kern="1200" cap="none" spc="0" normalizeH="0" baseline="0" noProof="0" dirty="0">
                <a:ln>
                  <a:noFill/>
                </a:ln>
                <a:solidFill>
                  <a:srgbClr val="3D84C7"/>
                </a:solidFill>
                <a:effectLst/>
                <a:uLnTx/>
                <a:uFillTx/>
                <a:latin typeface="Consolas"/>
                <a:cs typeface="Consolas"/>
              </a:rPr>
              <a:t>();</a:t>
            </a:r>
          </a:p>
          <a:p>
            <a:pPr marL="0" marR="0" lvl="0" indent="0" algn="l" defTabSz="4572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404040"/>
                </a:solidFill>
                <a:effectLst/>
                <a:uLnTx/>
                <a:uFillTx/>
                <a:latin typeface="Consolas"/>
                <a:cs typeface="Consolas"/>
              </a:rPr>
              <a:t>}</a:t>
            </a:r>
          </a:p>
          <a:p>
            <a:pPr marL="0" indent="0">
              <a:buNone/>
            </a:pPr>
            <a:endParaRPr lang="en-PK" dirty="0">
              <a:solidFill>
                <a:schemeClr val="tx1"/>
              </a:solidFill>
              <a:latin typeface="Arial" panose="020B0604020202020204" pitchFamily="34" charset="0"/>
              <a:cs typeface="Arial" panose="020B0604020202020204" pitchFamily="34" charset="0"/>
            </a:endParaRPr>
          </a:p>
        </p:txBody>
      </p:sp>
      <p:sp>
        <p:nvSpPr>
          <p:cNvPr id="3" name="Speech Bubble: Rectangle with Corners Rounded 2">
            <a:extLst>
              <a:ext uri="{FF2B5EF4-FFF2-40B4-BE49-F238E27FC236}">
                <a16:creationId xmlns:a16="http://schemas.microsoft.com/office/drawing/2014/main" id="{BBBCBDB5-D0C5-5302-D6F5-707930CCD73E}"/>
              </a:ext>
            </a:extLst>
          </p:cNvPr>
          <p:cNvSpPr/>
          <p:nvPr/>
        </p:nvSpPr>
        <p:spPr>
          <a:xfrm>
            <a:off x="2712377" y="1273996"/>
            <a:ext cx="2416317" cy="918547"/>
          </a:xfrm>
          <a:prstGeom prst="wedgeRoundRectCallou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solidFill>
                  <a:srgbClr val="0070C0"/>
                </a:solidFill>
              </a:ln>
              <a:solidFill>
                <a:srgbClr val="0A25F0"/>
              </a:solidFill>
            </a:endParaRPr>
          </a:p>
          <a:p>
            <a:pPr algn="ctr"/>
            <a:r>
              <a:rPr lang="en-US" sz="1800" dirty="0">
                <a:ln>
                  <a:solidFill>
                    <a:srgbClr val="0070C0"/>
                  </a:solidFill>
                </a:ln>
                <a:solidFill>
                  <a:srgbClr val="0A25F0"/>
                </a:solidFill>
              </a:rPr>
              <a:t>Provides basic MPI definitions and types.</a:t>
            </a:r>
          </a:p>
          <a:p>
            <a:pPr algn="ctr"/>
            <a:endParaRPr lang="en-PK" dirty="0"/>
          </a:p>
        </p:txBody>
      </p:sp>
      <p:sp>
        <p:nvSpPr>
          <p:cNvPr id="4" name="Speech Bubble: Rectangle with Corners Rounded 3">
            <a:extLst>
              <a:ext uri="{FF2B5EF4-FFF2-40B4-BE49-F238E27FC236}">
                <a16:creationId xmlns:a16="http://schemas.microsoft.com/office/drawing/2014/main" id="{3C7EAFFF-2115-3FFC-8833-601E3703B517}"/>
              </a:ext>
            </a:extLst>
          </p:cNvPr>
          <p:cNvSpPr/>
          <p:nvPr/>
        </p:nvSpPr>
        <p:spPr>
          <a:xfrm>
            <a:off x="4119936" y="3072964"/>
            <a:ext cx="1493179" cy="469050"/>
          </a:xfrm>
          <a:prstGeom prst="wedgeRoundRectCallout">
            <a:avLst>
              <a:gd name="adj1" fmla="val -20833"/>
              <a:gd name="adj2" fmla="val 73214"/>
              <a:gd name="adj3" fmla="val 16667"/>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rgbClr val="0070C0"/>
                  </a:solidFill>
                </a:ln>
                <a:solidFill>
                  <a:srgbClr val="0070C0"/>
                </a:solidFill>
              </a:rPr>
              <a:t>Starts MPI</a:t>
            </a:r>
            <a:endParaRPr lang="en-PK" dirty="0">
              <a:ln>
                <a:solidFill>
                  <a:srgbClr val="0070C0"/>
                </a:solidFill>
              </a:ln>
              <a:solidFill>
                <a:srgbClr val="0070C0"/>
              </a:solidFill>
            </a:endParaRPr>
          </a:p>
        </p:txBody>
      </p:sp>
      <p:sp>
        <p:nvSpPr>
          <p:cNvPr id="6" name="Speech Bubble: Rectangle with Corners Rounded 5">
            <a:extLst>
              <a:ext uri="{FF2B5EF4-FFF2-40B4-BE49-F238E27FC236}">
                <a16:creationId xmlns:a16="http://schemas.microsoft.com/office/drawing/2014/main" id="{F89F0C29-7C28-D45B-BD64-D84670E46420}"/>
              </a:ext>
            </a:extLst>
          </p:cNvPr>
          <p:cNvSpPr/>
          <p:nvPr/>
        </p:nvSpPr>
        <p:spPr>
          <a:xfrm>
            <a:off x="3066067" y="5225780"/>
            <a:ext cx="1493179" cy="469050"/>
          </a:xfrm>
          <a:prstGeom prst="wedgeRoundRectCallout">
            <a:avLst>
              <a:gd name="adj1" fmla="val -20833"/>
              <a:gd name="adj2" fmla="val 73214"/>
              <a:gd name="adj3" fmla="val 16667"/>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rgbClr val="0070C0"/>
                  </a:solidFill>
                </a:ln>
                <a:solidFill>
                  <a:srgbClr val="0070C0"/>
                </a:solidFill>
              </a:rPr>
              <a:t>Exits MPI</a:t>
            </a:r>
            <a:endParaRPr lang="en-PK" dirty="0">
              <a:ln>
                <a:solidFill>
                  <a:srgbClr val="0070C0"/>
                </a:solidFill>
              </a:ln>
              <a:solidFill>
                <a:srgbClr val="0070C0"/>
              </a:solidFill>
            </a:endParaRPr>
          </a:p>
        </p:txBody>
      </p:sp>
    </p:spTree>
    <p:extLst>
      <p:ext uri="{BB962C8B-B14F-4D97-AF65-F5344CB8AC3E}">
        <p14:creationId xmlns:p14="http://schemas.microsoft.com/office/powerpoint/2010/main" val="833974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59596"/>
            <a:ext cx="10348147" cy="1017141"/>
          </a:xfrm>
        </p:spPr>
        <p:txBody>
          <a:bodyPr anchor="t">
            <a:normAutofit/>
          </a:bodyPr>
          <a:lstStyle/>
          <a:p>
            <a:r>
              <a:rPr lang="en-US" i="0" dirty="0">
                <a:solidFill>
                  <a:schemeClr val="tx2"/>
                </a:solidFill>
                <a:effectLst/>
                <a:latin typeface="Times New Roman" panose="02020603050405020304" pitchFamily="18" charset="0"/>
              </a:rPr>
              <a:t>MPI Program Example</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5" name="Content Placeholder 4">
            <a:extLst>
              <a:ext uri="{FF2B5EF4-FFF2-40B4-BE49-F238E27FC236}">
                <a16:creationId xmlns:a16="http://schemas.microsoft.com/office/drawing/2014/main" id="{62DB9E8A-0472-4B82-6717-D746EE686CE8}"/>
              </a:ext>
            </a:extLst>
          </p:cNvPr>
          <p:cNvSpPr>
            <a:spLocks noGrp="1"/>
          </p:cNvSpPr>
          <p:nvPr>
            <p:ph idx="1"/>
          </p:nvPr>
        </p:nvSpPr>
        <p:spPr>
          <a:xfrm>
            <a:off x="1818526" y="1376738"/>
            <a:ext cx="7520683" cy="4304872"/>
          </a:xfrm>
        </p:spPr>
        <p:txBody>
          <a:bodyPr>
            <a:normAutofit/>
          </a:bodyPr>
          <a:lstStyle/>
          <a:p>
            <a:pPr marL="628650" marR="0" lvl="1" indent="-171450" algn="l" defTabSz="457200" rtl="0" eaLnBrk="0" fontAlgn="base" latinLnBrk="0" hangingPunct="0">
              <a:lnSpc>
                <a:spcPct val="100000"/>
              </a:lnSpc>
              <a:spcBef>
                <a:spcPct val="20000"/>
              </a:spcBef>
              <a:spcAft>
                <a:spcPct val="0"/>
              </a:spcAft>
              <a:buClrTx/>
              <a:buSzPct val="90000"/>
              <a:buFont typeface="Wingdings" charset="0"/>
              <a:buNone/>
              <a:tabLst/>
              <a:defRPr/>
            </a:pPr>
            <a:endParaRPr kumimoji="0" lang="en-US" sz="1800" b="1" i="0" u="none" strike="noStrike" kern="1200" cap="none" spc="0" normalizeH="0" baseline="0" noProof="0" dirty="0">
              <a:ln>
                <a:noFill/>
              </a:ln>
              <a:solidFill>
                <a:srgbClr val="3D84C7"/>
              </a:solidFill>
              <a:effectLst/>
              <a:uLnTx/>
              <a:uFillTx/>
              <a:latin typeface="Consolas"/>
              <a:cs typeface="Consolas"/>
            </a:endParaRP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1" i="0" u="none" strike="noStrike" kern="1200" cap="none" spc="0" normalizeH="0" baseline="0" noProof="0" dirty="0">
                <a:ln>
                  <a:noFill/>
                </a:ln>
                <a:solidFill>
                  <a:srgbClr val="3D84C7"/>
                </a:solidFill>
                <a:effectLst/>
                <a:uLnTx/>
                <a:uFillTx/>
                <a:latin typeface="Consolas"/>
                <a:cs typeface="Consolas"/>
              </a:rPr>
              <a:t>#include </a:t>
            </a:r>
            <a:r>
              <a:rPr kumimoji="0" lang="ja-JP" altLang="en-US" sz="2000" b="1" i="0" u="none" strike="noStrike" kern="1200" cap="none" spc="0" normalizeH="0" baseline="0" noProof="0" dirty="0">
                <a:ln>
                  <a:noFill/>
                </a:ln>
                <a:solidFill>
                  <a:srgbClr val="3D84C7"/>
                </a:solidFill>
                <a:effectLst/>
                <a:uLnTx/>
                <a:uFillTx/>
                <a:latin typeface="Consolas"/>
                <a:cs typeface="Consolas"/>
              </a:rPr>
              <a:t>“</a:t>
            </a:r>
            <a:r>
              <a:rPr kumimoji="0" lang="en-US" sz="2000" b="1" i="0" u="none" strike="noStrike" kern="1200" cap="none" spc="0" normalizeH="0" baseline="0" noProof="0" dirty="0" err="1">
                <a:ln>
                  <a:noFill/>
                </a:ln>
                <a:solidFill>
                  <a:srgbClr val="3D84C7"/>
                </a:solidFill>
                <a:effectLst/>
                <a:uLnTx/>
                <a:uFillTx/>
                <a:latin typeface="Consolas"/>
                <a:cs typeface="Consolas"/>
              </a:rPr>
              <a:t>mpi.h</a:t>
            </a:r>
            <a:r>
              <a:rPr kumimoji="0" lang="ja-JP" altLang="en-US" sz="2000" b="1" i="0" u="none" strike="noStrike" kern="1200" cap="none" spc="0" normalizeH="0" baseline="0" noProof="0" dirty="0">
                <a:ln>
                  <a:noFill/>
                </a:ln>
                <a:solidFill>
                  <a:srgbClr val="3D84C7"/>
                </a:solidFill>
                <a:effectLst/>
                <a:uLnTx/>
                <a:uFillTx/>
                <a:latin typeface="Consolas"/>
                <a:cs typeface="Consolas"/>
              </a:rPr>
              <a:t>”</a:t>
            </a:r>
            <a:endParaRPr kumimoji="0" lang="en-US" sz="2000" b="1" i="0" u="none" strike="noStrike" kern="1200" cap="none" spc="0" normalizeH="0" baseline="0" noProof="0" dirty="0">
              <a:ln>
                <a:noFill/>
              </a:ln>
              <a:solidFill>
                <a:srgbClr val="3D84C7"/>
              </a:solidFill>
              <a:effectLst/>
              <a:uLnTx/>
              <a:uFillTx/>
              <a:latin typeface="Consolas"/>
              <a:cs typeface="Consolas"/>
            </a:endParaRP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#include &lt;</a:t>
            </a:r>
            <a:r>
              <a:rPr kumimoji="0" lang="en-US" sz="2000" b="0" i="0" u="none" strike="noStrike" kern="1200" cap="none" spc="0" normalizeH="0" baseline="0" noProof="0" dirty="0" err="1">
                <a:ln>
                  <a:noFill/>
                </a:ln>
                <a:solidFill>
                  <a:srgbClr val="404040"/>
                </a:solidFill>
                <a:effectLst/>
                <a:uLnTx/>
                <a:uFillTx/>
                <a:latin typeface="Consolas"/>
                <a:cs typeface="Consolas"/>
              </a:rPr>
              <a:t>stdio.h</a:t>
            </a:r>
            <a:r>
              <a:rPr kumimoji="0" lang="en-US" sz="2000" b="0" i="0" u="none" strike="noStrike" kern="1200" cap="none" spc="0" normalizeH="0" baseline="0" noProof="0" dirty="0">
                <a:ln>
                  <a:noFill/>
                </a:ln>
                <a:solidFill>
                  <a:srgbClr val="404040"/>
                </a:solidFill>
                <a:effectLst/>
                <a:uLnTx/>
                <a:uFillTx/>
                <a:latin typeface="Consolas"/>
                <a:cs typeface="Consolas"/>
              </a:rPr>
              <a:t>&gt;</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int main(int </a:t>
            </a:r>
            <a:r>
              <a:rPr kumimoji="0" lang="en-US" sz="2000" b="0" i="0" u="none" strike="noStrike" kern="1200" cap="none" spc="0" normalizeH="0" baseline="0" noProof="0" dirty="0" err="1">
                <a:ln>
                  <a:noFill/>
                </a:ln>
                <a:solidFill>
                  <a:srgbClr val="404040"/>
                </a:solidFill>
                <a:effectLst/>
                <a:uLnTx/>
                <a:uFillTx/>
                <a:latin typeface="Consolas"/>
                <a:cs typeface="Consolas"/>
              </a:rPr>
              <a:t>argc</a:t>
            </a:r>
            <a:r>
              <a:rPr kumimoji="0" lang="en-US" sz="2000" b="0" i="0" u="none" strike="noStrike" kern="1200" cap="none" spc="0" normalizeH="0" baseline="0" noProof="0" dirty="0">
                <a:ln>
                  <a:noFill/>
                </a:ln>
                <a:solidFill>
                  <a:srgbClr val="404040"/>
                </a:solidFill>
                <a:effectLst/>
                <a:uLnTx/>
                <a:uFillTx/>
                <a:latin typeface="Consolas"/>
                <a:cs typeface="Consolas"/>
              </a:rPr>
              <a:t>, char *</a:t>
            </a:r>
            <a:r>
              <a:rPr kumimoji="0" lang="en-US" sz="2000" b="0" i="0" u="none" strike="noStrike" kern="1200" cap="none" spc="0" normalizeH="0" baseline="0" noProof="0" dirty="0" err="1">
                <a:ln>
                  <a:noFill/>
                </a:ln>
                <a:solidFill>
                  <a:srgbClr val="404040"/>
                </a:solidFill>
                <a:effectLst/>
                <a:uLnTx/>
                <a:uFillTx/>
                <a:latin typeface="Consolas"/>
                <a:cs typeface="Consolas"/>
              </a:rPr>
              <a:t>argv</a:t>
            </a:r>
            <a:r>
              <a:rPr kumimoji="0" lang="en-US" sz="2000" b="0" i="0" u="none" strike="noStrike" kern="1200" cap="none" spc="0" normalizeH="0" baseline="0" noProof="0" dirty="0">
                <a:ln>
                  <a:noFill/>
                </a:ln>
                <a:solidFill>
                  <a:srgbClr val="404040"/>
                </a:solidFill>
                <a:effectLst/>
                <a:uLnTx/>
                <a:uFillTx/>
                <a:latin typeface="Consolas"/>
                <a:cs typeface="Consolas"/>
              </a:rPr>
              <a:t>[])</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	</a:t>
            </a:r>
            <a:r>
              <a:rPr kumimoji="0" lang="en-US" sz="2000" b="1" i="0" u="none" strike="noStrike" kern="1200" cap="none" spc="0" normalizeH="0" baseline="0" noProof="0" dirty="0" err="1">
                <a:ln>
                  <a:noFill/>
                </a:ln>
                <a:solidFill>
                  <a:srgbClr val="3D84C7"/>
                </a:solidFill>
                <a:effectLst/>
                <a:uLnTx/>
                <a:uFillTx/>
                <a:latin typeface="Consolas"/>
                <a:cs typeface="Consolas"/>
              </a:rPr>
              <a:t>MPI_Init</a:t>
            </a:r>
            <a:r>
              <a:rPr kumimoji="0" lang="en-US" sz="2000" b="1" i="0" u="none" strike="noStrike" kern="1200" cap="none" spc="0" normalizeH="0" baseline="0" noProof="0" dirty="0">
                <a:ln>
                  <a:noFill/>
                </a:ln>
                <a:solidFill>
                  <a:srgbClr val="3D84C7"/>
                </a:solidFill>
                <a:effectLst/>
                <a:uLnTx/>
                <a:uFillTx/>
                <a:latin typeface="Consolas"/>
                <a:cs typeface="Consolas"/>
              </a:rPr>
              <a:t>(&amp;</a:t>
            </a:r>
            <a:r>
              <a:rPr kumimoji="0" lang="en-US" sz="2000" b="1" i="0" u="none" strike="noStrike" kern="1200" cap="none" spc="0" normalizeH="0" baseline="0" noProof="0" dirty="0" err="1">
                <a:ln>
                  <a:noFill/>
                </a:ln>
                <a:solidFill>
                  <a:srgbClr val="3D84C7"/>
                </a:solidFill>
                <a:effectLst/>
                <a:uLnTx/>
                <a:uFillTx/>
                <a:latin typeface="Consolas"/>
                <a:cs typeface="Consolas"/>
              </a:rPr>
              <a:t>argc</a:t>
            </a:r>
            <a:r>
              <a:rPr kumimoji="0" lang="en-US" sz="2000" b="1" i="0" u="none" strike="noStrike" kern="1200" cap="none" spc="0" normalizeH="0" baseline="0" noProof="0" dirty="0">
                <a:ln>
                  <a:noFill/>
                </a:ln>
                <a:solidFill>
                  <a:srgbClr val="3D84C7"/>
                </a:solidFill>
                <a:effectLst/>
                <a:uLnTx/>
                <a:uFillTx/>
                <a:latin typeface="Consolas"/>
                <a:cs typeface="Consolas"/>
              </a:rPr>
              <a:t>, &amp;</a:t>
            </a:r>
            <a:r>
              <a:rPr kumimoji="0" lang="en-US" sz="2000" b="1" i="0" u="none" strike="noStrike" kern="1200" cap="none" spc="0" normalizeH="0" baseline="0" noProof="0" dirty="0" err="1">
                <a:ln>
                  <a:noFill/>
                </a:ln>
                <a:solidFill>
                  <a:srgbClr val="3D84C7"/>
                </a:solidFill>
                <a:effectLst/>
                <a:uLnTx/>
                <a:uFillTx/>
                <a:latin typeface="Consolas"/>
                <a:cs typeface="Consolas"/>
              </a:rPr>
              <a:t>argv</a:t>
            </a:r>
            <a:r>
              <a:rPr kumimoji="0" lang="en-US" sz="2000" b="1" i="0" u="none" strike="noStrike" kern="1200" cap="none" spc="0" normalizeH="0" baseline="0" noProof="0" dirty="0">
                <a:ln>
                  <a:noFill/>
                </a:ln>
                <a:solidFill>
                  <a:srgbClr val="3D84C7"/>
                </a:solidFill>
                <a:effectLst/>
                <a:uLnTx/>
                <a:uFillTx/>
                <a:latin typeface="Consolas"/>
                <a:cs typeface="Consolas"/>
              </a:rPr>
              <a:t>);</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	</a:t>
            </a:r>
            <a:r>
              <a:rPr kumimoji="0" lang="en-US" sz="2000" b="1" i="1" u="none" strike="noStrike" kern="1200" cap="none" spc="0" normalizeH="0" baseline="0" noProof="0" dirty="0" err="1">
                <a:ln>
                  <a:noFill/>
                </a:ln>
                <a:solidFill>
                  <a:prstClr val="black"/>
                </a:solidFill>
                <a:effectLst/>
                <a:uLnTx/>
                <a:uFillTx/>
                <a:latin typeface="Consolas"/>
                <a:cs typeface="Consolas"/>
              </a:rPr>
              <a:t>printf</a:t>
            </a:r>
            <a:r>
              <a:rPr kumimoji="0" lang="en-US" sz="2000" b="1" i="1" u="none" strike="noStrike" kern="1200" cap="none" spc="0" normalizeH="0" baseline="0" noProof="0" dirty="0">
                <a:ln>
                  <a:noFill/>
                </a:ln>
                <a:solidFill>
                  <a:prstClr val="black"/>
                </a:solidFill>
                <a:effectLst/>
                <a:uLnTx/>
                <a:uFillTx/>
                <a:latin typeface="Consolas"/>
                <a:cs typeface="Consolas"/>
              </a:rPr>
              <a:t>(</a:t>
            </a:r>
            <a:r>
              <a:rPr kumimoji="0" lang="ja-JP" altLang="en-US" sz="2000" b="1" i="1" u="none" strike="noStrike" kern="1200" cap="none" spc="0" normalizeH="0" baseline="0" noProof="0" dirty="0">
                <a:ln>
                  <a:noFill/>
                </a:ln>
                <a:solidFill>
                  <a:prstClr val="black"/>
                </a:solidFill>
                <a:effectLst/>
                <a:uLnTx/>
                <a:uFillTx/>
                <a:latin typeface="Consolas"/>
                <a:cs typeface="Consolas"/>
              </a:rPr>
              <a:t>“</a:t>
            </a:r>
            <a:r>
              <a:rPr kumimoji="0" lang="en-US" sz="2000" b="1" i="1" u="none" strike="noStrike" kern="1200" cap="none" spc="0" normalizeH="0" baseline="0" noProof="0" dirty="0">
                <a:ln>
                  <a:noFill/>
                </a:ln>
                <a:solidFill>
                  <a:prstClr val="black"/>
                </a:solidFill>
                <a:effectLst/>
                <a:uLnTx/>
                <a:uFillTx/>
                <a:latin typeface="Consolas"/>
                <a:cs typeface="Consolas"/>
              </a:rPr>
              <a:t>Hello, world!\n</a:t>
            </a:r>
            <a:r>
              <a:rPr kumimoji="0" lang="ja-JP" altLang="en-US" sz="2000" b="1" i="1" u="none" strike="noStrike" kern="1200" cap="none" spc="0" normalizeH="0" baseline="0" noProof="0" dirty="0">
                <a:ln>
                  <a:noFill/>
                </a:ln>
                <a:solidFill>
                  <a:prstClr val="black"/>
                </a:solidFill>
                <a:effectLst/>
                <a:uLnTx/>
                <a:uFillTx/>
                <a:latin typeface="Consolas"/>
                <a:cs typeface="Consolas"/>
              </a:rPr>
              <a:t>”</a:t>
            </a:r>
            <a:r>
              <a:rPr kumimoji="0" lang="en-US" sz="2000" b="1" i="1" u="none" strike="noStrike" kern="1200" cap="none" spc="0" normalizeH="0" baseline="0" noProof="0" dirty="0">
                <a:ln>
                  <a:noFill/>
                </a:ln>
                <a:solidFill>
                  <a:prstClr val="black"/>
                </a:solidFill>
                <a:effectLst/>
                <a:uLnTx/>
                <a:uFillTx/>
                <a:latin typeface="Consolas"/>
                <a:cs typeface="Consolas"/>
              </a:rPr>
              <a:t>);</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	</a:t>
            </a:r>
            <a:r>
              <a:rPr kumimoji="0" lang="en-US" sz="2000" b="1" i="0" u="none" strike="noStrike" kern="1200" cap="none" spc="0" normalizeH="0" baseline="0" noProof="0" dirty="0" err="1">
                <a:ln>
                  <a:noFill/>
                </a:ln>
                <a:solidFill>
                  <a:srgbClr val="3D84C7"/>
                </a:solidFill>
                <a:effectLst/>
                <a:uLnTx/>
                <a:uFillTx/>
                <a:latin typeface="Consolas"/>
                <a:cs typeface="Consolas"/>
              </a:rPr>
              <a:t>MPI_Finalize</a:t>
            </a:r>
            <a:r>
              <a:rPr kumimoji="0" lang="en-US" sz="2000" b="1" i="0" u="none" strike="noStrike" kern="1200" cap="none" spc="0" normalizeH="0" baseline="0" noProof="0" dirty="0">
                <a:ln>
                  <a:noFill/>
                </a:ln>
                <a:solidFill>
                  <a:srgbClr val="3D84C7"/>
                </a:solidFill>
                <a:effectLst/>
                <a:uLnTx/>
                <a:uFillTx/>
                <a:latin typeface="Consolas"/>
                <a:cs typeface="Consolas"/>
              </a:rPr>
              <a:t>();</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	return 0;</a:t>
            </a:r>
          </a:p>
          <a:p>
            <a:pPr marL="628650" marR="0" lvl="1" indent="-171450" defTabSz="457200" rtl="0" eaLnBrk="0" fontAlgn="base" latinLnBrk="0" hangingPunct="0">
              <a:lnSpc>
                <a:spcPct val="100000"/>
              </a:lnSpc>
              <a:spcBef>
                <a:spcPct val="20000"/>
              </a:spcBef>
              <a:spcAft>
                <a:spcPct val="0"/>
              </a:spcAft>
              <a:buClrTx/>
              <a:buSzPct val="90000"/>
              <a:buFont typeface="Wingdings" charset="0"/>
              <a:buNone/>
              <a:tabLst/>
              <a:defRPr/>
            </a:pPr>
            <a:r>
              <a:rPr kumimoji="0" lang="en-US" sz="2000" b="0" i="0" u="none" strike="noStrike" kern="1200" cap="none" spc="0" normalizeH="0" baseline="0" noProof="0" dirty="0">
                <a:ln>
                  <a:noFill/>
                </a:ln>
                <a:solidFill>
                  <a:srgbClr val="404040"/>
                </a:solidFill>
                <a:effectLst/>
                <a:uLnTx/>
                <a:uFillTx/>
                <a:latin typeface="Consolas"/>
                <a:cs typeface="Consolas"/>
              </a:rPr>
              <a:t>}</a:t>
            </a:r>
          </a:p>
          <a:p>
            <a:pPr marL="0" indent="0">
              <a:buNone/>
            </a:pP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169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Message Passing Programming Modes</a:t>
            </a:r>
          </a:p>
        </p:txBody>
      </p:sp>
    </p:spTree>
    <p:extLst>
      <p:ext uri="{BB962C8B-B14F-4D97-AF65-F5344CB8AC3E}">
        <p14:creationId xmlns:p14="http://schemas.microsoft.com/office/powerpoint/2010/main" val="1737078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160036887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9149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88369" y="381000"/>
            <a:ext cx="10513031" cy="1725202"/>
          </a:xfrm>
        </p:spPr>
        <p:txBody>
          <a:bodyPr>
            <a:normAutofit/>
          </a:bodyPr>
          <a:lstStyle/>
          <a:p>
            <a:r>
              <a:rPr lang="en-US">
                <a:latin typeface="Arial" panose="020B0604020202020204" pitchFamily="34" charset="0"/>
                <a:cs typeface="Arial" panose="020B0604020202020204" pitchFamily="34" charset="0"/>
              </a:rPr>
              <a:t>Message Passing Programming</a:t>
            </a:r>
            <a:endParaRPr lang="en-US" dirty="0">
              <a:latin typeface="Arial" panose="020B0604020202020204" pitchFamily="34" charset="0"/>
              <a:cs typeface="Arial" panose="020B0604020202020204" pitchFamily="34" charset="0"/>
            </a:endParaRPr>
          </a:p>
        </p:txBody>
      </p:sp>
      <p:graphicFrame>
        <p:nvGraphicFramePr>
          <p:cNvPr id="36" name="Rectangle 3">
            <a:extLst>
              <a:ext uri="{FF2B5EF4-FFF2-40B4-BE49-F238E27FC236}">
                <a16:creationId xmlns:a16="http://schemas.microsoft.com/office/drawing/2014/main" id="{F48F9917-65E1-8052-A491-F5791E8380F3}"/>
              </a:ext>
            </a:extLst>
          </p:cNvPr>
          <p:cNvGraphicFramePr>
            <a:graphicFrameLocks noGrp="1"/>
          </p:cNvGraphicFramePr>
          <p:nvPr>
            <p:ph idx="1"/>
            <p:extLst>
              <p:ext uri="{D42A27DB-BD31-4B8C-83A1-F6EECF244321}">
                <p14:modId xmlns:p14="http://schemas.microsoft.com/office/powerpoint/2010/main" val="49225043"/>
              </p:ext>
            </p:extLst>
          </p:nvPr>
        </p:nvGraphicFramePr>
        <p:xfrm>
          <a:off x="462337" y="2414427"/>
          <a:ext cx="11239928" cy="40625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1977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8DD84A68-C1A5-40AC-B0F2-899B9A028258}"/>
                                            </p:graphicEl>
                                          </p:spTgt>
                                        </p:tgtEl>
                                        <p:attrNameLst>
                                          <p:attrName>style.visibility</p:attrName>
                                        </p:attrNameLst>
                                      </p:cBhvr>
                                      <p:to>
                                        <p:strVal val="visible"/>
                                      </p:to>
                                    </p:set>
                                    <p:anim calcmode="lin" valueType="num">
                                      <p:cBhvr additive="base">
                                        <p:cTn id="7" dur="500" fill="hold"/>
                                        <p:tgtEl>
                                          <p:spTgt spid="36">
                                            <p:graphicEl>
                                              <a:dgm id="{8DD84A68-C1A5-40AC-B0F2-899B9A02825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8DD84A68-C1A5-40AC-B0F2-899B9A02825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graphicEl>
                                              <a:dgm id="{48A67E06-FF05-476F-BF50-C42F56DA12F3}"/>
                                            </p:graphicEl>
                                          </p:spTgt>
                                        </p:tgtEl>
                                        <p:attrNameLst>
                                          <p:attrName>style.visibility</p:attrName>
                                        </p:attrNameLst>
                                      </p:cBhvr>
                                      <p:to>
                                        <p:strVal val="visible"/>
                                      </p:to>
                                    </p:set>
                                    <p:anim calcmode="lin" valueType="num">
                                      <p:cBhvr additive="base">
                                        <p:cTn id="13" dur="500" fill="hold"/>
                                        <p:tgtEl>
                                          <p:spTgt spid="36">
                                            <p:graphicEl>
                                              <a:dgm id="{48A67E06-FF05-476F-BF50-C42F56DA12F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graphicEl>
                                              <a:dgm id="{48A67E06-FF05-476F-BF50-C42F56DA12F3}"/>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6">
                                            <p:graphicEl>
                                              <a:dgm id="{F05F4AD2-B639-4BF3-87C4-EB17AC67EB68}"/>
                                            </p:graphicEl>
                                          </p:spTgt>
                                        </p:tgtEl>
                                        <p:attrNameLst>
                                          <p:attrName>style.visibility</p:attrName>
                                        </p:attrNameLst>
                                      </p:cBhvr>
                                      <p:to>
                                        <p:strVal val="visible"/>
                                      </p:to>
                                    </p:set>
                                    <p:anim calcmode="lin" valueType="num">
                                      <p:cBhvr additive="base">
                                        <p:cTn id="17" dur="500" fill="hold"/>
                                        <p:tgtEl>
                                          <p:spTgt spid="36">
                                            <p:graphicEl>
                                              <a:dgm id="{F05F4AD2-B639-4BF3-87C4-EB17AC67EB6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F05F4AD2-B639-4BF3-87C4-EB17AC67EB68}"/>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
                                            <p:graphicEl>
                                              <a:dgm id="{936EAF3B-CDBE-4107-8522-F7B889AB53D5}"/>
                                            </p:graphicEl>
                                          </p:spTgt>
                                        </p:tgtEl>
                                        <p:attrNameLst>
                                          <p:attrName>style.visibility</p:attrName>
                                        </p:attrNameLst>
                                      </p:cBhvr>
                                      <p:to>
                                        <p:strVal val="visible"/>
                                      </p:to>
                                    </p:set>
                                    <p:anim calcmode="lin" valueType="num">
                                      <p:cBhvr additive="base">
                                        <p:cTn id="23" dur="500" fill="hold"/>
                                        <p:tgtEl>
                                          <p:spTgt spid="36">
                                            <p:graphicEl>
                                              <a:dgm id="{936EAF3B-CDBE-4107-8522-F7B889AB53D5}"/>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
                                            <p:graphicEl>
                                              <a:dgm id="{936EAF3B-CDBE-4107-8522-F7B889AB53D5}"/>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6">
                                            <p:graphicEl>
                                              <a:dgm id="{229A207F-61C8-4F92-8ECD-665F11F1823F}"/>
                                            </p:graphicEl>
                                          </p:spTgt>
                                        </p:tgtEl>
                                        <p:attrNameLst>
                                          <p:attrName>style.visibility</p:attrName>
                                        </p:attrNameLst>
                                      </p:cBhvr>
                                      <p:to>
                                        <p:strVal val="visible"/>
                                      </p:to>
                                    </p:set>
                                    <p:anim calcmode="lin" valueType="num">
                                      <p:cBhvr additive="base">
                                        <p:cTn id="27" dur="500" fill="hold"/>
                                        <p:tgtEl>
                                          <p:spTgt spid="36">
                                            <p:graphicEl>
                                              <a:dgm id="{229A207F-61C8-4F92-8ECD-665F11F1823F}"/>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229A207F-61C8-4F92-8ECD-665F11F1823F}"/>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6">
                                            <p:graphicEl>
                                              <a:dgm id="{D0A02231-76AD-453D-A5D4-51153D7BB1DD}"/>
                                            </p:graphicEl>
                                          </p:spTgt>
                                        </p:tgtEl>
                                        <p:attrNameLst>
                                          <p:attrName>style.visibility</p:attrName>
                                        </p:attrNameLst>
                                      </p:cBhvr>
                                      <p:to>
                                        <p:strVal val="visible"/>
                                      </p:to>
                                    </p:set>
                                    <p:anim calcmode="lin" valueType="num">
                                      <p:cBhvr additive="base">
                                        <p:cTn id="33" dur="500" fill="hold"/>
                                        <p:tgtEl>
                                          <p:spTgt spid="36">
                                            <p:graphicEl>
                                              <a:dgm id="{D0A02231-76AD-453D-A5D4-51153D7BB1DD}"/>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36">
                                            <p:graphicEl>
                                              <a:dgm id="{D0A02231-76AD-453D-A5D4-51153D7BB1DD}"/>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6">
                                            <p:graphicEl>
                                              <a:dgm id="{813B8C75-98C8-499D-8C3D-27A5EAD8A8E0}"/>
                                            </p:graphicEl>
                                          </p:spTgt>
                                        </p:tgtEl>
                                        <p:attrNameLst>
                                          <p:attrName>style.visibility</p:attrName>
                                        </p:attrNameLst>
                                      </p:cBhvr>
                                      <p:to>
                                        <p:strVal val="visible"/>
                                      </p:to>
                                    </p:set>
                                    <p:anim calcmode="lin" valueType="num">
                                      <p:cBhvr additive="base">
                                        <p:cTn id="37" dur="500" fill="hold"/>
                                        <p:tgtEl>
                                          <p:spTgt spid="36">
                                            <p:graphicEl>
                                              <a:dgm id="{813B8C75-98C8-499D-8C3D-27A5EAD8A8E0}"/>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
                                            <p:graphicEl>
                                              <a:dgm id="{813B8C75-98C8-499D-8C3D-27A5EAD8A8E0}"/>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6">
                                            <p:graphicEl>
                                              <a:dgm id="{D7538634-3B9D-4E1C-A3FA-4DE7811F9745}"/>
                                            </p:graphicEl>
                                          </p:spTgt>
                                        </p:tgtEl>
                                        <p:attrNameLst>
                                          <p:attrName>style.visibility</p:attrName>
                                        </p:attrNameLst>
                                      </p:cBhvr>
                                      <p:to>
                                        <p:strVal val="visible"/>
                                      </p:to>
                                    </p:set>
                                    <p:anim calcmode="lin" valueType="num">
                                      <p:cBhvr additive="base">
                                        <p:cTn id="43" dur="500" fill="hold"/>
                                        <p:tgtEl>
                                          <p:spTgt spid="36">
                                            <p:graphicEl>
                                              <a:dgm id="{D7538634-3B9D-4E1C-A3FA-4DE7811F974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
                                            <p:graphicEl>
                                              <a:dgm id="{D7538634-3B9D-4E1C-A3FA-4DE7811F9745}"/>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6">
                                            <p:graphicEl>
                                              <a:dgm id="{9C576D03-3539-49F3-86BE-9AC4ADC67C51}"/>
                                            </p:graphicEl>
                                          </p:spTgt>
                                        </p:tgtEl>
                                        <p:attrNameLst>
                                          <p:attrName>style.visibility</p:attrName>
                                        </p:attrNameLst>
                                      </p:cBhvr>
                                      <p:to>
                                        <p:strVal val="visible"/>
                                      </p:to>
                                    </p:set>
                                    <p:anim calcmode="lin" valueType="num">
                                      <p:cBhvr additive="base">
                                        <p:cTn id="47" dur="500" fill="hold"/>
                                        <p:tgtEl>
                                          <p:spTgt spid="36">
                                            <p:graphicEl>
                                              <a:dgm id="{9C576D03-3539-49F3-86BE-9AC4ADC67C51}"/>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36">
                                            <p:graphicEl>
                                              <a:dgm id="{9C576D03-3539-49F3-86BE-9AC4ADC67C5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493160"/>
            <a:ext cx="10515600" cy="1376737"/>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Message Passing Programming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6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1026" name="Picture 2">
            <a:extLst>
              <a:ext uri="{FF2B5EF4-FFF2-40B4-BE49-F238E27FC236}">
                <a16:creationId xmlns:a16="http://schemas.microsoft.com/office/drawing/2014/main" id="{BA7FE213-9976-7E45-E254-8B9DC315B521}"/>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2446247" y="1949450"/>
            <a:ext cx="6128251" cy="419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798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88369" y="381000"/>
            <a:ext cx="10513031" cy="1725202"/>
          </a:xfrm>
        </p:spPr>
        <p:txBody>
          <a:bodyPr>
            <a:normAutofit/>
          </a:bodyPr>
          <a:lstStyle/>
          <a:p>
            <a:r>
              <a:rPr lang="en-US" dirty="0">
                <a:latin typeface="Arial" panose="020B0604020202020204" pitchFamily="34" charset="0"/>
                <a:cs typeface="Arial" panose="020B0604020202020204" pitchFamily="34" charset="0"/>
              </a:rPr>
              <a:t>Message Passing Programming Modes</a:t>
            </a:r>
          </a:p>
        </p:txBody>
      </p:sp>
      <p:graphicFrame>
        <p:nvGraphicFramePr>
          <p:cNvPr id="3" name="Content Placeholder 2">
            <a:extLst>
              <a:ext uri="{FF2B5EF4-FFF2-40B4-BE49-F238E27FC236}">
                <a16:creationId xmlns:a16="http://schemas.microsoft.com/office/drawing/2014/main" id="{C9587181-5643-C06C-776D-6BC5DF848905}"/>
              </a:ext>
            </a:extLst>
          </p:cNvPr>
          <p:cNvGraphicFramePr>
            <a:graphicFrameLocks noGrp="1"/>
          </p:cNvGraphicFramePr>
          <p:nvPr>
            <p:ph idx="1"/>
            <p:extLst>
              <p:ext uri="{D42A27DB-BD31-4B8C-83A1-F6EECF244321}">
                <p14:modId xmlns:p14="http://schemas.microsoft.com/office/powerpoint/2010/main" val="664618889"/>
              </p:ext>
            </p:extLst>
          </p:nvPr>
        </p:nvGraphicFramePr>
        <p:xfrm>
          <a:off x="462337" y="2414427"/>
          <a:ext cx="11239928" cy="40625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1387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93" name="Rectangle 9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513708" y="381001"/>
            <a:ext cx="10672639" cy="1345058"/>
          </a:xfrm>
        </p:spPr>
        <p:txBody>
          <a:bodyPr anchor="b">
            <a:normAutofit fontScale="90000"/>
          </a:bodyPr>
          <a:lstStyle/>
          <a:p>
            <a:r>
              <a:rPr lang="en-US" dirty="0">
                <a:solidFill>
                  <a:schemeClr val="tx2"/>
                </a:solidFill>
                <a:latin typeface="Arial" panose="020B0604020202020204" pitchFamily="34" charset="0"/>
                <a:cs typeface="Arial" panose="020B0604020202020204" pitchFamily="34" charset="0"/>
              </a:rPr>
              <a:t>Message Passing Programming Modes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graphicFrame>
        <p:nvGraphicFramePr>
          <p:cNvPr id="47" name="Content Placeholder 2">
            <a:extLst>
              <a:ext uri="{FF2B5EF4-FFF2-40B4-BE49-F238E27FC236}">
                <a16:creationId xmlns:a16="http://schemas.microsoft.com/office/drawing/2014/main" id="{E8138C33-A556-2BA0-1666-A0FDD526E4A5}"/>
              </a:ext>
            </a:extLst>
          </p:cNvPr>
          <p:cNvGraphicFramePr>
            <a:graphicFrameLocks noGrp="1"/>
          </p:cNvGraphicFramePr>
          <p:nvPr>
            <p:ph idx="1"/>
            <p:extLst>
              <p:ext uri="{D42A27DB-BD31-4B8C-83A1-F6EECF244321}">
                <p14:modId xmlns:p14="http://schemas.microsoft.com/office/powerpoint/2010/main" val="1804388915"/>
              </p:ext>
            </p:extLst>
          </p:nvPr>
        </p:nvGraphicFramePr>
        <p:xfrm>
          <a:off x="838200" y="2918850"/>
          <a:ext cx="10515600" cy="32102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387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77E146BD-E34C-45E5-AF8D-C789C2A3B085}"/>
                                            </p:graphicEl>
                                          </p:spTgt>
                                        </p:tgtEl>
                                        <p:attrNameLst>
                                          <p:attrName>style.visibility</p:attrName>
                                        </p:attrNameLst>
                                      </p:cBhvr>
                                      <p:to>
                                        <p:strVal val="visible"/>
                                      </p:to>
                                    </p:set>
                                    <p:anim calcmode="lin" valueType="num">
                                      <p:cBhvr additive="base">
                                        <p:cTn id="7" dur="500" fill="hold"/>
                                        <p:tgtEl>
                                          <p:spTgt spid="47">
                                            <p:graphicEl>
                                              <a:dgm id="{77E146BD-E34C-45E5-AF8D-C789C2A3B08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77E146BD-E34C-45E5-AF8D-C789C2A3B085}"/>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8BC33FFC-03F6-4825-9F6B-A1A604CED40B}"/>
                                            </p:graphicEl>
                                          </p:spTgt>
                                        </p:tgtEl>
                                        <p:attrNameLst>
                                          <p:attrName>style.visibility</p:attrName>
                                        </p:attrNameLst>
                                      </p:cBhvr>
                                      <p:to>
                                        <p:strVal val="visible"/>
                                      </p:to>
                                    </p:set>
                                    <p:anim calcmode="lin" valueType="num">
                                      <p:cBhvr additive="base">
                                        <p:cTn id="11" dur="500" fill="hold"/>
                                        <p:tgtEl>
                                          <p:spTgt spid="47">
                                            <p:graphicEl>
                                              <a:dgm id="{8BC33FFC-03F6-4825-9F6B-A1A604CED40B}"/>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8BC33FFC-03F6-4825-9F6B-A1A604CED40B}"/>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31658C81-7C69-4674-8A20-3219B6F6E9FD}"/>
                                            </p:graphicEl>
                                          </p:spTgt>
                                        </p:tgtEl>
                                        <p:attrNameLst>
                                          <p:attrName>style.visibility</p:attrName>
                                        </p:attrNameLst>
                                      </p:cBhvr>
                                      <p:to>
                                        <p:strVal val="visible"/>
                                      </p:to>
                                    </p:set>
                                    <p:anim calcmode="lin" valueType="num">
                                      <p:cBhvr additive="base">
                                        <p:cTn id="17" dur="500" fill="hold"/>
                                        <p:tgtEl>
                                          <p:spTgt spid="47">
                                            <p:graphicEl>
                                              <a:dgm id="{31658C81-7C69-4674-8A20-3219B6F6E9FD}"/>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31658C81-7C69-4674-8A20-3219B6F6E9FD}"/>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B6FC68A9-FAF1-4082-9A29-1D6C189F9F3D}"/>
                                            </p:graphicEl>
                                          </p:spTgt>
                                        </p:tgtEl>
                                        <p:attrNameLst>
                                          <p:attrName>style.visibility</p:attrName>
                                        </p:attrNameLst>
                                      </p:cBhvr>
                                      <p:to>
                                        <p:strVal val="visible"/>
                                      </p:to>
                                    </p:set>
                                    <p:anim calcmode="lin" valueType="num">
                                      <p:cBhvr additive="base">
                                        <p:cTn id="21" dur="500" fill="hold"/>
                                        <p:tgtEl>
                                          <p:spTgt spid="47">
                                            <p:graphicEl>
                                              <a:dgm id="{B6FC68A9-FAF1-4082-9A29-1D6C189F9F3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B6FC68A9-FAF1-4082-9A29-1D6C189F9F3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5" name="Picture 54">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pPr>
              <a:lnSpc>
                <a:spcPct val="90000"/>
              </a:lnSpc>
            </a:pPr>
            <a:r>
              <a:rPr lang="en-US" sz="4100" dirty="0">
                <a:solidFill>
                  <a:schemeClr val="tx2"/>
                </a:solidFill>
                <a:latin typeface="Arial" panose="020B0604020202020204" pitchFamily="34" charset="0"/>
                <a:cs typeface="Arial" panose="020B0604020202020204" pitchFamily="34" charset="0"/>
              </a:rPr>
              <a:t>Message Passing Programming Modes </a:t>
            </a:r>
            <a:r>
              <a:rPr lang="en-US" sz="4100" dirty="0" err="1">
                <a:solidFill>
                  <a:schemeClr val="tx2"/>
                </a:solidFill>
                <a:latin typeface="Arial" panose="020B0604020202020204" pitchFamily="34" charset="0"/>
                <a:cs typeface="Arial" panose="020B0604020202020204" pitchFamily="34" charset="0"/>
              </a:rPr>
              <a:t>Cont</a:t>
            </a:r>
            <a:r>
              <a:rPr lang="en-US" sz="4100" dirty="0">
                <a:solidFill>
                  <a:schemeClr val="tx2"/>
                </a:solidFill>
                <a:latin typeface="Arial" panose="020B0604020202020204" pitchFamily="34" charset="0"/>
                <a:cs typeface="Arial" panose="020B0604020202020204" pitchFamily="34" charset="0"/>
              </a:rPr>
              <a:t>…</a:t>
            </a:r>
            <a:endParaRPr lang="en-PK" sz="4100" dirty="0">
              <a:solidFill>
                <a:schemeClr val="tx2"/>
              </a:solidFill>
              <a:latin typeface="Arial" panose="020B0604020202020204" pitchFamily="34" charset="0"/>
              <a:cs typeface="Arial" panose="020B0604020202020204" pitchFamily="34" charset="0"/>
            </a:endParaRPr>
          </a:p>
        </p:txBody>
      </p:sp>
      <p:pic>
        <p:nvPicPr>
          <p:cNvPr id="57" name="Picture 56">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757029E1-35E1-FABE-8E67-79CC5781FC1C}"/>
              </a:ext>
            </a:extLst>
          </p:cNvPr>
          <p:cNvGraphicFramePr>
            <a:graphicFrameLocks noGrp="1"/>
          </p:cNvGraphicFramePr>
          <p:nvPr>
            <p:ph idx="1"/>
            <p:extLst>
              <p:ext uri="{D42A27DB-BD31-4B8C-83A1-F6EECF244321}">
                <p14:modId xmlns:p14="http://schemas.microsoft.com/office/powerpoint/2010/main" val="343119685"/>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1712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13E7F5F1-CACC-4716-8A00-F130E6FF58A8}"/>
                                            </p:graphicEl>
                                          </p:spTgt>
                                        </p:tgtEl>
                                        <p:attrNameLst>
                                          <p:attrName>style.visibility</p:attrName>
                                        </p:attrNameLst>
                                      </p:cBhvr>
                                      <p:to>
                                        <p:strVal val="visible"/>
                                      </p:to>
                                    </p:set>
                                    <p:anim calcmode="lin" valueType="num">
                                      <p:cBhvr additive="base">
                                        <p:cTn id="7" dur="500" fill="hold"/>
                                        <p:tgtEl>
                                          <p:spTgt spid="47">
                                            <p:graphicEl>
                                              <a:dgm id="{13E7F5F1-CACC-4716-8A00-F130E6FF58A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13E7F5F1-CACC-4716-8A00-F130E6FF58A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FD6D4E2F-3E3C-4C8E-83DA-5168C084DF68}"/>
                                            </p:graphicEl>
                                          </p:spTgt>
                                        </p:tgtEl>
                                        <p:attrNameLst>
                                          <p:attrName>style.visibility</p:attrName>
                                        </p:attrNameLst>
                                      </p:cBhvr>
                                      <p:to>
                                        <p:strVal val="visible"/>
                                      </p:to>
                                    </p:set>
                                    <p:anim calcmode="lin" valueType="num">
                                      <p:cBhvr additive="base">
                                        <p:cTn id="11" dur="500" fill="hold"/>
                                        <p:tgtEl>
                                          <p:spTgt spid="47">
                                            <p:graphicEl>
                                              <a:dgm id="{FD6D4E2F-3E3C-4C8E-83DA-5168C084DF6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FD6D4E2F-3E3C-4C8E-83DA-5168C084DF68}"/>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61287B1A-C465-4F88-9947-2394DA9A46E4}"/>
                                            </p:graphicEl>
                                          </p:spTgt>
                                        </p:tgtEl>
                                        <p:attrNameLst>
                                          <p:attrName>style.visibility</p:attrName>
                                        </p:attrNameLst>
                                      </p:cBhvr>
                                      <p:to>
                                        <p:strVal val="visible"/>
                                      </p:to>
                                    </p:set>
                                    <p:anim calcmode="lin" valueType="num">
                                      <p:cBhvr additive="base">
                                        <p:cTn id="17" dur="500" fill="hold"/>
                                        <p:tgtEl>
                                          <p:spTgt spid="47">
                                            <p:graphicEl>
                                              <a:dgm id="{61287B1A-C465-4F88-9947-2394DA9A46E4}"/>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61287B1A-C465-4F88-9947-2394DA9A46E4}"/>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FD06B0C2-7DAA-424F-9B1E-97434FFFB942}"/>
                                            </p:graphicEl>
                                          </p:spTgt>
                                        </p:tgtEl>
                                        <p:attrNameLst>
                                          <p:attrName>style.visibility</p:attrName>
                                        </p:attrNameLst>
                                      </p:cBhvr>
                                      <p:to>
                                        <p:strVal val="visible"/>
                                      </p:to>
                                    </p:set>
                                    <p:anim calcmode="lin" valueType="num">
                                      <p:cBhvr additive="base">
                                        <p:cTn id="21" dur="500" fill="hold"/>
                                        <p:tgtEl>
                                          <p:spTgt spid="47">
                                            <p:graphicEl>
                                              <a:dgm id="{FD06B0C2-7DAA-424F-9B1E-97434FFFB942}"/>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FD06B0C2-7DAA-424F-9B1E-97434FFFB94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5" name="Picture 54">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pPr>
              <a:lnSpc>
                <a:spcPct val="90000"/>
              </a:lnSpc>
            </a:pPr>
            <a:r>
              <a:rPr lang="en-US" sz="4100" dirty="0">
                <a:solidFill>
                  <a:schemeClr val="tx2"/>
                </a:solidFill>
                <a:latin typeface="Arial" panose="020B0604020202020204" pitchFamily="34" charset="0"/>
                <a:cs typeface="Arial" panose="020B0604020202020204" pitchFamily="34" charset="0"/>
              </a:rPr>
              <a:t>Message Passing Programming Modes </a:t>
            </a:r>
            <a:r>
              <a:rPr lang="en-US" sz="4100" dirty="0" err="1">
                <a:solidFill>
                  <a:schemeClr val="tx2"/>
                </a:solidFill>
                <a:latin typeface="Arial" panose="020B0604020202020204" pitchFamily="34" charset="0"/>
                <a:cs typeface="Arial" panose="020B0604020202020204" pitchFamily="34" charset="0"/>
              </a:rPr>
              <a:t>Cont</a:t>
            </a:r>
            <a:r>
              <a:rPr lang="en-US" sz="4100" dirty="0">
                <a:solidFill>
                  <a:schemeClr val="tx2"/>
                </a:solidFill>
                <a:latin typeface="Arial" panose="020B0604020202020204" pitchFamily="34" charset="0"/>
                <a:cs typeface="Arial" panose="020B0604020202020204" pitchFamily="34" charset="0"/>
              </a:rPr>
              <a:t>…</a:t>
            </a:r>
            <a:endParaRPr lang="en-PK" sz="4100" dirty="0">
              <a:solidFill>
                <a:schemeClr val="tx2"/>
              </a:solidFill>
              <a:latin typeface="Arial" panose="020B0604020202020204" pitchFamily="34" charset="0"/>
              <a:cs typeface="Arial" panose="020B0604020202020204" pitchFamily="34" charset="0"/>
            </a:endParaRPr>
          </a:p>
        </p:txBody>
      </p:sp>
      <p:pic>
        <p:nvPicPr>
          <p:cNvPr id="57" name="Picture 56">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B2C67746-1B7C-D80B-57CB-CBC65339CFC7}"/>
              </a:ext>
            </a:extLst>
          </p:cNvPr>
          <p:cNvGraphicFramePr>
            <a:graphicFrameLocks noGrp="1"/>
          </p:cNvGraphicFramePr>
          <p:nvPr>
            <p:ph idx="1"/>
            <p:extLst>
              <p:ext uri="{D42A27DB-BD31-4B8C-83A1-F6EECF244321}">
                <p14:modId xmlns:p14="http://schemas.microsoft.com/office/powerpoint/2010/main" val="3525568239"/>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7599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CF391CC5-4EA0-4E48-BFA4-B203A552A705}"/>
                                            </p:graphicEl>
                                          </p:spTgt>
                                        </p:tgtEl>
                                        <p:attrNameLst>
                                          <p:attrName>style.visibility</p:attrName>
                                        </p:attrNameLst>
                                      </p:cBhvr>
                                      <p:to>
                                        <p:strVal val="visible"/>
                                      </p:to>
                                    </p:set>
                                    <p:anim calcmode="lin" valueType="num">
                                      <p:cBhvr additive="base">
                                        <p:cTn id="7" dur="500" fill="hold"/>
                                        <p:tgtEl>
                                          <p:spTgt spid="47">
                                            <p:graphicEl>
                                              <a:dgm id="{CF391CC5-4EA0-4E48-BFA4-B203A552A70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CF391CC5-4EA0-4E48-BFA4-B203A552A705}"/>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8F11A3BB-2B66-4D63-A3AF-7AFCFD717D96}"/>
                                            </p:graphicEl>
                                          </p:spTgt>
                                        </p:tgtEl>
                                        <p:attrNameLst>
                                          <p:attrName>style.visibility</p:attrName>
                                        </p:attrNameLst>
                                      </p:cBhvr>
                                      <p:to>
                                        <p:strVal val="visible"/>
                                      </p:to>
                                    </p:set>
                                    <p:anim calcmode="lin" valueType="num">
                                      <p:cBhvr additive="base">
                                        <p:cTn id="11" dur="500" fill="hold"/>
                                        <p:tgtEl>
                                          <p:spTgt spid="47">
                                            <p:graphicEl>
                                              <a:dgm id="{8F11A3BB-2B66-4D63-A3AF-7AFCFD717D9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8F11A3BB-2B66-4D63-A3AF-7AFCFD717D96}"/>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DE142D05-4830-4F25-BF46-ED86784B226E}"/>
                                            </p:graphicEl>
                                          </p:spTgt>
                                        </p:tgtEl>
                                        <p:attrNameLst>
                                          <p:attrName>style.visibility</p:attrName>
                                        </p:attrNameLst>
                                      </p:cBhvr>
                                      <p:to>
                                        <p:strVal val="visible"/>
                                      </p:to>
                                    </p:set>
                                    <p:anim calcmode="lin" valueType="num">
                                      <p:cBhvr additive="base">
                                        <p:cTn id="17" dur="500" fill="hold"/>
                                        <p:tgtEl>
                                          <p:spTgt spid="47">
                                            <p:graphicEl>
                                              <a:dgm id="{DE142D05-4830-4F25-BF46-ED86784B226E}"/>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DE142D05-4830-4F25-BF46-ED86784B226E}"/>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CF9C0951-5C22-4BF9-AEBE-7DD3D318C45D}"/>
                                            </p:graphicEl>
                                          </p:spTgt>
                                        </p:tgtEl>
                                        <p:attrNameLst>
                                          <p:attrName>style.visibility</p:attrName>
                                        </p:attrNameLst>
                                      </p:cBhvr>
                                      <p:to>
                                        <p:strVal val="visible"/>
                                      </p:to>
                                    </p:set>
                                    <p:anim calcmode="lin" valueType="num">
                                      <p:cBhvr additive="base">
                                        <p:cTn id="21" dur="500" fill="hold"/>
                                        <p:tgtEl>
                                          <p:spTgt spid="47">
                                            <p:graphicEl>
                                              <a:dgm id="{CF9C0951-5C22-4BF9-AEBE-7DD3D318C45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CF9C0951-5C22-4BF9-AEBE-7DD3D318C45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5075382"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Asynchronous/Synchronous Message Passing</a:t>
            </a:r>
          </a:p>
        </p:txBody>
      </p:sp>
    </p:spTree>
    <p:extLst>
      <p:ext uri="{BB962C8B-B14F-4D97-AF65-F5344CB8AC3E}">
        <p14:creationId xmlns:p14="http://schemas.microsoft.com/office/powerpoint/2010/main" val="1473708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90721952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985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57546" y="559815"/>
            <a:ext cx="10543854" cy="1258712"/>
          </a:xfrm>
        </p:spPr>
        <p:txBody>
          <a:bodyPr>
            <a:normAutofit fontScale="90000"/>
          </a:bodyPr>
          <a:lstStyle/>
          <a:p>
            <a:r>
              <a:rPr lang="en-US" dirty="0">
                <a:latin typeface="Arial" panose="020B0604020202020204" pitchFamily="34" charset="0"/>
                <a:cs typeface="Arial" panose="020B0604020202020204" pitchFamily="34" charset="0"/>
              </a:rPr>
              <a:t>Asynchronous/Synchronous Message Passing</a:t>
            </a:r>
            <a:endParaRPr lang="en-PK" dirty="0">
              <a:latin typeface="Arial" panose="020B0604020202020204" pitchFamily="34" charset="0"/>
              <a:cs typeface="Arial" panose="020B0604020202020204" pitchFamily="34" charset="0"/>
            </a:endParaRPr>
          </a:p>
        </p:txBody>
      </p:sp>
      <p:graphicFrame>
        <p:nvGraphicFramePr>
          <p:cNvPr id="58" name="Content Placeholder 5">
            <a:extLst>
              <a:ext uri="{FF2B5EF4-FFF2-40B4-BE49-F238E27FC236}">
                <a16:creationId xmlns:a16="http://schemas.microsoft.com/office/drawing/2014/main" id="{62EBE4C3-4895-7A8B-067D-C33C66E91FC6}"/>
              </a:ext>
            </a:extLst>
          </p:cNvPr>
          <p:cNvGraphicFramePr>
            <a:graphicFrameLocks noGrp="1"/>
          </p:cNvGraphicFramePr>
          <p:nvPr>
            <p:ph idx="1"/>
          </p:nvPr>
        </p:nvGraphicFramePr>
        <p:xfrm>
          <a:off x="828675" y="2606674"/>
          <a:ext cx="10236592" cy="36915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864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100">
                <a:latin typeface="Arial" panose="020B0604020202020204" pitchFamily="34" charset="0"/>
                <a:cs typeface="Arial" panose="020B0604020202020204" pitchFamily="34" charset="0"/>
              </a:rPr>
              <a:t>Synchronous Message Passing</a:t>
            </a:r>
            <a:endParaRPr lang="en-PK" sz="3100">
              <a:latin typeface="Arial" panose="020B0604020202020204" pitchFamily="34" charset="0"/>
              <a:cs typeface="Arial" panose="020B0604020202020204" pitchFamily="34" charset="0"/>
            </a:endParaRPr>
          </a:p>
        </p:txBody>
      </p:sp>
      <p:graphicFrame>
        <p:nvGraphicFramePr>
          <p:cNvPr id="47" name="Content Placeholder 4">
            <a:extLst>
              <a:ext uri="{FF2B5EF4-FFF2-40B4-BE49-F238E27FC236}">
                <a16:creationId xmlns:a16="http://schemas.microsoft.com/office/drawing/2014/main" id="{AE5B9F51-CA14-5AA0-3293-ACCAF2994CF2}"/>
              </a:ext>
            </a:extLst>
          </p:cNvPr>
          <p:cNvGraphicFramePr>
            <a:graphicFrameLocks noGrp="1"/>
          </p:cNvGraphicFramePr>
          <p:nvPr>
            <p:ph idx="1"/>
            <p:extLst>
              <p:ext uri="{D42A27DB-BD31-4B8C-83A1-F6EECF244321}">
                <p14:modId xmlns:p14="http://schemas.microsoft.com/office/powerpoint/2010/main" val="33276129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21603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493160"/>
            <a:ext cx="10515600" cy="1150705"/>
          </a:xfrm>
        </p:spPr>
        <p:txBody>
          <a:bodyPr>
            <a:norm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Synchronous Message Passing</a:t>
            </a:r>
            <a:endParaRPr lang="en-PK" sz="72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2052" name="Picture 4">
            <a:extLst>
              <a:ext uri="{FF2B5EF4-FFF2-40B4-BE49-F238E27FC236}">
                <a16:creationId xmlns:a16="http://schemas.microsoft.com/office/drawing/2014/main" id="{3B76351A-B753-9634-D1F6-A308087FAA72}"/>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838200" y="2630011"/>
            <a:ext cx="10515600" cy="2834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839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354458"/>
            <a:ext cx="10515600" cy="1320231"/>
          </a:xfrm>
        </p:spPr>
        <p:txBody>
          <a:bodyPr>
            <a:norm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Asynchronous Message Passing</a:t>
            </a:r>
            <a:endParaRPr lang="en-PK" sz="72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B7BB9C4D-DF65-A8A4-D9CA-A1EE49A0D984}"/>
              </a:ext>
            </a:extLst>
          </p:cNvPr>
          <p:cNvGraphicFramePr>
            <a:graphicFrameLocks noGrp="1"/>
          </p:cNvGraphicFramePr>
          <p:nvPr>
            <p:ph idx="1"/>
            <p:extLst>
              <p:ext uri="{D42A27DB-BD31-4B8C-83A1-F6EECF244321}">
                <p14:modId xmlns:p14="http://schemas.microsoft.com/office/powerpoint/2010/main" val="3366689081"/>
              </p:ext>
            </p:extLst>
          </p:nvPr>
        </p:nvGraphicFramePr>
        <p:xfrm>
          <a:off x="838200" y="1448656"/>
          <a:ext cx="10515600" cy="505488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92352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2800" dirty="0">
                <a:latin typeface="Arial" panose="020B0604020202020204" pitchFamily="34" charset="0"/>
                <a:cs typeface="Arial" panose="020B0604020202020204" pitchFamily="34" charset="0"/>
              </a:rPr>
              <a:t>Asynchronous Message Passing</a:t>
            </a:r>
            <a:endParaRPr lang="en-PK" sz="2800" dirty="0">
              <a:latin typeface="Arial" panose="020B0604020202020204" pitchFamily="34" charset="0"/>
              <a:cs typeface="Arial" panose="020B0604020202020204" pitchFamily="34" charset="0"/>
            </a:endParaRPr>
          </a:p>
        </p:txBody>
      </p:sp>
      <p:graphicFrame>
        <p:nvGraphicFramePr>
          <p:cNvPr id="47" name="Content Placeholder 2">
            <a:extLst>
              <a:ext uri="{FF2B5EF4-FFF2-40B4-BE49-F238E27FC236}">
                <a16:creationId xmlns:a16="http://schemas.microsoft.com/office/drawing/2014/main" id="{98052E89-933E-1F81-5F74-594C2F5CE3DD}"/>
              </a:ext>
            </a:extLst>
          </p:cNvPr>
          <p:cNvGraphicFramePr>
            <a:graphicFrameLocks noGrp="1"/>
          </p:cNvGraphicFramePr>
          <p:nvPr>
            <p:ph idx="1"/>
            <p:extLst>
              <p:ext uri="{D42A27DB-BD31-4B8C-83A1-F6EECF244321}">
                <p14:modId xmlns:p14="http://schemas.microsoft.com/office/powerpoint/2010/main" val="184144815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67039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10515600" cy="1166245"/>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Asynchronous Message Passing</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3078" name="Picture 6">
            <a:extLst>
              <a:ext uri="{FF2B5EF4-FFF2-40B4-BE49-F238E27FC236}">
                <a16:creationId xmlns:a16="http://schemas.microsoft.com/office/drawing/2014/main" id="{CC85D88A-BA8A-7E0E-6008-8711C4FC07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6304" y="2411416"/>
            <a:ext cx="7979391" cy="3281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776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Benefits of the Message Passing Interface</a:t>
            </a:r>
          </a:p>
        </p:txBody>
      </p:sp>
    </p:spTree>
    <p:extLst>
      <p:ext uri="{BB962C8B-B14F-4D97-AF65-F5344CB8AC3E}">
        <p14:creationId xmlns:p14="http://schemas.microsoft.com/office/powerpoint/2010/main" val="1929257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411627214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11328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t>Benefits of the Message Passing Interface</a:t>
            </a:r>
          </a:p>
        </p:txBody>
      </p:sp>
      <p:graphicFrame>
        <p:nvGraphicFramePr>
          <p:cNvPr id="36" name="Content Placeholder 4">
            <a:extLst>
              <a:ext uri="{FF2B5EF4-FFF2-40B4-BE49-F238E27FC236}">
                <a16:creationId xmlns:a16="http://schemas.microsoft.com/office/drawing/2014/main" id="{858D2656-A2D8-8AD8-C5A3-02F5B6156E5F}"/>
              </a:ext>
            </a:extLst>
          </p:cNvPr>
          <p:cNvGraphicFramePr>
            <a:graphicFrameLocks noGrp="1"/>
          </p:cNvGraphicFramePr>
          <p:nvPr>
            <p:ph idx="1"/>
            <p:extLst>
              <p:ext uri="{D42A27DB-BD31-4B8C-83A1-F6EECF244321}">
                <p14:modId xmlns:p14="http://schemas.microsoft.com/office/powerpoint/2010/main" val="1917035022"/>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835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870BB9B9-FA93-4242-9089-5F498115F947}"/>
                                            </p:graphicEl>
                                          </p:spTgt>
                                        </p:tgtEl>
                                        <p:attrNameLst>
                                          <p:attrName>style.visibility</p:attrName>
                                        </p:attrNameLst>
                                      </p:cBhvr>
                                      <p:to>
                                        <p:strVal val="visible"/>
                                      </p:to>
                                    </p:set>
                                    <p:anim calcmode="lin" valueType="num">
                                      <p:cBhvr additive="base">
                                        <p:cTn id="7" dur="500" fill="hold"/>
                                        <p:tgtEl>
                                          <p:spTgt spid="36">
                                            <p:graphicEl>
                                              <a:dgm id="{870BB9B9-FA93-4242-9089-5F498115F947}"/>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870BB9B9-FA93-4242-9089-5F498115F947}"/>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E6114FD0-E22B-4410-91E1-749E9CEF95E9}"/>
                                            </p:graphicEl>
                                          </p:spTgt>
                                        </p:tgtEl>
                                        <p:attrNameLst>
                                          <p:attrName>style.visibility</p:attrName>
                                        </p:attrNameLst>
                                      </p:cBhvr>
                                      <p:to>
                                        <p:strVal val="visible"/>
                                      </p:to>
                                    </p:set>
                                    <p:anim calcmode="lin" valueType="num">
                                      <p:cBhvr additive="base">
                                        <p:cTn id="11" dur="500" fill="hold"/>
                                        <p:tgtEl>
                                          <p:spTgt spid="36">
                                            <p:graphicEl>
                                              <a:dgm id="{E6114FD0-E22B-4410-91E1-749E9CEF95E9}"/>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E6114FD0-E22B-4410-91E1-749E9CEF95E9}"/>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D8321D15-C4C4-422C-A51A-EF66D512354B}"/>
                                            </p:graphicEl>
                                          </p:spTgt>
                                        </p:tgtEl>
                                        <p:attrNameLst>
                                          <p:attrName>style.visibility</p:attrName>
                                        </p:attrNameLst>
                                      </p:cBhvr>
                                      <p:to>
                                        <p:strVal val="visible"/>
                                      </p:to>
                                    </p:set>
                                    <p:anim calcmode="lin" valueType="num">
                                      <p:cBhvr additive="base">
                                        <p:cTn id="17" dur="500" fill="hold"/>
                                        <p:tgtEl>
                                          <p:spTgt spid="36">
                                            <p:graphicEl>
                                              <a:dgm id="{D8321D15-C4C4-422C-A51A-EF66D512354B}"/>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D8321D15-C4C4-422C-A51A-EF66D512354B}"/>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3A4C4070-4BB9-45B4-A9C2-D4E65EA740FD}"/>
                                            </p:graphicEl>
                                          </p:spTgt>
                                        </p:tgtEl>
                                        <p:attrNameLst>
                                          <p:attrName>style.visibility</p:attrName>
                                        </p:attrNameLst>
                                      </p:cBhvr>
                                      <p:to>
                                        <p:strVal val="visible"/>
                                      </p:to>
                                    </p:set>
                                    <p:anim calcmode="lin" valueType="num">
                                      <p:cBhvr additive="base">
                                        <p:cTn id="21" dur="500" fill="hold"/>
                                        <p:tgtEl>
                                          <p:spTgt spid="36">
                                            <p:graphicEl>
                                              <a:dgm id="{3A4C4070-4BB9-45B4-A9C2-D4E65EA740F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3A4C4070-4BB9-45B4-A9C2-D4E65EA740F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lvlOne"/>
        </p:bldSub>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452063"/>
            <a:ext cx="10348146" cy="1263721"/>
          </a:xfrm>
        </p:spPr>
        <p:txBody>
          <a:bodyPr anchor="t">
            <a:normAutofit fontScale="90000"/>
          </a:bodyPr>
          <a:lstStyle/>
          <a:p>
            <a:r>
              <a:rPr lang="en-US" i="0" dirty="0">
                <a:solidFill>
                  <a:schemeClr val="tx2"/>
                </a:solidFill>
                <a:effectLst/>
                <a:latin typeface="Times New Roman" panose="02020603050405020304" pitchFamily="18" charset="0"/>
              </a:rPr>
              <a:t>Benefits of the Message Passing Interface </a:t>
            </a:r>
            <a:r>
              <a:rPr lang="en-US" i="0" dirty="0" err="1">
                <a:solidFill>
                  <a:schemeClr val="tx2"/>
                </a:solidFill>
                <a:effectLst/>
                <a:latin typeface="Times New Roman" panose="02020603050405020304" pitchFamily="18" charset="0"/>
              </a:rPr>
              <a:t>Cont</a:t>
            </a:r>
            <a:r>
              <a:rPr lang="en-US" i="0" dirty="0">
                <a:solidFill>
                  <a:schemeClr val="tx2"/>
                </a:solidFill>
                <a:effectLst/>
                <a:latin typeface="Times New Roman" panose="02020603050405020304" pitchFamily="18" charset="0"/>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47" name="Content Placeholder 3">
            <a:extLst>
              <a:ext uri="{FF2B5EF4-FFF2-40B4-BE49-F238E27FC236}">
                <a16:creationId xmlns:a16="http://schemas.microsoft.com/office/drawing/2014/main" id="{A20B3807-12EF-35DB-6FF0-91E27CC294AF}"/>
              </a:ext>
            </a:extLst>
          </p:cNvPr>
          <p:cNvGraphicFramePr>
            <a:graphicFrameLocks noGrp="1"/>
          </p:cNvGraphicFramePr>
          <p:nvPr>
            <p:ph idx="1"/>
            <p:extLst>
              <p:ext uri="{D42A27DB-BD31-4B8C-83A1-F6EECF244321}">
                <p14:modId xmlns:p14="http://schemas.microsoft.com/office/powerpoint/2010/main" val="2912924726"/>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3337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18B47978-0A6B-474A-BE2B-BCCE75928CA8}"/>
                                            </p:graphicEl>
                                          </p:spTgt>
                                        </p:tgtEl>
                                        <p:attrNameLst>
                                          <p:attrName>style.visibility</p:attrName>
                                        </p:attrNameLst>
                                      </p:cBhvr>
                                      <p:to>
                                        <p:strVal val="visible"/>
                                      </p:to>
                                    </p:set>
                                    <p:anim calcmode="lin" valueType="num">
                                      <p:cBhvr additive="base">
                                        <p:cTn id="7" dur="500" fill="hold"/>
                                        <p:tgtEl>
                                          <p:spTgt spid="47">
                                            <p:graphicEl>
                                              <a:dgm id="{18B47978-0A6B-474A-BE2B-BCCE75928CA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18B47978-0A6B-474A-BE2B-BCCE75928CA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C0430415-196E-41E1-93B9-F8A31BAE09ED}"/>
                                            </p:graphicEl>
                                          </p:spTgt>
                                        </p:tgtEl>
                                        <p:attrNameLst>
                                          <p:attrName>style.visibility</p:attrName>
                                        </p:attrNameLst>
                                      </p:cBhvr>
                                      <p:to>
                                        <p:strVal val="visible"/>
                                      </p:to>
                                    </p:set>
                                    <p:anim calcmode="lin" valueType="num">
                                      <p:cBhvr additive="base">
                                        <p:cTn id="11" dur="500" fill="hold"/>
                                        <p:tgtEl>
                                          <p:spTgt spid="47">
                                            <p:graphicEl>
                                              <a:dgm id="{C0430415-196E-41E1-93B9-F8A31BAE09ED}"/>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C0430415-196E-41E1-93B9-F8A31BAE09ED}"/>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6ADB37E2-F549-4BD8-A766-23261AC8F25A}"/>
                                            </p:graphicEl>
                                          </p:spTgt>
                                        </p:tgtEl>
                                        <p:attrNameLst>
                                          <p:attrName>style.visibility</p:attrName>
                                        </p:attrNameLst>
                                      </p:cBhvr>
                                      <p:to>
                                        <p:strVal val="visible"/>
                                      </p:to>
                                    </p:set>
                                    <p:anim calcmode="lin" valueType="num">
                                      <p:cBhvr additive="base">
                                        <p:cTn id="17" dur="500" fill="hold"/>
                                        <p:tgtEl>
                                          <p:spTgt spid="47">
                                            <p:graphicEl>
                                              <a:dgm id="{6ADB37E2-F549-4BD8-A766-23261AC8F25A}"/>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6ADB37E2-F549-4BD8-A766-23261AC8F25A}"/>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C966762B-2478-4B9B-88BE-CCAAC91D1E67}"/>
                                            </p:graphicEl>
                                          </p:spTgt>
                                        </p:tgtEl>
                                        <p:attrNameLst>
                                          <p:attrName>style.visibility</p:attrName>
                                        </p:attrNameLst>
                                      </p:cBhvr>
                                      <p:to>
                                        <p:strVal val="visible"/>
                                      </p:to>
                                    </p:set>
                                    <p:anim calcmode="lin" valueType="num">
                                      <p:cBhvr additive="base">
                                        <p:cTn id="21" dur="500" fill="hold"/>
                                        <p:tgtEl>
                                          <p:spTgt spid="47">
                                            <p:graphicEl>
                                              <a:dgm id="{C966762B-2478-4B9B-88BE-CCAAC91D1E67}"/>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C966762B-2478-4B9B-88BE-CCAAC91D1E6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750013" y="359461"/>
            <a:ext cx="10436334" cy="1356323"/>
          </a:xfrm>
        </p:spPr>
        <p:txBody>
          <a:bodyPr anchor="t">
            <a:normAutofit fontScale="90000"/>
          </a:bodyPr>
          <a:lstStyle/>
          <a:p>
            <a:r>
              <a:rPr lang="en-US" i="0" dirty="0">
                <a:solidFill>
                  <a:schemeClr val="tx2"/>
                </a:solidFill>
                <a:effectLst/>
                <a:latin typeface="Times New Roman" panose="02020603050405020304" pitchFamily="18" charset="0"/>
              </a:rPr>
              <a:t>Benefits of the Message Passing Interface </a:t>
            </a:r>
            <a:r>
              <a:rPr lang="en-US" i="0" dirty="0" err="1">
                <a:solidFill>
                  <a:schemeClr val="tx2"/>
                </a:solidFill>
                <a:effectLst/>
                <a:latin typeface="Times New Roman" panose="02020603050405020304" pitchFamily="18" charset="0"/>
              </a:rPr>
              <a:t>Cont</a:t>
            </a:r>
            <a:r>
              <a:rPr lang="en-US" i="0" dirty="0">
                <a:solidFill>
                  <a:schemeClr val="tx2"/>
                </a:solidFill>
                <a:effectLst/>
                <a:latin typeface="Times New Roman" panose="02020603050405020304" pitchFamily="18" charset="0"/>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47" name="Content Placeholder 3">
            <a:extLst>
              <a:ext uri="{FF2B5EF4-FFF2-40B4-BE49-F238E27FC236}">
                <a16:creationId xmlns:a16="http://schemas.microsoft.com/office/drawing/2014/main" id="{A20B3807-12EF-35DB-6FF0-91E27CC294AF}"/>
              </a:ext>
            </a:extLst>
          </p:cNvPr>
          <p:cNvGraphicFramePr>
            <a:graphicFrameLocks noGrp="1"/>
          </p:cNvGraphicFramePr>
          <p:nvPr>
            <p:ph idx="1"/>
            <p:extLst>
              <p:ext uri="{D42A27DB-BD31-4B8C-83A1-F6EECF244321}">
                <p14:modId xmlns:p14="http://schemas.microsoft.com/office/powerpoint/2010/main" val="1568641147"/>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5978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EDFBC2B4-AE1E-4330-A430-5523264CC8F0}"/>
                                            </p:graphicEl>
                                          </p:spTgt>
                                        </p:tgtEl>
                                        <p:attrNameLst>
                                          <p:attrName>style.visibility</p:attrName>
                                        </p:attrNameLst>
                                      </p:cBhvr>
                                      <p:to>
                                        <p:strVal val="visible"/>
                                      </p:to>
                                    </p:set>
                                    <p:anim calcmode="lin" valueType="num">
                                      <p:cBhvr additive="base">
                                        <p:cTn id="7" dur="500" fill="hold"/>
                                        <p:tgtEl>
                                          <p:spTgt spid="47">
                                            <p:graphicEl>
                                              <a:dgm id="{EDFBC2B4-AE1E-4330-A430-5523264CC8F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EDFBC2B4-AE1E-4330-A430-5523264CC8F0}"/>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694EA1F0-BC51-4C73-B139-7C8B29273C8C}"/>
                                            </p:graphicEl>
                                          </p:spTgt>
                                        </p:tgtEl>
                                        <p:attrNameLst>
                                          <p:attrName>style.visibility</p:attrName>
                                        </p:attrNameLst>
                                      </p:cBhvr>
                                      <p:to>
                                        <p:strVal val="visible"/>
                                      </p:to>
                                    </p:set>
                                    <p:anim calcmode="lin" valueType="num">
                                      <p:cBhvr additive="base">
                                        <p:cTn id="11" dur="500" fill="hold"/>
                                        <p:tgtEl>
                                          <p:spTgt spid="47">
                                            <p:graphicEl>
                                              <a:dgm id="{694EA1F0-BC51-4C73-B139-7C8B29273C8C}"/>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694EA1F0-BC51-4C73-B139-7C8B29273C8C}"/>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7E54F674-1DE4-4C28-B617-2AC97DE62FFA}"/>
                                            </p:graphicEl>
                                          </p:spTgt>
                                        </p:tgtEl>
                                        <p:attrNameLst>
                                          <p:attrName>style.visibility</p:attrName>
                                        </p:attrNameLst>
                                      </p:cBhvr>
                                      <p:to>
                                        <p:strVal val="visible"/>
                                      </p:to>
                                    </p:set>
                                    <p:anim calcmode="lin" valueType="num">
                                      <p:cBhvr additive="base">
                                        <p:cTn id="17" dur="500" fill="hold"/>
                                        <p:tgtEl>
                                          <p:spTgt spid="47">
                                            <p:graphicEl>
                                              <a:dgm id="{7E54F674-1DE4-4C28-B617-2AC97DE62FFA}"/>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7E54F674-1DE4-4C28-B617-2AC97DE62FFA}"/>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DE1CBD9C-0952-45B4-966D-9CBB5CC75558}"/>
                                            </p:graphicEl>
                                          </p:spTgt>
                                        </p:tgtEl>
                                        <p:attrNameLst>
                                          <p:attrName>style.visibility</p:attrName>
                                        </p:attrNameLst>
                                      </p:cBhvr>
                                      <p:to>
                                        <p:strVal val="visible"/>
                                      </p:to>
                                    </p:set>
                                    <p:anim calcmode="lin" valueType="num">
                                      <p:cBhvr additive="base">
                                        <p:cTn id="21" dur="500" fill="hold"/>
                                        <p:tgtEl>
                                          <p:spTgt spid="47">
                                            <p:graphicEl>
                                              <a:dgm id="{DE1CBD9C-0952-45B4-966D-9CBB5CC75558}"/>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DE1CBD9C-0952-45B4-966D-9CBB5CC75558}"/>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2368</TotalTime>
  <Words>1929</Words>
  <Application>Microsoft Office PowerPoint</Application>
  <PresentationFormat>Widescreen</PresentationFormat>
  <Paragraphs>246</Paragraphs>
  <Slides>46</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ＭＳ Ｐゴシック</vt:lpstr>
      <vt:lpstr>Arial</vt:lpstr>
      <vt:lpstr>Avenir Next LT Pro</vt:lpstr>
      <vt:lpstr>AvenirNext LT Pro Medium</vt:lpstr>
      <vt:lpstr>Calibri</vt:lpstr>
      <vt:lpstr>Consolas</vt:lpstr>
      <vt:lpstr>Lucida Grande</vt:lpstr>
      <vt:lpstr>Times New Roman</vt:lpstr>
      <vt:lpstr>Wingdings</vt:lpstr>
      <vt:lpstr>BlockprintVTI</vt:lpstr>
      <vt:lpstr>CS621 Parallel and Distributed Computing</vt:lpstr>
      <vt:lpstr>CS621 Parallel and Distributed Computing</vt:lpstr>
      <vt:lpstr>Objectives</vt:lpstr>
      <vt:lpstr>Introduction to Message Passing</vt:lpstr>
      <vt:lpstr>Message Passing Model</vt:lpstr>
      <vt:lpstr>Message Passing Model Cont…</vt:lpstr>
      <vt:lpstr>Message Passing Model Cont…</vt:lpstr>
      <vt:lpstr>Message Passing Model Cont…</vt:lpstr>
      <vt:lpstr>CS621 Parallel and Distributed Computing</vt:lpstr>
      <vt:lpstr>Objectives</vt:lpstr>
      <vt:lpstr>Message Passing Interface </vt:lpstr>
      <vt:lpstr>Message Passing Interface Cont…</vt:lpstr>
      <vt:lpstr>Message Passing Interface Cont…</vt:lpstr>
      <vt:lpstr>History and Versions of MPI</vt:lpstr>
      <vt:lpstr>History and Versions of MPI Cont…</vt:lpstr>
      <vt:lpstr>CS621 Parallel and Distributed Computing</vt:lpstr>
      <vt:lpstr>Objectives</vt:lpstr>
      <vt:lpstr>Library Interface</vt:lpstr>
      <vt:lpstr>Library Interface Cont…</vt:lpstr>
      <vt:lpstr>Library Interface Cont…</vt:lpstr>
      <vt:lpstr>How big is the MPI library?</vt:lpstr>
      <vt:lpstr>Where to get MPI library?</vt:lpstr>
      <vt:lpstr>MPI Basics</vt:lpstr>
      <vt:lpstr>Skeleton MPI Program</vt:lpstr>
      <vt:lpstr>MPI Program Example</vt:lpstr>
      <vt:lpstr>CS621 Parallel and Distributed Computing</vt:lpstr>
      <vt:lpstr>Objectives</vt:lpstr>
      <vt:lpstr>Message Passing Programming</vt:lpstr>
      <vt:lpstr>Message Passing Programming Cont…</vt:lpstr>
      <vt:lpstr>Message Passing Programming Modes</vt:lpstr>
      <vt:lpstr>Message Passing Programming Modes Cont…</vt:lpstr>
      <vt:lpstr>Message Passing Programming Modes Cont…</vt:lpstr>
      <vt:lpstr>Message Passing Programming Modes Cont…</vt:lpstr>
      <vt:lpstr>CS621 Parallel and Distributed Computing</vt:lpstr>
      <vt:lpstr>Objectives</vt:lpstr>
      <vt:lpstr>Asynchronous/Synchronous Message Passing</vt:lpstr>
      <vt:lpstr>Synchronous Message Passing</vt:lpstr>
      <vt:lpstr>Synchronous Message Passing</vt:lpstr>
      <vt:lpstr>Asynchronous Message Passing</vt:lpstr>
      <vt:lpstr>Asynchronous Message Passing</vt:lpstr>
      <vt:lpstr>Asynchronous Message Passing</vt:lpstr>
      <vt:lpstr>CS621 Parallel and Distributed Computing</vt:lpstr>
      <vt:lpstr>Objectives</vt:lpstr>
      <vt:lpstr>Benefits of the Message Passing Interface</vt:lpstr>
      <vt:lpstr>Benefits of the Message Passing Interface Cont…</vt:lpstr>
      <vt:lpstr>Benefits of the Message Passing Interface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Academics 1</dc:creator>
  <cp:lastModifiedBy>Muhammad Anwaar Saeed</cp:lastModifiedBy>
  <cp:revision>1078</cp:revision>
  <dcterms:created xsi:type="dcterms:W3CDTF">2022-12-26T05:14:17Z</dcterms:created>
  <dcterms:modified xsi:type="dcterms:W3CDTF">2023-06-13T08:42:37Z</dcterms:modified>
</cp:coreProperties>
</file>