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6.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7.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8.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9.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4.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62"/>
  </p:notesMasterIdLst>
  <p:sldIdLst>
    <p:sldId id="381" r:id="rId2"/>
    <p:sldId id="318" r:id="rId3"/>
    <p:sldId id="319" r:id="rId4"/>
    <p:sldId id="338" r:id="rId5"/>
    <p:sldId id="350" r:id="rId6"/>
    <p:sldId id="348" r:id="rId7"/>
    <p:sldId id="340" r:id="rId8"/>
    <p:sldId id="341" r:id="rId9"/>
    <p:sldId id="335" r:id="rId10"/>
    <p:sldId id="352" r:id="rId11"/>
    <p:sldId id="351" r:id="rId12"/>
    <p:sldId id="295" r:id="rId13"/>
    <p:sldId id="320" r:id="rId14"/>
    <p:sldId id="339" r:id="rId15"/>
    <p:sldId id="292" r:id="rId16"/>
    <p:sldId id="353" r:id="rId17"/>
    <p:sldId id="297" r:id="rId18"/>
    <p:sldId id="322" r:id="rId19"/>
    <p:sldId id="323" r:id="rId20"/>
    <p:sldId id="278" r:id="rId21"/>
    <p:sldId id="293" r:id="rId22"/>
    <p:sldId id="354" r:id="rId23"/>
    <p:sldId id="324" r:id="rId24"/>
    <p:sldId id="383" r:id="rId25"/>
    <p:sldId id="288" r:id="rId26"/>
    <p:sldId id="305" r:id="rId27"/>
    <p:sldId id="355" r:id="rId28"/>
    <p:sldId id="356" r:id="rId29"/>
    <p:sldId id="357" r:id="rId30"/>
    <p:sldId id="326" r:id="rId31"/>
    <p:sldId id="327" r:id="rId32"/>
    <p:sldId id="300" r:id="rId33"/>
    <p:sldId id="365" r:id="rId34"/>
    <p:sldId id="358" r:id="rId35"/>
    <p:sldId id="301" r:id="rId36"/>
    <p:sldId id="360" r:id="rId37"/>
    <p:sldId id="359" r:id="rId38"/>
    <p:sldId id="328" r:id="rId39"/>
    <p:sldId id="334" r:id="rId40"/>
    <p:sldId id="290" r:id="rId41"/>
    <p:sldId id="306" r:id="rId42"/>
    <p:sldId id="366" r:id="rId43"/>
    <p:sldId id="367" r:id="rId44"/>
    <p:sldId id="368" r:id="rId45"/>
    <p:sldId id="369" r:id="rId46"/>
    <p:sldId id="370" r:id="rId47"/>
    <p:sldId id="371" r:id="rId48"/>
    <p:sldId id="372" r:id="rId49"/>
    <p:sldId id="374" r:id="rId50"/>
    <p:sldId id="375" r:id="rId51"/>
    <p:sldId id="342" r:id="rId52"/>
    <p:sldId id="376" r:id="rId53"/>
    <p:sldId id="344" r:id="rId54"/>
    <p:sldId id="377" r:id="rId55"/>
    <p:sldId id="378" r:id="rId56"/>
    <p:sldId id="361" r:id="rId57"/>
    <p:sldId id="362" r:id="rId58"/>
    <p:sldId id="363" r:id="rId59"/>
    <p:sldId id="379" r:id="rId60"/>
    <p:sldId id="380"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25F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3792" autoAdjust="0"/>
  </p:normalViewPr>
  <p:slideViewPr>
    <p:cSldViewPr snapToGrid="0">
      <p:cViewPr varScale="1">
        <p:scale>
          <a:sx n="107" d="100"/>
          <a:sy n="107" d="100"/>
        </p:scale>
        <p:origin x="76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Concept of Replication of Data.</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 Replication as Scaling Technique.</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custScaleX="109307">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1E0A79-11B7-4A6D-BF59-6654BD8A0862}"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PK"/>
        </a:p>
      </dgm:t>
    </dgm:pt>
    <dgm:pt modelId="{C9A859CE-C48B-4EDA-AB8B-BED52DF0C903}">
      <dgm:prSet/>
      <dgm:spPr/>
      <dgm:t>
        <a:bodyPr/>
        <a:lstStyle/>
        <a:p>
          <a:r>
            <a:rPr lang="en-US" b="0" i="0" dirty="0"/>
            <a:t>Data are replicated to increase the reliability of a system.</a:t>
          </a:r>
          <a:endParaRPr lang="en-PK" dirty="0"/>
        </a:p>
      </dgm:t>
    </dgm:pt>
    <dgm:pt modelId="{253F41BA-DE9E-4EB3-B0C2-A41147FF297A}" type="parTrans" cxnId="{3F66FF93-5EA3-443F-9B77-732E35230528}">
      <dgm:prSet/>
      <dgm:spPr/>
      <dgm:t>
        <a:bodyPr/>
        <a:lstStyle/>
        <a:p>
          <a:endParaRPr lang="en-PK"/>
        </a:p>
      </dgm:t>
    </dgm:pt>
    <dgm:pt modelId="{7F119B6F-2A21-4864-B59F-FE097C6089BD}" type="sibTrans" cxnId="{3F66FF93-5EA3-443F-9B77-732E35230528}">
      <dgm:prSet/>
      <dgm:spPr/>
      <dgm:t>
        <a:bodyPr/>
        <a:lstStyle/>
        <a:p>
          <a:endParaRPr lang="en-PK"/>
        </a:p>
      </dgm:t>
    </dgm:pt>
    <dgm:pt modelId="{4C2CA0E3-03D5-4123-A00F-59516051D732}">
      <dgm:prSet/>
      <dgm:spPr/>
      <dgm:t>
        <a:bodyPr/>
        <a:lstStyle/>
        <a:p>
          <a:r>
            <a:rPr lang="en-US" b="0" i="0"/>
            <a:t>Replication for performance:</a:t>
          </a:r>
          <a:endParaRPr lang="en-PK"/>
        </a:p>
      </dgm:t>
    </dgm:pt>
    <dgm:pt modelId="{1C7619BA-8A8B-429A-B673-D06A5535930D}" type="parTrans" cxnId="{8FB45257-95B0-4E9D-AD84-77770772BA5F}">
      <dgm:prSet/>
      <dgm:spPr/>
      <dgm:t>
        <a:bodyPr/>
        <a:lstStyle/>
        <a:p>
          <a:endParaRPr lang="en-PK"/>
        </a:p>
      </dgm:t>
    </dgm:pt>
    <dgm:pt modelId="{08469C82-B346-445B-86B9-ADBC802BB9FB}" type="sibTrans" cxnId="{8FB45257-95B0-4E9D-AD84-77770772BA5F}">
      <dgm:prSet/>
      <dgm:spPr/>
      <dgm:t>
        <a:bodyPr/>
        <a:lstStyle/>
        <a:p>
          <a:endParaRPr lang="en-PK"/>
        </a:p>
      </dgm:t>
    </dgm:pt>
    <dgm:pt modelId="{08391E6C-2944-4433-9661-A79DB2F1E0CE}">
      <dgm:prSet/>
      <dgm:spPr/>
      <dgm:t>
        <a:bodyPr/>
        <a:lstStyle/>
        <a:p>
          <a:r>
            <a:rPr lang="en-US" b="0" i="0" dirty="0"/>
            <a:t>Scaling in numbers.</a:t>
          </a:r>
          <a:endParaRPr lang="en-PK" dirty="0"/>
        </a:p>
      </dgm:t>
    </dgm:pt>
    <dgm:pt modelId="{7C673602-CCDD-4024-A25F-7B06CE6201DA}" type="parTrans" cxnId="{392A69EA-84D0-45B0-BFD8-60459EA10434}">
      <dgm:prSet/>
      <dgm:spPr/>
      <dgm:t>
        <a:bodyPr/>
        <a:lstStyle/>
        <a:p>
          <a:endParaRPr lang="en-PK"/>
        </a:p>
      </dgm:t>
    </dgm:pt>
    <dgm:pt modelId="{A87B059A-7644-48FA-8231-FF1FAE5FC21F}" type="sibTrans" cxnId="{392A69EA-84D0-45B0-BFD8-60459EA10434}">
      <dgm:prSet/>
      <dgm:spPr/>
      <dgm:t>
        <a:bodyPr/>
        <a:lstStyle/>
        <a:p>
          <a:endParaRPr lang="en-PK"/>
        </a:p>
      </dgm:t>
    </dgm:pt>
    <dgm:pt modelId="{2FCF6223-842D-4BA8-B404-6AB849D5E2B5}">
      <dgm:prSet/>
      <dgm:spPr/>
      <dgm:t>
        <a:bodyPr/>
        <a:lstStyle/>
        <a:p>
          <a:r>
            <a:rPr lang="en-US" b="0" i="0"/>
            <a:t>Scaling in geographical area.</a:t>
          </a:r>
          <a:endParaRPr lang="en-PK"/>
        </a:p>
      </dgm:t>
    </dgm:pt>
    <dgm:pt modelId="{1D97C721-3F12-4F03-B44B-815712151F13}" type="parTrans" cxnId="{3AC6A7E3-AF6C-4457-B5F8-DAE52E11F292}">
      <dgm:prSet/>
      <dgm:spPr/>
      <dgm:t>
        <a:bodyPr/>
        <a:lstStyle/>
        <a:p>
          <a:endParaRPr lang="en-PK"/>
        </a:p>
      </dgm:t>
    </dgm:pt>
    <dgm:pt modelId="{2B4F6277-DED5-4D27-AF74-9E6370A41E94}" type="sibTrans" cxnId="{3AC6A7E3-AF6C-4457-B5F8-DAE52E11F292}">
      <dgm:prSet/>
      <dgm:spPr/>
      <dgm:t>
        <a:bodyPr/>
        <a:lstStyle/>
        <a:p>
          <a:endParaRPr lang="en-PK"/>
        </a:p>
      </dgm:t>
    </dgm:pt>
    <dgm:pt modelId="{7969B328-EB1C-4FEB-BD6A-C8F063DE0DD6}">
      <dgm:prSet/>
      <dgm:spPr/>
      <dgm:t>
        <a:bodyPr/>
        <a:lstStyle/>
        <a:p>
          <a:r>
            <a:rPr lang="en-US" b="0" i="0" dirty="0"/>
            <a:t>Replicas allows remote sites to continue working in the event of local failures. </a:t>
          </a:r>
          <a:endParaRPr lang="en-PK" dirty="0"/>
        </a:p>
      </dgm:t>
    </dgm:pt>
    <dgm:pt modelId="{8B16832F-8A4E-4919-A82B-1C3061F77006}" type="parTrans" cxnId="{E3A5CFAC-0C41-4B60-84FC-E37FB9F9B405}">
      <dgm:prSet/>
      <dgm:spPr/>
      <dgm:t>
        <a:bodyPr/>
        <a:lstStyle/>
        <a:p>
          <a:endParaRPr lang="en-PK"/>
        </a:p>
      </dgm:t>
    </dgm:pt>
    <dgm:pt modelId="{D7EF0644-BE5B-4B1A-AF78-41B871B6FD8C}" type="sibTrans" cxnId="{E3A5CFAC-0C41-4B60-84FC-E37FB9F9B405}">
      <dgm:prSet/>
      <dgm:spPr/>
      <dgm:t>
        <a:bodyPr/>
        <a:lstStyle/>
        <a:p>
          <a:endParaRPr lang="en-PK"/>
        </a:p>
      </dgm:t>
    </dgm:pt>
    <dgm:pt modelId="{FBFCC3E5-0164-4E1A-9DB1-6080F66CAE71}">
      <dgm:prSet/>
      <dgm:spPr/>
      <dgm:t>
        <a:bodyPr/>
        <a:lstStyle/>
        <a:p>
          <a:r>
            <a:rPr lang="en-US" b="0" i="0" dirty="0"/>
            <a:t>It is also possible to protect against data corruption.</a:t>
          </a:r>
          <a:endParaRPr lang="en-PK" dirty="0"/>
        </a:p>
      </dgm:t>
    </dgm:pt>
    <dgm:pt modelId="{3EE495A3-4DC8-42C0-B00A-4A2400346E62}" type="parTrans" cxnId="{E51002B4-AAAA-44AF-AFD6-209C27ADD738}">
      <dgm:prSet/>
      <dgm:spPr/>
      <dgm:t>
        <a:bodyPr/>
        <a:lstStyle/>
        <a:p>
          <a:endParaRPr lang="en-PK"/>
        </a:p>
      </dgm:t>
    </dgm:pt>
    <dgm:pt modelId="{8F349713-984E-4289-BAA4-B8F74069ED3A}" type="sibTrans" cxnId="{E51002B4-AAAA-44AF-AFD6-209C27ADD738}">
      <dgm:prSet/>
      <dgm:spPr/>
      <dgm:t>
        <a:bodyPr/>
        <a:lstStyle/>
        <a:p>
          <a:endParaRPr lang="en-PK"/>
        </a:p>
      </dgm:t>
    </dgm:pt>
    <dgm:pt modelId="{1C0306DA-D254-4D12-BAC2-60F4A3CBF79C}">
      <dgm:prSet/>
      <dgm:spPr/>
      <dgm:t>
        <a:bodyPr/>
        <a:lstStyle/>
        <a:p>
          <a:r>
            <a:rPr lang="en-US" b="0" i="0"/>
            <a:t>Replicas allow data to reside close to where it is used.</a:t>
          </a:r>
          <a:endParaRPr lang="en-PK"/>
        </a:p>
      </dgm:t>
    </dgm:pt>
    <dgm:pt modelId="{6A134FEF-534B-49F3-A0D3-2026E26A1313}" type="parTrans" cxnId="{7E348260-B8DE-4F61-88B2-1D7940E84575}">
      <dgm:prSet/>
      <dgm:spPr/>
      <dgm:t>
        <a:bodyPr/>
        <a:lstStyle/>
        <a:p>
          <a:endParaRPr lang="en-PK"/>
        </a:p>
      </dgm:t>
    </dgm:pt>
    <dgm:pt modelId="{CBD373B8-2EF0-4B1C-81B1-4529DF9C20C6}" type="sibTrans" cxnId="{7E348260-B8DE-4F61-88B2-1D7940E84575}">
      <dgm:prSet/>
      <dgm:spPr/>
      <dgm:t>
        <a:bodyPr/>
        <a:lstStyle/>
        <a:p>
          <a:endParaRPr lang="en-PK"/>
        </a:p>
      </dgm:t>
    </dgm:pt>
    <dgm:pt modelId="{3961DFCD-E469-467E-8A77-359D954DD4DF}" type="pres">
      <dgm:prSet presAssocID="{461E0A79-11B7-4A6D-BF59-6654BD8A0862}" presName="diagram" presStyleCnt="0">
        <dgm:presLayoutVars>
          <dgm:dir/>
          <dgm:resizeHandles val="exact"/>
        </dgm:presLayoutVars>
      </dgm:prSet>
      <dgm:spPr/>
    </dgm:pt>
    <dgm:pt modelId="{0B7EFA4F-6AD7-4863-8134-FD78EA34D9A2}" type="pres">
      <dgm:prSet presAssocID="{C9A859CE-C48B-4EDA-AB8B-BED52DF0C903}" presName="node" presStyleLbl="node1" presStyleIdx="0" presStyleCnt="5">
        <dgm:presLayoutVars>
          <dgm:bulletEnabled val="1"/>
        </dgm:presLayoutVars>
      </dgm:prSet>
      <dgm:spPr>
        <a:prstGeom prst="flowChartAlternateProcess">
          <a:avLst/>
        </a:prstGeom>
      </dgm:spPr>
    </dgm:pt>
    <dgm:pt modelId="{A998A308-1492-499F-8D51-EBC16B7F0DAE}" type="pres">
      <dgm:prSet presAssocID="{7F119B6F-2A21-4864-B59F-FE097C6089BD}" presName="sibTrans" presStyleCnt="0"/>
      <dgm:spPr/>
    </dgm:pt>
    <dgm:pt modelId="{0E0B8AE5-D6DB-44F5-B4AF-C1AE52F4CA0E}" type="pres">
      <dgm:prSet presAssocID="{4C2CA0E3-03D5-4123-A00F-59516051D732}" presName="node" presStyleLbl="node1" presStyleIdx="1" presStyleCnt="5">
        <dgm:presLayoutVars>
          <dgm:bulletEnabled val="1"/>
        </dgm:presLayoutVars>
      </dgm:prSet>
      <dgm:spPr>
        <a:prstGeom prst="flowChartAlternateProcess">
          <a:avLst/>
        </a:prstGeom>
      </dgm:spPr>
    </dgm:pt>
    <dgm:pt modelId="{F232341D-18D1-4F7B-B2E1-CE532A38B71B}" type="pres">
      <dgm:prSet presAssocID="{08469C82-B346-445B-86B9-ADBC802BB9FB}" presName="sibTrans" presStyleCnt="0"/>
      <dgm:spPr/>
    </dgm:pt>
    <dgm:pt modelId="{398D8262-21C3-4CC0-ADAC-1900350D505F}" type="pres">
      <dgm:prSet presAssocID="{7969B328-EB1C-4FEB-BD6A-C8F063DE0DD6}" presName="node" presStyleLbl="node1" presStyleIdx="2" presStyleCnt="5">
        <dgm:presLayoutVars>
          <dgm:bulletEnabled val="1"/>
        </dgm:presLayoutVars>
      </dgm:prSet>
      <dgm:spPr>
        <a:prstGeom prst="flowChartAlternateProcess">
          <a:avLst/>
        </a:prstGeom>
      </dgm:spPr>
    </dgm:pt>
    <dgm:pt modelId="{F157A3CE-97B5-4A76-863A-88B53F5403C6}" type="pres">
      <dgm:prSet presAssocID="{D7EF0644-BE5B-4B1A-AF78-41B871B6FD8C}" presName="sibTrans" presStyleCnt="0"/>
      <dgm:spPr/>
    </dgm:pt>
    <dgm:pt modelId="{2CD5D608-3559-4DAB-ADFA-89E758D13880}" type="pres">
      <dgm:prSet presAssocID="{FBFCC3E5-0164-4E1A-9DB1-6080F66CAE71}" presName="node" presStyleLbl="node1" presStyleIdx="3" presStyleCnt="5">
        <dgm:presLayoutVars>
          <dgm:bulletEnabled val="1"/>
        </dgm:presLayoutVars>
      </dgm:prSet>
      <dgm:spPr>
        <a:prstGeom prst="flowChartAlternateProcess">
          <a:avLst/>
        </a:prstGeom>
      </dgm:spPr>
    </dgm:pt>
    <dgm:pt modelId="{7A73A8A2-1910-4D6D-A93E-339E7B7514DC}" type="pres">
      <dgm:prSet presAssocID="{8F349713-984E-4289-BAA4-B8F74069ED3A}" presName="sibTrans" presStyleCnt="0"/>
      <dgm:spPr/>
    </dgm:pt>
    <dgm:pt modelId="{0DB45E9D-2F02-4541-A5B8-AA010CC6C724}" type="pres">
      <dgm:prSet presAssocID="{1C0306DA-D254-4D12-BAC2-60F4A3CBF79C}" presName="node" presStyleLbl="node1" presStyleIdx="4" presStyleCnt="5">
        <dgm:presLayoutVars>
          <dgm:bulletEnabled val="1"/>
        </dgm:presLayoutVars>
      </dgm:prSet>
      <dgm:spPr>
        <a:prstGeom prst="flowChartAlternateProcess">
          <a:avLst/>
        </a:prstGeom>
      </dgm:spPr>
    </dgm:pt>
  </dgm:ptLst>
  <dgm:cxnLst>
    <dgm:cxn modelId="{7781872C-0C68-459D-90EC-CCA0FE8EA0BD}" type="presOf" srcId="{1C0306DA-D254-4D12-BAC2-60F4A3CBF79C}" destId="{0DB45E9D-2F02-4541-A5B8-AA010CC6C724}" srcOrd="0" destOrd="0" presId="urn:microsoft.com/office/officeart/2005/8/layout/default"/>
    <dgm:cxn modelId="{7E348260-B8DE-4F61-88B2-1D7940E84575}" srcId="{461E0A79-11B7-4A6D-BF59-6654BD8A0862}" destId="{1C0306DA-D254-4D12-BAC2-60F4A3CBF79C}" srcOrd="4" destOrd="0" parTransId="{6A134FEF-534B-49F3-A0D3-2026E26A1313}" sibTransId="{CBD373B8-2EF0-4B1C-81B1-4529DF9C20C6}"/>
    <dgm:cxn modelId="{E9F62946-D03C-4D4A-AFC3-30F70CF5DCC3}" type="presOf" srcId="{2FCF6223-842D-4BA8-B404-6AB849D5E2B5}" destId="{0E0B8AE5-D6DB-44F5-B4AF-C1AE52F4CA0E}" srcOrd="0" destOrd="2" presId="urn:microsoft.com/office/officeart/2005/8/layout/default"/>
    <dgm:cxn modelId="{9B4C5D69-7BDB-4998-820C-EA26DA9DA955}" type="presOf" srcId="{7969B328-EB1C-4FEB-BD6A-C8F063DE0DD6}" destId="{398D8262-21C3-4CC0-ADAC-1900350D505F}" srcOrd="0" destOrd="0" presId="urn:microsoft.com/office/officeart/2005/8/layout/default"/>
    <dgm:cxn modelId="{8FB45257-95B0-4E9D-AD84-77770772BA5F}" srcId="{461E0A79-11B7-4A6D-BF59-6654BD8A0862}" destId="{4C2CA0E3-03D5-4123-A00F-59516051D732}" srcOrd="1" destOrd="0" parTransId="{1C7619BA-8A8B-429A-B673-D06A5535930D}" sibTransId="{08469C82-B346-445B-86B9-ADBC802BB9FB}"/>
    <dgm:cxn modelId="{3F66FF93-5EA3-443F-9B77-732E35230528}" srcId="{461E0A79-11B7-4A6D-BF59-6654BD8A0862}" destId="{C9A859CE-C48B-4EDA-AB8B-BED52DF0C903}" srcOrd="0" destOrd="0" parTransId="{253F41BA-DE9E-4EB3-B0C2-A41147FF297A}" sibTransId="{7F119B6F-2A21-4864-B59F-FE097C6089BD}"/>
    <dgm:cxn modelId="{66B74996-924E-43E9-B231-AD59793809A0}" type="presOf" srcId="{461E0A79-11B7-4A6D-BF59-6654BD8A0862}" destId="{3961DFCD-E469-467E-8A77-359D954DD4DF}" srcOrd="0" destOrd="0" presId="urn:microsoft.com/office/officeart/2005/8/layout/default"/>
    <dgm:cxn modelId="{0C3D3CA0-E1F3-4DAA-BACF-0C58CC9C8BED}" type="presOf" srcId="{08391E6C-2944-4433-9661-A79DB2F1E0CE}" destId="{0E0B8AE5-D6DB-44F5-B4AF-C1AE52F4CA0E}" srcOrd="0" destOrd="1" presId="urn:microsoft.com/office/officeart/2005/8/layout/default"/>
    <dgm:cxn modelId="{E3A5CFAC-0C41-4B60-84FC-E37FB9F9B405}" srcId="{461E0A79-11B7-4A6D-BF59-6654BD8A0862}" destId="{7969B328-EB1C-4FEB-BD6A-C8F063DE0DD6}" srcOrd="2" destOrd="0" parTransId="{8B16832F-8A4E-4919-A82B-1C3061F77006}" sibTransId="{D7EF0644-BE5B-4B1A-AF78-41B871B6FD8C}"/>
    <dgm:cxn modelId="{E51002B4-AAAA-44AF-AFD6-209C27ADD738}" srcId="{461E0A79-11B7-4A6D-BF59-6654BD8A0862}" destId="{FBFCC3E5-0164-4E1A-9DB1-6080F66CAE71}" srcOrd="3" destOrd="0" parTransId="{3EE495A3-4DC8-42C0-B00A-4A2400346E62}" sibTransId="{8F349713-984E-4289-BAA4-B8F74069ED3A}"/>
    <dgm:cxn modelId="{835F7EC3-2897-45D2-96AC-A5C837E99ADA}" type="presOf" srcId="{4C2CA0E3-03D5-4123-A00F-59516051D732}" destId="{0E0B8AE5-D6DB-44F5-B4AF-C1AE52F4CA0E}" srcOrd="0" destOrd="0" presId="urn:microsoft.com/office/officeart/2005/8/layout/default"/>
    <dgm:cxn modelId="{AE6A51E1-82B7-475A-BD88-61893219FD1F}" type="presOf" srcId="{C9A859CE-C48B-4EDA-AB8B-BED52DF0C903}" destId="{0B7EFA4F-6AD7-4863-8134-FD78EA34D9A2}" srcOrd="0" destOrd="0" presId="urn:microsoft.com/office/officeart/2005/8/layout/default"/>
    <dgm:cxn modelId="{3AC6A7E3-AF6C-4457-B5F8-DAE52E11F292}" srcId="{4C2CA0E3-03D5-4123-A00F-59516051D732}" destId="{2FCF6223-842D-4BA8-B404-6AB849D5E2B5}" srcOrd="1" destOrd="0" parTransId="{1D97C721-3F12-4F03-B44B-815712151F13}" sibTransId="{2B4F6277-DED5-4D27-AF74-9E6370A41E94}"/>
    <dgm:cxn modelId="{392A69EA-84D0-45B0-BFD8-60459EA10434}" srcId="{4C2CA0E3-03D5-4123-A00F-59516051D732}" destId="{08391E6C-2944-4433-9661-A79DB2F1E0CE}" srcOrd="0" destOrd="0" parTransId="{7C673602-CCDD-4024-A25F-7B06CE6201DA}" sibTransId="{A87B059A-7644-48FA-8231-FF1FAE5FC21F}"/>
    <dgm:cxn modelId="{0662E0F4-9FB9-4DA5-B1CF-AC6F019C4BA5}" type="presOf" srcId="{FBFCC3E5-0164-4E1A-9DB1-6080F66CAE71}" destId="{2CD5D608-3559-4DAB-ADFA-89E758D13880}" srcOrd="0" destOrd="0" presId="urn:microsoft.com/office/officeart/2005/8/layout/default"/>
    <dgm:cxn modelId="{B4938D21-BBD6-4573-BB3B-153F7D06FE6B}" type="presParOf" srcId="{3961DFCD-E469-467E-8A77-359D954DD4DF}" destId="{0B7EFA4F-6AD7-4863-8134-FD78EA34D9A2}" srcOrd="0" destOrd="0" presId="urn:microsoft.com/office/officeart/2005/8/layout/default"/>
    <dgm:cxn modelId="{7BC0CB1C-E9C0-421D-A536-8D9F051E5D6E}" type="presParOf" srcId="{3961DFCD-E469-467E-8A77-359D954DD4DF}" destId="{A998A308-1492-499F-8D51-EBC16B7F0DAE}" srcOrd="1" destOrd="0" presId="urn:microsoft.com/office/officeart/2005/8/layout/default"/>
    <dgm:cxn modelId="{CDEFE668-9924-4681-A2E7-9B6A10E33E25}" type="presParOf" srcId="{3961DFCD-E469-467E-8A77-359D954DD4DF}" destId="{0E0B8AE5-D6DB-44F5-B4AF-C1AE52F4CA0E}" srcOrd="2" destOrd="0" presId="urn:microsoft.com/office/officeart/2005/8/layout/default"/>
    <dgm:cxn modelId="{B353CFAC-EEBF-426B-988D-B0CDBDA836C0}" type="presParOf" srcId="{3961DFCD-E469-467E-8A77-359D954DD4DF}" destId="{F232341D-18D1-4F7B-B2E1-CE532A38B71B}" srcOrd="3" destOrd="0" presId="urn:microsoft.com/office/officeart/2005/8/layout/default"/>
    <dgm:cxn modelId="{B3A48128-004D-47F7-931E-6EEC81C040CC}" type="presParOf" srcId="{3961DFCD-E469-467E-8A77-359D954DD4DF}" destId="{398D8262-21C3-4CC0-ADAC-1900350D505F}" srcOrd="4" destOrd="0" presId="urn:microsoft.com/office/officeart/2005/8/layout/default"/>
    <dgm:cxn modelId="{16F3050F-28BF-444E-92F5-DA9508A6262E}" type="presParOf" srcId="{3961DFCD-E469-467E-8A77-359D954DD4DF}" destId="{F157A3CE-97B5-4A76-863A-88B53F5403C6}" srcOrd="5" destOrd="0" presId="urn:microsoft.com/office/officeart/2005/8/layout/default"/>
    <dgm:cxn modelId="{94C32272-13D7-4D77-BAB8-23F995AE7B95}" type="presParOf" srcId="{3961DFCD-E469-467E-8A77-359D954DD4DF}" destId="{2CD5D608-3559-4DAB-ADFA-89E758D13880}" srcOrd="6" destOrd="0" presId="urn:microsoft.com/office/officeart/2005/8/layout/default"/>
    <dgm:cxn modelId="{974C7D86-2C40-4A26-9C36-443054F6F0F5}" type="presParOf" srcId="{3961DFCD-E469-467E-8A77-359D954DD4DF}" destId="{7A73A8A2-1910-4D6D-A93E-339E7B7514DC}" srcOrd="7" destOrd="0" presId="urn:microsoft.com/office/officeart/2005/8/layout/default"/>
    <dgm:cxn modelId="{2FEA51FA-4E9C-48A7-AD16-09C029FF398C}" type="presParOf" srcId="{3961DFCD-E469-467E-8A77-359D954DD4DF}" destId="{0DB45E9D-2F02-4541-A5B8-AA010CC6C724}"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94BBB3-D8CB-485F-AF02-0128AF037CB8}"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B06AEE15-EE17-4E8D-A5C8-DBDC97BCFE96}">
      <dgm:prSet/>
      <dgm:spPr/>
      <dgm:t>
        <a:bodyPr/>
        <a:lstStyle/>
        <a:p>
          <a:r>
            <a:rPr lang="en-US"/>
            <a:t>Replication and caching for performance are widely applied as scaling techniques.</a:t>
          </a:r>
        </a:p>
      </dgm:t>
    </dgm:pt>
    <dgm:pt modelId="{48418910-887E-4643-BC09-BD7E74090709}" type="parTrans" cxnId="{F684414D-6A39-40FC-99D4-327C944B8687}">
      <dgm:prSet/>
      <dgm:spPr/>
      <dgm:t>
        <a:bodyPr/>
        <a:lstStyle/>
        <a:p>
          <a:endParaRPr lang="en-US"/>
        </a:p>
      </dgm:t>
    </dgm:pt>
    <dgm:pt modelId="{DB093539-0B2F-4EC2-8242-86C8D0B3B328}" type="sibTrans" cxnId="{F684414D-6A39-40FC-99D4-327C944B8687}">
      <dgm:prSet/>
      <dgm:spPr/>
      <dgm:t>
        <a:bodyPr/>
        <a:lstStyle/>
        <a:p>
          <a:endParaRPr lang="en-US"/>
        </a:p>
      </dgm:t>
    </dgm:pt>
    <dgm:pt modelId="{2744782A-7F6A-4F22-A73B-19EEBC348BEC}">
      <dgm:prSet/>
      <dgm:spPr/>
      <dgm:t>
        <a:bodyPr/>
        <a:lstStyle/>
        <a:p>
          <a:r>
            <a:rPr lang="en-US"/>
            <a:t>Replicating the data and moving it closer to where it is needed helps to solve the scalability problem.</a:t>
          </a:r>
        </a:p>
      </dgm:t>
    </dgm:pt>
    <dgm:pt modelId="{D0026D4F-F106-4811-97FA-B469586B260D}" type="parTrans" cxnId="{1F70FE6E-2779-4682-9090-4EB7A79D60D3}">
      <dgm:prSet/>
      <dgm:spPr/>
      <dgm:t>
        <a:bodyPr/>
        <a:lstStyle/>
        <a:p>
          <a:endParaRPr lang="en-US"/>
        </a:p>
      </dgm:t>
    </dgm:pt>
    <dgm:pt modelId="{AE22A6E7-5A26-4795-9800-CD7F6B685B55}" type="sibTrans" cxnId="{1F70FE6E-2779-4682-9090-4EB7A79D60D3}">
      <dgm:prSet/>
      <dgm:spPr/>
      <dgm:t>
        <a:bodyPr/>
        <a:lstStyle/>
        <a:p>
          <a:endParaRPr lang="en-US"/>
        </a:p>
      </dgm:t>
    </dgm:pt>
    <dgm:pt modelId="{20AD29DA-DC7B-4A5B-9A9E-B25D770CDDAE}">
      <dgm:prSet/>
      <dgm:spPr/>
      <dgm:t>
        <a:bodyPr/>
        <a:lstStyle/>
        <a:p>
          <a:r>
            <a:rPr lang="en-US"/>
            <a:t>When systems scale:</a:t>
          </a:r>
        </a:p>
      </dgm:t>
    </dgm:pt>
    <dgm:pt modelId="{637CBD61-61CD-4801-8AAA-D84C193205AF}" type="parTrans" cxnId="{23AA0E6E-70C8-4A3E-9D12-5BFA6DFD50F4}">
      <dgm:prSet/>
      <dgm:spPr/>
      <dgm:t>
        <a:bodyPr/>
        <a:lstStyle/>
        <a:p>
          <a:endParaRPr lang="en-US"/>
        </a:p>
      </dgm:t>
    </dgm:pt>
    <dgm:pt modelId="{E86E8715-0875-4D35-A8AD-BAC70DBCAD22}" type="sibTrans" cxnId="{23AA0E6E-70C8-4A3E-9D12-5BFA6DFD50F4}">
      <dgm:prSet/>
      <dgm:spPr/>
      <dgm:t>
        <a:bodyPr/>
        <a:lstStyle/>
        <a:p>
          <a:endParaRPr lang="en-US"/>
        </a:p>
      </dgm:t>
    </dgm:pt>
    <dgm:pt modelId="{837562A1-5E3E-47F5-B15B-7CF6E2818705}">
      <dgm:prSet/>
      <dgm:spPr/>
      <dgm:t>
        <a:bodyPr/>
        <a:lstStyle/>
        <a:p>
          <a:r>
            <a:rPr lang="en-US"/>
            <a:t>The first problems to surface are those associated with performance as the systems get bigger, they get often slower.</a:t>
          </a:r>
        </a:p>
      </dgm:t>
    </dgm:pt>
    <dgm:pt modelId="{E1702202-7EF6-4989-A8EA-CFED35FB4608}" type="parTrans" cxnId="{BE552C45-E569-4C35-84D7-BB4B33957A73}">
      <dgm:prSet/>
      <dgm:spPr/>
      <dgm:t>
        <a:bodyPr/>
        <a:lstStyle/>
        <a:p>
          <a:endParaRPr lang="en-US"/>
        </a:p>
      </dgm:t>
    </dgm:pt>
    <dgm:pt modelId="{0495C615-B205-4227-AFFB-D4C0375A52F7}" type="sibTrans" cxnId="{BE552C45-E569-4C35-84D7-BB4B33957A73}">
      <dgm:prSet/>
      <dgm:spPr/>
      <dgm:t>
        <a:bodyPr/>
        <a:lstStyle/>
        <a:p>
          <a:endParaRPr lang="en-US"/>
        </a:p>
      </dgm:t>
    </dgm:pt>
    <dgm:pt modelId="{5B3AF73F-53AD-457B-9C35-0D8CA9F460FB}">
      <dgm:prSet/>
      <dgm:spPr/>
      <dgm:t>
        <a:bodyPr/>
        <a:lstStyle/>
        <a:p>
          <a:r>
            <a:rPr lang="en-US"/>
            <a:t>Another problem is how to efficiently synchronize all of the replicas created to solve the scalability issue?</a:t>
          </a:r>
        </a:p>
      </dgm:t>
    </dgm:pt>
    <dgm:pt modelId="{DA86B9B1-3822-49FA-BC5F-889CE900F975}" type="parTrans" cxnId="{E20F820C-238C-4B7D-A68C-DFE384365DB6}">
      <dgm:prSet/>
      <dgm:spPr/>
      <dgm:t>
        <a:bodyPr/>
        <a:lstStyle/>
        <a:p>
          <a:endParaRPr lang="en-US"/>
        </a:p>
      </dgm:t>
    </dgm:pt>
    <dgm:pt modelId="{5B406F5C-8358-4D00-ACD4-4BD636BA437E}" type="sibTrans" cxnId="{E20F820C-238C-4B7D-A68C-DFE384365DB6}">
      <dgm:prSet/>
      <dgm:spPr/>
      <dgm:t>
        <a:bodyPr/>
        <a:lstStyle/>
        <a:p>
          <a:endParaRPr lang="en-US"/>
        </a:p>
      </dgm:t>
    </dgm:pt>
    <dgm:pt modelId="{CED42ADB-5138-4068-82A2-E8DC32BEE75C}" type="pres">
      <dgm:prSet presAssocID="{3994BBB3-D8CB-485F-AF02-0128AF037CB8}" presName="Name0" presStyleCnt="0">
        <dgm:presLayoutVars>
          <dgm:dir/>
          <dgm:animLvl val="lvl"/>
          <dgm:resizeHandles val="exact"/>
        </dgm:presLayoutVars>
      </dgm:prSet>
      <dgm:spPr/>
    </dgm:pt>
    <dgm:pt modelId="{89E41EF6-2913-4874-86C6-5B43F44A2FF9}" type="pres">
      <dgm:prSet presAssocID="{20AD29DA-DC7B-4A5B-9A9E-B25D770CDDAE}" presName="boxAndChildren" presStyleCnt="0"/>
      <dgm:spPr/>
    </dgm:pt>
    <dgm:pt modelId="{6109AAE7-E8C8-49D7-AED9-03700C6041A1}" type="pres">
      <dgm:prSet presAssocID="{20AD29DA-DC7B-4A5B-9A9E-B25D770CDDAE}" presName="parentTextBox" presStyleLbl="node1" presStyleIdx="0" presStyleCnt="3"/>
      <dgm:spPr/>
    </dgm:pt>
    <dgm:pt modelId="{B6218CC5-0DD1-40AF-AF5A-AB8657F050C7}" type="pres">
      <dgm:prSet presAssocID="{20AD29DA-DC7B-4A5B-9A9E-B25D770CDDAE}" presName="entireBox" presStyleLbl="node1" presStyleIdx="0" presStyleCnt="3"/>
      <dgm:spPr/>
    </dgm:pt>
    <dgm:pt modelId="{F827DA58-B484-4A45-B4D8-F0247FC4FDC6}" type="pres">
      <dgm:prSet presAssocID="{20AD29DA-DC7B-4A5B-9A9E-B25D770CDDAE}" presName="descendantBox" presStyleCnt="0"/>
      <dgm:spPr/>
    </dgm:pt>
    <dgm:pt modelId="{4BA456FC-26E2-40BE-9B4F-618178FCAC4F}" type="pres">
      <dgm:prSet presAssocID="{837562A1-5E3E-47F5-B15B-7CF6E2818705}" presName="childTextBox" presStyleLbl="fgAccFollowNode1" presStyleIdx="0" presStyleCnt="2">
        <dgm:presLayoutVars>
          <dgm:bulletEnabled val="1"/>
        </dgm:presLayoutVars>
      </dgm:prSet>
      <dgm:spPr/>
    </dgm:pt>
    <dgm:pt modelId="{043589F9-805C-435A-8494-E4E8D5AE01E5}" type="pres">
      <dgm:prSet presAssocID="{5B3AF73F-53AD-457B-9C35-0D8CA9F460FB}" presName="childTextBox" presStyleLbl="fgAccFollowNode1" presStyleIdx="1" presStyleCnt="2">
        <dgm:presLayoutVars>
          <dgm:bulletEnabled val="1"/>
        </dgm:presLayoutVars>
      </dgm:prSet>
      <dgm:spPr/>
    </dgm:pt>
    <dgm:pt modelId="{D68882C5-8413-4FD2-9C09-08F8752C96C8}" type="pres">
      <dgm:prSet presAssocID="{AE22A6E7-5A26-4795-9800-CD7F6B685B55}" presName="sp" presStyleCnt="0"/>
      <dgm:spPr/>
    </dgm:pt>
    <dgm:pt modelId="{5E61F9FB-BC39-4FC2-91E9-9B9C2129DFFE}" type="pres">
      <dgm:prSet presAssocID="{2744782A-7F6A-4F22-A73B-19EEBC348BEC}" presName="arrowAndChildren" presStyleCnt="0"/>
      <dgm:spPr/>
    </dgm:pt>
    <dgm:pt modelId="{9C1979E2-E694-4FF1-B2D6-1D864CD9D602}" type="pres">
      <dgm:prSet presAssocID="{2744782A-7F6A-4F22-A73B-19EEBC348BEC}" presName="parentTextArrow" presStyleLbl="node1" presStyleIdx="1" presStyleCnt="3"/>
      <dgm:spPr/>
    </dgm:pt>
    <dgm:pt modelId="{2CF498CE-6B31-4A01-A7FF-50F7101C4AD9}" type="pres">
      <dgm:prSet presAssocID="{DB093539-0B2F-4EC2-8242-86C8D0B3B328}" presName="sp" presStyleCnt="0"/>
      <dgm:spPr/>
    </dgm:pt>
    <dgm:pt modelId="{D19F7708-36E4-41B8-BF9B-D73E67DBA0B4}" type="pres">
      <dgm:prSet presAssocID="{B06AEE15-EE17-4E8D-A5C8-DBDC97BCFE96}" presName="arrowAndChildren" presStyleCnt="0"/>
      <dgm:spPr/>
    </dgm:pt>
    <dgm:pt modelId="{6BD58CA6-5ED0-4B69-A8FC-8B7F4ECC97CE}" type="pres">
      <dgm:prSet presAssocID="{B06AEE15-EE17-4E8D-A5C8-DBDC97BCFE96}" presName="parentTextArrow" presStyleLbl="node1" presStyleIdx="2" presStyleCnt="3"/>
      <dgm:spPr/>
    </dgm:pt>
  </dgm:ptLst>
  <dgm:cxnLst>
    <dgm:cxn modelId="{E20F820C-238C-4B7D-A68C-DFE384365DB6}" srcId="{20AD29DA-DC7B-4A5B-9A9E-B25D770CDDAE}" destId="{5B3AF73F-53AD-457B-9C35-0D8CA9F460FB}" srcOrd="1" destOrd="0" parTransId="{DA86B9B1-3822-49FA-BC5F-889CE900F975}" sibTransId="{5B406F5C-8358-4D00-ACD4-4BD636BA437E}"/>
    <dgm:cxn modelId="{03416329-1B2E-4C89-9E2A-2F1E96029C6E}" type="presOf" srcId="{B06AEE15-EE17-4E8D-A5C8-DBDC97BCFE96}" destId="{6BD58CA6-5ED0-4B69-A8FC-8B7F4ECC97CE}" srcOrd="0" destOrd="0" presId="urn:microsoft.com/office/officeart/2005/8/layout/process4"/>
    <dgm:cxn modelId="{82321A3F-E783-4774-898B-170ED4AAE09A}" type="presOf" srcId="{837562A1-5E3E-47F5-B15B-7CF6E2818705}" destId="{4BA456FC-26E2-40BE-9B4F-618178FCAC4F}" srcOrd="0" destOrd="0" presId="urn:microsoft.com/office/officeart/2005/8/layout/process4"/>
    <dgm:cxn modelId="{67148B42-C160-4F11-9B12-1944614EC5B1}" type="presOf" srcId="{20AD29DA-DC7B-4A5B-9A9E-B25D770CDDAE}" destId="{6109AAE7-E8C8-49D7-AED9-03700C6041A1}" srcOrd="0" destOrd="0" presId="urn:microsoft.com/office/officeart/2005/8/layout/process4"/>
    <dgm:cxn modelId="{BE552C45-E569-4C35-84D7-BB4B33957A73}" srcId="{20AD29DA-DC7B-4A5B-9A9E-B25D770CDDAE}" destId="{837562A1-5E3E-47F5-B15B-7CF6E2818705}" srcOrd="0" destOrd="0" parTransId="{E1702202-7EF6-4989-A8EA-CFED35FB4608}" sibTransId="{0495C615-B205-4227-AFFB-D4C0375A52F7}"/>
    <dgm:cxn modelId="{67BDF64C-E74D-47C1-9EAB-CAD59AE8B96E}" type="presOf" srcId="{20AD29DA-DC7B-4A5B-9A9E-B25D770CDDAE}" destId="{B6218CC5-0DD1-40AF-AF5A-AB8657F050C7}" srcOrd="1" destOrd="0" presId="urn:microsoft.com/office/officeart/2005/8/layout/process4"/>
    <dgm:cxn modelId="{F684414D-6A39-40FC-99D4-327C944B8687}" srcId="{3994BBB3-D8CB-485F-AF02-0128AF037CB8}" destId="{B06AEE15-EE17-4E8D-A5C8-DBDC97BCFE96}" srcOrd="0" destOrd="0" parTransId="{48418910-887E-4643-BC09-BD7E74090709}" sibTransId="{DB093539-0B2F-4EC2-8242-86C8D0B3B328}"/>
    <dgm:cxn modelId="{23AA0E6E-70C8-4A3E-9D12-5BFA6DFD50F4}" srcId="{3994BBB3-D8CB-485F-AF02-0128AF037CB8}" destId="{20AD29DA-DC7B-4A5B-9A9E-B25D770CDDAE}" srcOrd="2" destOrd="0" parTransId="{637CBD61-61CD-4801-8AAA-D84C193205AF}" sibTransId="{E86E8715-0875-4D35-A8AD-BAC70DBCAD22}"/>
    <dgm:cxn modelId="{1F70FE6E-2779-4682-9090-4EB7A79D60D3}" srcId="{3994BBB3-D8CB-485F-AF02-0128AF037CB8}" destId="{2744782A-7F6A-4F22-A73B-19EEBC348BEC}" srcOrd="1" destOrd="0" parTransId="{D0026D4F-F106-4811-97FA-B469586B260D}" sibTransId="{AE22A6E7-5A26-4795-9800-CD7F6B685B55}"/>
    <dgm:cxn modelId="{1241AAC4-1CC3-4D75-8842-1A2304DC76F7}" type="presOf" srcId="{2744782A-7F6A-4F22-A73B-19EEBC348BEC}" destId="{9C1979E2-E694-4FF1-B2D6-1D864CD9D602}" srcOrd="0" destOrd="0" presId="urn:microsoft.com/office/officeart/2005/8/layout/process4"/>
    <dgm:cxn modelId="{1D5C3EF5-1A32-4115-87E3-9B9833FBF713}" type="presOf" srcId="{5B3AF73F-53AD-457B-9C35-0D8CA9F460FB}" destId="{043589F9-805C-435A-8494-E4E8D5AE01E5}" srcOrd="0" destOrd="0" presId="urn:microsoft.com/office/officeart/2005/8/layout/process4"/>
    <dgm:cxn modelId="{747048FC-7F92-461F-BD29-660C357F9D70}" type="presOf" srcId="{3994BBB3-D8CB-485F-AF02-0128AF037CB8}" destId="{CED42ADB-5138-4068-82A2-E8DC32BEE75C}" srcOrd="0" destOrd="0" presId="urn:microsoft.com/office/officeart/2005/8/layout/process4"/>
    <dgm:cxn modelId="{5C451BEB-8C8F-432B-8736-911EFE40D4A0}" type="presParOf" srcId="{CED42ADB-5138-4068-82A2-E8DC32BEE75C}" destId="{89E41EF6-2913-4874-86C6-5B43F44A2FF9}" srcOrd="0" destOrd="0" presId="urn:microsoft.com/office/officeart/2005/8/layout/process4"/>
    <dgm:cxn modelId="{9DC69494-8520-4D64-80E7-7F1A4941E846}" type="presParOf" srcId="{89E41EF6-2913-4874-86C6-5B43F44A2FF9}" destId="{6109AAE7-E8C8-49D7-AED9-03700C6041A1}" srcOrd="0" destOrd="0" presId="urn:microsoft.com/office/officeart/2005/8/layout/process4"/>
    <dgm:cxn modelId="{8A074C14-5936-4B47-ACAE-5DFC11DFB232}" type="presParOf" srcId="{89E41EF6-2913-4874-86C6-5B43F44A2FF9}" destId="{B6218CC5-0DD1-40AF-AF5A-AB8657F050C7}" srcOrd="1" destOrd="0" presId="urn:microsoft.com/office/officeart/2005/8/layout/process4"/>
    <dgm:cxn modelId="{E69B3683-ABAC-4CBF-BBB5-F5DCDEB578DB}" type="presParOf" srcId="{89E41EF6-2913-4874-86C6-5B43F44A2FF9}" destId="{F827DA58-B484-4A45-B4D8-F0247FC4FDC6}" srcOrd="2" destOrd="0" presId="urn:microsoft.com/office/officeart/2005/8/layout/process4"/>
    <dgm:cxn modelId="{78F3EBBC-D2B2-4A36-BAAF-CD01658F788C}" type="presParOf" srcId="{F827DA58-B484-4A45-B4D8-F0247FC4FDC6}" destId="{4BA456FC-26E2-40BE-9B4F-618178FCAC4F}" srcOrd="0" destOrd="0" presId="urn:microsoft.com/office/officeart/2005/8/layout/process4"/>
    <dgm:cxn modelId="{6C7E3F04-6444-4892-8280-C08374E998F8}" type="presParOf" srcId="{F827DA58-B484-4A45-B4D8-F0247FC4FDC6}" destId="{043589F9-805C-435A-8494-E4E8D5AE01E5}" srcOrd="1" destOrd="0" presId="urn:microsoft.com/office/officeart/2005/8/layout/process4"/>
    <dgm:cxn modelId="{CFCC0BE6-C1DC-43AC-846F-FE24854CCAA5}" type="presParOf" srcId="{CED42ADB-5138-4068-82A2-E8DC32BEE75C}" destId="{D68882C5-8413-4FD2-9C09-08F8752C96C8}" srcOrd="1" destOrd="0" presId="urn:microsoft.com/office/officeart/2005/8/layout/process4"/>
    <dgm:cxn modelId="{1F199F0F-605C-49D1-9950-8AD23C3854B9}" type="presParOf" srcId="{CED42ADB-5138-4068-82A2-E8DC32BEE75C}" destId="{5E61F9FB-BC39-4FC2-91E9-9B9C2129DFFE}" srcOrd="2" destOrd="0" presId="urn:microsoft.com/office/officeart/2005/8/layout/process4"/>
    <dgm:cxn modelId="{E44AC2FA-2EE6-42E0-B39F-C78450408641}" type="presParOf" srcId="{5E61F9FB-BC39-4FC2-91E9-9B9C2129DFFE}" destId="{9C1979E2-E694-4FF1-B2D6-1D864CD9D602}" srcOrd="0" destOrd="0" presId="urn:microsoft.com/office/officeart/2005/8/layout/process4"/>
    <dgm:cxn modelId="{CDD8D8F6-72A2-4F5F-A968-C57369BECE8C}" type="presParOf" srcId="{CED42ADB-5138-4068-82A2-E8DC32BEE75C}" destId="{2CF498CE-6B31-4A01-A7FF-50F7101C4AD9}" srcOrd="3" destOrd="0" presId="urn:microsoft.com/office/officeart/2005/8/layout/process4"/>
    <dgm:cxn modelId="{CEA3CE73-DB10-4F0D-BD30-0B90BA94D513}" type="presParOf" srcId="{CED42ADB-5138-4068-82A2-E8DC32BEE75C}" destId="{D19F7708-36E4-41B8-BF9B-D73E67DBA0B4}" srcOrd="4" destOrd="0" presId="urn:microsoft.com/office/officeart/2005/8/layout/process4"/>
    <dgm:cxn modelId="{AEA62F9F-645F-45CC-916E-34145F7357F0}" type="presParOf" srcId="{D19F7708-36E4-41B8-BF9B-D73E67DBA0B4}" destId="{6BD58CA6-5ED0-4B69-A8FC-8B7F4ECC97C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Understanding of Replication and Consistency.</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Data Consistency Models.</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38FC59-DF15-463E-B7C3-26E1003640CD}"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AF805343-20BB-4FEE-A5A1-D60150B5D08E}">
      <dgm:prSet/>
      <dgm:spPr/>
      <dgm:t>
        <a:bodyPr/>
        <a:lstStyle/>
        <a:p>
          <a:r>
            <a:rPr lang="en-US" dirty="0"/>
            <a:t>Adding replicas improves scalability but provoke the overhead of keeping the replicas up-to-date. The solution often results in a relaxation of any consistency constraints.</a:t>
          </a:r>
        </a:p>
      </dgm:t>
    </dgm:pt>
    <dgm:pt modelId="{876BA91D-E066-4061-8E88-8BDAFBF9B710}" type="parTrans" cxnId="{09D063FC-843C-40A0-9660-F91BD663D420}">
      <dgm:prSet/>
      <dgm:spPr/>
      <dgm:t>
        <a:bodyPr/>
        <a:lstStyle/>
        <a:p>
          <a:endParaRPr lang="en-US"/>
        </a:p>
      </dgm:t>
    </dgm:pt>
    <dgm:pt modelId="{F4051B31-2C00-43D2-BDC7-FE1102EBE1EB}" type="sibTrans" cxnId="{09D063FC-843C-40A0-9660-F91BD663D420}">
      <dgm:prSet/>
      <dgm:spPr/>
      <dgm:t>
        <a:bodyPr/>
        <a:lstStyle/>
        <a:p>
          <a:endParaRPr lang="en-US"/>
        </a:p>
      </dgm:t>
    </dgm:pt>
    <dgm:pt modelId="{F5EF4F59-0ADD-4515-99D3-879745DA83A6}">
      <dgm:prSet/>
      <dgm:spPr/>
      <dgm:t>
        <a:bodyPr/>
        <a:lstStyle/>
        <a:p>
          <a:r>
            <a:rPr lang="en-US"/>
            <a:t>If there are many replicas of the same thing, it is not easy to keep all those replicas consistent. Two principal keys are:</a:t>
          </a:r>
        </a:p>
      </dgm:t>
    </dgm:pt>
    <dgm:pt modelId="{F9A6DB0D-8796-4AE7-A433-25ACF2E135A4}" type="parTrans" cxnId="{6373D609-15F0-4999-9E52-3E2D1D4B012E}">
      <dgm:prSet/>
      <dgm:spPr/>
      <dgm:t>
        <a:bodyPr/>
        <a:lstStyle/>
        <a:p>
          <a:endParaRPr lang="en-US"/>
        </a:p>
      </dgm:t>
    </dgm:pt>
    <dgm:pt modelId="{D3CE9C37-2850-4087-A510-FC9C1DB56A32}" type="sibTrans" cxnId="{6373D609-15F0-4999-9E52-3E2D1D4B012E}">
      <dgm:prSet/>
      <dgm:spPr/>
      <dgm:t>
        <a:bodyPr/>
        <a:lstStyle/>
        <a:p>
          <a:endParaRPr lang="en-US"/>
        </a:p>
      </dgm:t>
    </dgm:pt>
    <dgm:pt modelId="{78D9BD16-2B0D-4AA1-80EB-136BFB004C4A}">
      <dgm:prSet/>
      <dgm:spPr/>
      <dgm:t>
        <a:bodyPr/>
        <a:lstStyle/>
        <a:p>
          <a:r>
            <a:rPr lang="en-US"/>
            <a:t>How do we keep all of them up-to-date? </a:t>
          </a:r>
        </a:p>
      </dgm:t>
    </dgm:pt>
    <dgm:pt modelId="{27E39CA4-03F7-4F01-90C6-2CA1C5DEE255}" type="parTrans" cxnId="{36F19141-94AB-457C-8ED5-D7909314E0EE}">
      <dgm:prSet/>
      <dgm:spPr/>
      <dgm:t>
        <a:bodyPr/>
        <a:lstStyle/>
        <a:p>
          <a:endParaRPr lang="en-US"/>
        </a:p>
      </dgm:t>
    </dgm:pt>
    <dgm:pt modelId="{A10C6B55-2965-4A57-82D7-A2028BE5F5F9}" type="sibTrans" cxnId="{36F19141-94AB-457C-8ED5-D7909314E0EE}">
      <dgm:prSet/>
      <dgm:spPr/>
      <dgm:t>
        <a:bodyPr/>
        <a:lstStyle/>
        <a:p>
          <a:endParaRPr lang="en-US"/>
        </a:p>
      </dgm:t>
    </dgm:pt>
    <dgm:pt modelId="{0BDCF88E-395F-4583-BB42-570B199A5F75}">
      <dgm:prSet/>
      <dgm:spPr/>
      <dgm:t>
        <a:bodyPr/>
        <a:lstStyle/>
        <a:p>
          <a:r>
            <a:rPr lang="en-US"/>
            <a:t>How do we keep the replicas consistent?</a:t>
          </a:r>
        </a:p>
      </dgm:t>
    </dgm:pt>
    <dgm:pt modelId="{673269C3-3F91-44C4-AA69-5E4E3C6F9E85}" type="parTrans" cxnId="{CAC8E08B-FC7A-435C-A093-266D799818AA}">
      <dgm:prSet/>
      <dgm:spPr/>
      <dgm:t>
        <a:bodyPr/>
        <a:lstStyle/>
        <a:p>
          <a:endParaRPr lang="en-US"/>
        </a:p>
      </dgm:t>
    </dgm:pt>
    <dgm:pt modelId="{26A22A04-6EA3-4C53-827C-38C28C06DC58}" type="sibTrans" cxnId="{CAC8E08B-FC7A-435C-A093-266D799818AA}">
      <dgm:prSet/>
      <dgm:spPr/>
      <dgm:t>
        <a:bodyPr/>
        <a:lstStyle/>
        <a:p>
          <a:endParaRPr lang="en-US"/>
        </a:p>
      </dgm:t>
    </dgm:pt>
    <dgm:pt modelId="{36F79B3D-2828-4AC7-B728-CC3A955EB962}" type="pres">
      <dgm:prSet presAssocID="{D138FC59-DF15-463E-B7C3-26E1003640CD}" presName="Name0" presStyleCnt="0">
        <dgm:presLayoutVars>
          <dgm:dir/>
          <dgm:animLvl val="lvl"/>
          <dgm:resizeHandles val="exact"/>
        </dgm:presLayoutVars>
      </dgm:prSet>
      <dgm:spPr/>
    </dgm:pt>
    <dgm:pt modelId="{5CE97AB4-8483-4646-BEA6-D51F957C50C3}" type="pres">
      <dgm:prSet presAssocID="{F5EF4F59-0ADD-4515-99D3-879745DA83A6}" presName="boxAndChildren" presStyleCnt="0"/>
      <dgm:spPr/>
    </dgm:pt>
    <dgm:pt modelId="{E59B0A96-2D27-4941-9F3D-993E9034B777}" type="pres">
      <dgm:prSet presAssocID="{F5EF4F59-0ADD-4515-99D3-879745DA83A6}" presName="parentTextBox" presStyleLbl="node1" presStyleIdx="0" presStyleCnt="2"/>
      <dgm:spPr/>
    </dgm:pt>
    <dgm:pt modelId="{870FE963-6049-4F1A-8868-39A2A6CA241D}" type="pres">
      <dgm:prSet presAssocID="{F5EF4F59-0ADD-4515-99D3-879745DA83A6}" presName="entireBox" presStyleLbl="node1" presStyleIdx="0" presStyleCnt="2"/>
      <dgm:spPr/>
    </dgm:pt>
    <dgm:pt modelId="{1DE6C0F4-881F-4394-990E-E8B6A76A302E}" type="pres">
      <dgm:prSet presAssocID="{F5EF4F59-0ADD-4515-99D3-879745DA83A6}" presName="descendantBox" presStyleCnt="0"/>
      <dgm:spPr/>
    </dgm:pt>
    <dgm:pt modelId="{B7B94033-F79B-4A83-BAE7-8C55C6FCA2C6}" type="pres">
      <dgm:prSet presAssocID="{78D9BD16-2B0D-4AA1-80EB-136BFB004C4A}" presName="childTextBox" presStyleLbl="fgAccFollowNode1" presStyleIdx="0" presStyleCnt="2">
        <dgm:presLayoutVars>
          <dgm:bulletEnabled val="1"/>
        </dgm:presLayoutVars>
      </dgm:prSet>
      <dgm:spPr/>
    </dgm:pt>
    <dgm:pt modelId="{A3903695-66D4-4999-923C-951CD2C97CCA}" type="pres">
      <dgm:prSet presAssocID="{0BDCF88E-395F-4583-BB42-570B199A5F75}" presName="childTextBox" presStyleLbl="fgAccFollowNode1" presStyleIdx="1" presStyleCnt="2">
        <dgm:presLayoutVars>
          <dgm:bulletEnabled val="1"/>
        </dgm:presLayoutVars>
      </dgm:prSet>
      <dgm:spPr/>
    </dgm:pt>
    <dgm:pt modelId="{5E766BED-08E9-4A8F-8832-D876466133CA}" type="pres">
      <dgm:prSet presAssocID="{F4051B31-2C00-43D2-BDC7-FE1102EBE1EB}" presName="sp" presStyleCnt="0"/>
      <dgm:spPr/>
    </dgm:pt>
    <dgm:pt modelId="{DEEAA53B-1C59-4788-912E-C78DD4785D16}" type="pres">
      <dgm:prSet presAssocID="{AF805343-20BB-4FEE-A5A1-D60150B5D08E}" presName="arrowAndChildren" presStyleCnt="0"/>
      <dgm:spPr/>
    </dgm:pt>
    <dgm:pt modelId="{E6A64E6D-1D3E-4992-9304-9D41D4FA450C}" type="pres">
      <dgm:prSet presAssocID="{AF805343-20BB-4FEE-A5A1-D60150B5D08E}" presName="parentTextArrow" presStyleLbl="node1" presStyleIdx="1" presStyleCnt="2"/>
      <dgm:spPr/>
    </dgm:pt>
  </dgm:ptLst>
  <dgm:cxnLst>
    <dgm:cxn modelId="{6373D609-15F0-4999-9E52-3E2D1D4B012E}" srcId="{D138FC59-DF15-463E-B7C3-26E1003640CD}" destId="{F5EF4F59-0ADD-4515-99D3-879745DA83A6}" srcOrd="1" destOrd="0" parTransId="{F9A6DB0D-8796-4AE7-A433-25ACF2E135A4}" sibTransId="{D3CE9C37-2850-4087-A510-FC9C1DB56A32}"/>
    <dgm:cxn modelId="{A79E6A14-8B41-42E9-88C3-35BFEB6A7066}" type="presOf" srcId="{78D9BD16-2B0D-4AA1-80EB-136BFB004C4A}" destId="{B7B94033-F79B-4A83-BAE7-8C55C6FCA2C6}" srcOrd="0" destOrd="0" presId="urn:microsoft.com/office/officeart/2005/8/layout/process4"/>
    <dgm:cxn modelId="{2A6EBB22-CEFF-443C-B7A8-80BB4572654D}" type="presOf" srcId="{D138FC59-DF15-463E-B7C3-26E1003640CD}" destId="{36F79B3D-2828-4AC7-B728-CC3A955EB962}" srcOrd="0" destOrd="0" presId="urn:microsoft.com/office/officeart/2005/8/layout/process4"/>
    <dgm:cxn modelId="{36F19141-94AB-457C-8ED5-D7909314E0EE}" srcId="{F5EF4F59-0ADD-4515-99D3-879745DA83A6}" destId="{78D9BD16-2B0D-4AA1-80EB-136BFB004C4A}" srcOrd="0" destOrd="0" parTransId="{27E39CA4-03F7-4F01-90C6-2CA1C5DEE255}" sibTransId="{A10C6B55-2965-4A57-82D7-A2028BE5F5F9}"/>
    <dgm:cxn modelId="{21BD9F85-B02E-4C74-9448-35251EF31324}" type="presOf" srcId="{F5EF4F59-0ADD-4515-99D3-879745DA83A6}" destId="{E59B0A96-2D27-4941-9F3D-993E9034B777}" srcOrd="0" destOrd="0" presId="urn:microsoft.com/office/officeart/2005/8/layout/process4"/>
    <dgm:cxn modelId="{CAC8E08B-FC7A-435C-A093-266D799818AA}" srcId="{F5EF4F59-0ADD-4515-99D3-879745DA83A6}" destId="{0BDCF88E-395F-4583-BB42-570B199A5F75}" srcOrd="1" destOrd="0" parTransId="{673269C3-3F91-44C4-AA69-5E4E3C6F9E85}" sibTransId="{26A22A04-6EA3-4C53-827C-38C28C06DC58}"/>
    <dgm:cxn modelId="{5F709B8E-DF90-472F-9BC2-10B9F16FDDC7}" type="presOf" srcId="{AF805343-20BB-4FEE-A5A1-D60150B5D08E}" destId="{E6A64E6D-1D3E-4992-9304-9D41D4FA450C}" srcOrd="0" destOrd="0" presId="urn:microsoft.com/office/officeart/2005/8/layout/process4"/>
    <dgm:cxn modelId="{581255D1-02E4-4003-A69C-2A20563D7F0A}" type="presOf" srcId="{0BDCF88E-395F-4583-BB42-570B199A5F75}" destId="{A3903695-66D4-4999-923C-951CD2C97CCA}" srcOrd="0" destOrd="0" presId="urn:microsoft.com/office/officeart/2005/8/layout/process4"/>
    <dgm:cxn modelId="{72005CD4-FE11-4671-8B30-6F39BD4BC333}" type="presOf" srcId="{F5EF4F59-0ADD-4515-99D3-879745DA83A6}" destId="{870FE963-6049-4F1A-8868-39A2A6CA241D}" srcOrd="1" destOrd="0" presId="urn:microsoft.com/office/officeart/2005/8/layout/process4"/>
    <dgm:cxn modelId="{09D063FC-843C-40A0-9660-F91BD663D420}" srcId="{D138FC59-DF15-463E-B7C3-26E1003640CD}" destId="{AF805343-20BB-4FEE-A5A1-D60150B5D08E}" srcOrd="0" destOrd="0" parTransId="{876BA91D-E066-4061-8E88-8BDAFBF9B710}" sibTransId="{F4051B31-2C00-43D2-BDC7-FE1102EBE1EB}"/>
    <dgm:cxn modelId="{BF1F3CC8-B180-495E-90C5-4D5D37EDC899}" type="presParOf" srcId="{36F79B3D-2828-4AC7-B728-CC3A955EB962}" destId="{5CE97AB4-8483-4646-BEA6-D51F957C50C3}" srcOrd="0" destOrd="0" presId="urn:microsoft.com/office/officeart/2005/8/layout/process4"/>
    <dgm:cxn modelId="{534817D0-3F6E-4F2C-A65C-3B5FEAE92930}" type="presParOf" srcId="{5CE97AB4-8483-4646-BEA6-D51F957C50C3}" destId="{E59B0A96-2D27-4941-9F3D-993E9034B777}" srcOrd="0" destOrd="0" presId="urn:microsoft.com/office/officeart/2005/8/layout/process4"/>
    <dgm:cxn modelId="{C9274D4C-4A01-410E-9771-D847E0741393}" type="presParOf" srcId="{5CE97AB4-8483-4646-BEA6-D51F957C50C3}" destId="{870FE963-6049-4F1A-8868-39A2A6CA241D}" srcOrd="1" destOrd="0" presId="urn:microsoft.com/office/officeart/2005/8/layout/process4"/>
    <dgm:cxn modelId="{0851F52D-7C3A-4440-A0BF-DBED4DFDADF6}" type="presParOf" srcId="{5CE97AB4-8483-4646-BEA6-D51F957C50C3}" destId="{1DE6C0F4-881F-4394-990E-E8B6A76A302E}" srcOrd="2" destOrd="0" presId="urn:microsoft.com/office/officeart/2005/8/layout/process4"/>
    <dgm:cxn modelId="{54ADCA0A-64FC-4FC7-AE7B-572A6463C9A0}" type="presParOf" srcId="{1DE6C0F4-881F-4394-990E-E8B6A76A302E}" destId="{B7B94033-F79B-4A83-BAE7-8C55C6FCA2C6}" srcOrd="0" destOrd="0" presId="urn:microsoft.com/office/officeart/2005/8/layout/process4"/>
    <dgm:cxn modelId="{8349B899-0105-4F9A-A05A-937ED9E00546}" type="presParOf" srcId="{1DE6C0F4-881F-4394-990E-E8B6A76A302E}" destId="{A3903695-66D4-4999-923C-951CD2C97CCA}" srcOrd="1" destOrd="0" presId="urn:microsoft.com/office/officeart/2005/8/layout/process4"/>
    <dgm:cxn modelId="{E3580A36-B9D3-41F4-AFEA-CE95AE896621}" type="presParOf" srcId="{36F79B3D-2828-4AC7-B728-CC3A955EB962}" destId="{5E766BED-08E9-4A8F-8832-D876466133CA}" srcOrd="1" destOrd="0" presId="urn:microsoft.com/office/officeart/2005/8/layout/process4"/>
    <dgm:cxn modelId="{AD51159F-C798-4992-BE83-116DE02C3ABC}" type="presParOf" srcId="{36F79B3D-2828-4AC7-B728-CC3A955EB962}" destId="{DEEAA53B-1C59-4788-912E-C78DD4785D16}" srcOrd="2" destOrd="0" presId="urn:microsoft.com/office/officeart/2005/8/layout/process4"/>
    <dgm:cxn modelId="{835CC640-6FC5-4333-83B9-A02EF4A68B72}" type="presParOf" srcId="{DEEAA53B-1C59-4788-912E-C78DD4785D16}" destId="{E6A64E6D-1D3E-4992-9304-9D41D4FA450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773C443-1B29-4F63-8D61-0AA852349078}"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62904844-4552-4988-944D-E16C61B8A19C}">
      <dgm:prSet/>
      <dgm:spPr/>
      <dgm:t>
        <a:bodyPr/>
        <a:lstStyle/>
        <a:p>
          <a:r>
            <a:rPr lang="en-US" dirty="0"/>
            <a:t>Consistency can be achieved in a number of ways. We will study a number of consistency models, as well as protocols for implementing the models.</a:t>
          </a:r>
        </a:p>
      </dgm:t>
    </dgm:pt>
    <dgm:pt modelId="{10336A93-3D7A-4105-A2E4-31C7DAA406AA}" type="parTrans" cxnId="{974C3807-4991-4FFB-B08B-3615294BBD9F}">
      <dgm:prSet/>
      <dgm:spPr/>
      <dgm:t>
        <a:bodyPr/>
        <a:lstStyle/>
        <a:p>
          <a:endParaRPr lang="en-US"/>
        </a:p>
      </dgm:t>
    </dgm:pt>
    <dgm:pt modelId="{38EFDE2F-D4D4-431E-9417-B7930536C9FF}" type="sibTrans" cxnId="{974C3807-4991-4FFB-B08B-3615294BBD9F}">
      <dgm:prSet/>
      <dgm:spPr/>
      <dgm:t>
        <a:bodyPr/>
        <a:lstStyle/>
        <a:p>
          <a:endParaRPr lang="en-US"/>
        </a:p>
      </dgm:t>
    </dgm:pt>
    <dgm:pt modelId="{AA0E930F-0384-4899-8427-22656A1E9F82}">
      <dgm:prSet/>
      <dgm:spPr/>
      <dgm:t>
        <a:bodyPr/>
        <a:lstStyle/>
        <a:p>
          <a:r>
            <a:rPr lang="en-US"/>
            <a:t>The consistency models are classified into two broader categories: </a:t>
          </a:r>
        </a:p>
      </dgm:t>
    </dgm:pt>
    <dgm:pt modelId="{8056EABA-DBC5-4D79-9361-806CEC2F62DF}" type="parTrans" cxnId="{3EEBF2FF-2BAB-4AA2-939E-D255322E33B4}">
      <dgm:prSet/>
      <dgm:spPr/>
      <dgm:t>
        <a:bodyPr/>
        <a:lstStyle/>
        <a:p>
          <a:endParaRPr lang="en-US"/>
        </a:p>
      </dgm:t>
    </dgm:pt>
    <dgm:pt modelId="{64A4EB56-AB7F-4971-BC85-06C088861D23}" type="sibTrans" cxnId="{3EEBF2FF-2BAB-4AA2-939E-D255322E33B4}">
      <dgm:prSet/>
      <dgm:spPr/>
      <dgm:t>
        <a:bodyPr/>
        <a:lstStyle/>
        <a:p>
          <a:endParaRPr lang="en-US"/>
        </a:p>
      </dgm:t>
    </dgm:pt>
    <dgm:pt modelId="{015AE4BB-9F7E-41F6-B404-5CDCAD04BD11}">
      <dgm:prSet/>
      <dgm:spPr/>
      <dgm:t>
        <a:bodyPr/>
        <a:lstStyle/>
        <a:p>
          <a:r>
            <a:rPr lang="en-US"/>
            <a:t>Data-centric Consistency Models</a:t>
          </a:r>
        </a:p>
      </dgm:t>
    </dgm:pt>
    <dgm:pt modelId="{66C2BCBC-6620-49D2-A230-B8A9C46825C6}" type="parTrans" cxnId="{DA9DC657-3EE4-4246-B8B9-CC745313961F}">
      <dgm:prSet/>
      <dgm:spPr/>
      <dgm:t>
        <a:bodyPr/>
        <a:lstStyle/>
        <a:p>
          <a:endParaRPr lang="en-US"/>
        </a:p>
      </dgm:t>
    </dgm:pt>
    <dgm:pt modelId="{2ABC4D79-9C50-4632-BC2C-55E6B58404C2}" type="sibTrans" cxnId="{DA9DC657-3EE4-4246-B8B9-CC745313961F}">
      <dgm:prSet/>
      <dgm:spPr/>
      <dgm:t>
        <a:bodyPr/>
        <a:lstStyle/>
        <a:p>
          <a:endParaRPr lang="en-US"/>
        </a:p>
      </dgm:t>
    </dgm:pt>
    <dgm:pt modelId="{C387A20B-F122-4B67-B83F-77AB4DAE7A96}">
      <dgm:prSet/>
      <dgm:spPr/>
      <dgm:t>
        <a:bodyPr/>
        <a:lstStyle/>
        <a:p>
          <a:r>
            <a:rPr lang="en-US"/>
            <a:t>Client-Centric Consistency Models</a:t>
          </a:r>
        </a:p>
      </dgm:t>
    </dgm:pt>
    <dgm:pt modelId="{92221F0D-0D34-4A0D-AD60-D501A832058F}" type="parTrans" cxnId="{3FA9DB09-3CFA-4D4B-8521-83E4CD8D6A1A}">
      <dgm:prSet/>
      <dgm:spPr/>
      <dgm:t>
        <a:bodyPr/>
        <a:lstStyle/>
        <a:p>
          <a:endParaRPr lang="en-US"/>
        </a:p>
      </dgm:t>
    </dgm:pt>
    <dgm:pt modelId="{ACBF6D05-BD3D-463E-9B39-D904F00D7B22}" type="sibTrans" cxnId="{3FA9DB09-3CFA-4D4B-8521-83E4CD8D6A1A}">
      <dgm:prSet/>
      <dgm:spPr/>
      <dgm:t>
        <a:bodyPr/>
        <a:lstStyle/>
        <a:p>
          <a:endParaRPr lang="en-US"/>
        </a:p>
      </dgm:t>
    </dgm:pt>
    <dgm:pt modelId="{186C2801-339A-49CE-A274-044C636E2E5E}" type="pres">
      <dgm:prSet presAssocID="{A773C443-1B29-4F63-8D61-0AA852349078}" presName="Name0" presStyleCnt="0">
        <dgm:presLayoutVars>
          <dgm:dir/>
          <dgm:animLvl val="lvl"/>
          <dgm:resizeHandles val="exact"/>
        </dgm:presLayoutVars>
      </dgm:prSet>
      <dgm:spPr/>
    </dgm:pt>
    <dgm:pt modelId="{1D4E271D-B109-4330-95AD-E3D94C741F1A}" type="pres">
      <dgm:prSet presAssocID="{AA0E930F-0384-4899-8427-22656A1E9F82}" presName="boxAndChildren" presStyleCnt="0"/>
      <dgm:spPr/>
    </dgm:pt>
    <dgm:pt modelId="{557E386D-8940-40B0-8CE4-5327B4C263F8}" type="pres">
      <dgm:prSet presAssocID="{AA0E930F-0384-4899-8427-22656A1E9F82}" presName="parentTextBox" presStyleLbl="node1" presStyleIdx="0" presStyleCnt="2"/>
      <dgm:spPr/>
    </dgm:pt>
    <dgm:pt modelId="{78BA25FC-A425-46F4-9051-94F5B963D1B1}" type="pres">
      <dgm:prSet presAssocID="{AA0E930F-0384-4899-8427-22656A1E9F82}" presName="entireBox" presStyleLbl="node1" presStyleIdx="0" presStyleCnt="2"/>
      <dgm:spPr/>
    </dgm:pt>
    <dgm:pt modelId="{7AD86759-7994-495A-B1DA-4F1C5BDDC006}" type="pres">
      <dgm:prSet presAssocID="{AA0E930F-0384-4899-8427-22656A1E9F82}" presName="descendantBox" presStyleCnt="0"/>
      <dgm:spPr/>
    </dgm:pt>
    <dgm:pt modelId="{7660FA4F-FA14-4F43-BF3D-847C2CB93DF4}" type="pres">
      <dgm:prSet presAssocID="{015AE4BB-9F7E-41F6-B404-5CDCAD04BD11}" presName="childTextBox" presStyleLbl="fgAccFollowNode1" presStyleIdx="0" presStyleCnt="2">
        <dgm:presLayoutVars>
          <dgm:bulletEnabled val="1"/>
        </dgm:presLayoutVars>
      </dgm:prSet>
      <dgm:spPr/>
    </dgm:pt>
    <dgm:pt modelId="{5B993E74-FB29-4A30-9F43-6451BB5460B0}" type="pres">
      <dgm:prSet presAssocID="{C387A20B-F122-4B67-B83F-77AB4DAE7A96}" presName="childTextBox" presStyleLbl="fgAccFollowNode1" presStyleIdx="1" presStyleCnt="2">
        <dgm:presLayoutVars>
          <dgm:bulletEnabled val="1"/>
        </dgm:presLayoutVars>
      </dgm:prSet>
      <dgm:spPr/>
    </dgm:pt>
    <dgm:pt modelId="{7B7EFE1C-A6B7-4804-A8C2-9D199D97E80D}" type="pres">
      <dgm:prSet presAssocID="{38EFDE2F-D4D4-431E-9417-B7930536C9FF}" presName="sp" presStyleCnt="0"/>
      <dgm:spPr/>
    </dgm:pt>
    <dgm:pt modelId="{22FF521E-ACAA-4053-A004-91843CFC98DF}" type="pres">
      <dgm:prSet presAssocID="{62904844-4552-4988-944D-E16C61B8A19C}" presName="arrowAndChildren" presStyleCnt="0"/>
      <dgm:spPr/>
    </dgm:pt>
    <dgm:pt modelId="{6C4DBE36-B517-4025-BBC9-97C398CC5CAF}" type="pres">
      <dgm:prSet presAssocID="{62904844-4552-4988-944D-E16C61B8A19C}" presName="parentTextArrow" presStyleLbl="node1" presStyleIdx="1" presStyleCnt="2"/>
      <dgm:spPr/>
    </dgm:pt>
  </dgm:ptLst>
  <dgm:cxnLst>
    <dgm:cxn modelId="{974C3807-4991-4FFB-B08B-3615294BBD9F}" srcId="{A773C443-1B29-4F63-8D61-0AA852349078}" destId="{62904844-4552-4988-944D-E16C61B8A19C}" srcOrd="0" destOrd="0" parTransId="{10336A93-3D7A-4105-A2E4-31C7DAA406AA}" sibTransId="{38EFDE2F-D4D4-431E-9417-B7930536C9FF}"/>
    <dgm:cxn modelId="{3FA9DB09-3CFA-4D4B-8521-83E4CD8D6A1A}" srcId="{AA0E930F-0384-4899-8427-22656A1E9F82}" destId="{C387A20B-F122-4B67-B83F-77AB4DAE7A96}" srcOrd="1" destOrd="0" parTransId="{92221F0D-0D34-4A0D-AD60-D501A832058F}" sibTransId="{ACBF6D05-BD3D-463E-9B39-D904F00D7B22}"/>
    <dgm:cxn modelId="{DA9DC657-3EE4-4246-B8B9-CC745313961F}" srcId="{AA0E930F-0384-4899-8427-22656A1E9F82}" destId="{015AE4BB-9F7E-41F6-B404-5CDCAD04BD11}" srcOrd="0" destOrd="0" parTransId="{66C2BCBC-6620-49D2-A230-B8A9C46825C6}" sibTransId="{2ABC4D79-9C50-4632-BC2C-55E6B58404C2}"/>
    <dgm:cxn modelId="{04FFA59B-8487-4387-9DA7-BD8107E0FFB8}" type="presOf" srcId="{62904844-4552-4988-944D-E16C61B8A19C}" destId="{6C4DBE36-B517-4025-BBC9-97C398CC5CAF}" srcOrd="0" destOrd="0" presId="urn:microsoft.com/office/officeart/2005/8/layout/process4"/>
    <dgm:cxn modelId="{68DE449F-6D33-4CC0-97A7-CE1822EA9A38}" type="presOf" srcId="{A773C443-1B29-4F63-8D61-0AA852349078}" destId="{186C2801-339A-49CE-A274-044C636E2E5E}" srcOrd="0" destOrd="0" presId="urn:microsoft.com/office/officeart/2005/8/layout/process4"/>
    <dgm:cxn modelId="{3996B6DD-CA08-4E4A-833D-A9541B89A7AD}" type="presOf" srcId="{AA0E930F-0384-4899-8427-22656A1E9F82}" destId="{78BA25FC-A425-46F4-9051-94F5B963D1B1}" srcOrd="1" destOrd="0" presId="urn:microsoft.com/office/officeart/2005/8/layout/process4"/>
    <dgm:cxn modelId="{A8D658E1-5347-4225-86B6-1654EEACDE50}" type="presOf" srcId="{C387A20B-F122-4B67-B83F-77AB4DAE7A96}" destId="{5B993E74-FB29-4A30-9F43-6451BB5460B0}" srcOrd="0" destOrd="0" presId="urn:microsoft.com/office/officeart/2005/8/layout/process4"/>
    <dgm:cxn modelId="{B38A77E7-A2F8-4E57-842A-B00CBE461780}" type="presOf" srcId="{AA0E930F-0384-4899-8427-22656A1E9F82}" destId="{557E386D-8940-40B0-8CE4-5327B4C263F8}" srcOrd="0" destOrd="0" presId="urn:microsoft.com/office/officeart/2005/8/layout/process4"/>
    <dgm:cxn modelId="{C785DFF5-E701-4528-82CA-4422D7A908BE}" type="presOf" srcId="{015AE4BB-9F7E-41F6-B404-5CDCAD04BD11}" destId="{7660FA4F-FA14-4F43-BF3D-847C2CB93DF4}" srcOrd="0" destOrd="0" presId="urn:microsoft.com/office/officeart/2005/8/layout/process4"/>
    <dgm:cxn modelId="{3EEBF2FF-2BAB-4AA2-939E-D255322E33B4}" srcId="{A773C443-1B29-4F63-8D61-0AA852349078}" destId="{AA0E930F-0384-4899-8427-22656A1E9F82}" srcOrd="1" destOrd="0" parTransId="{8056EABA-DBC5-4D79-9361-806CEC2F62DF}" sibTransId="{64A4EB56-AB7F-4971-BC85-06C088861D23}"/>
    <dgm:cxn modelId="{109DE84E-5A8B-4955-8FCB-E24C07A2C18E}" type="presParOf" srcId="{186C2801-339A-49CE-A274-044C636E2E5E}" destId="{1D4E271D-B109-4330-95AD-E3D94C741F1A}" srcOrd="0" destOrd="0" presId="urn:microsoft.com/office/officeart/2005/8/layout/process4"/>
    <dgm:cxn modelId="{ED0A5FB9-FD8C-4B3D-B239-C10031F8DD43}" type="presParOf" srcId="{1D4E271D-B109-4330-95AD-E3D94C741F1A}" destId="{557E386D-8940-40B0-8CE4-5327B4C263F8}" srcOrd="0" destOrd="0" presId="urn:microsoft.com/office/officeart/2005/8/layout/process4"/>
    <dgm:cxn modelId="{BD300408-BC33-48E9-9944-C6322715F3DD}" type="presParOf" srcId="{1D4E271D-B109-4330-95AD-E3D94C741F1A}" destId="{78BA25FC-A425-46F4-9051-94F5B963D1B1}" srcOrd="1" destOrd="0" presId="urn:microsoft.com/office/officeart/2005/8/layout/process4"/>
    <dgm:cxn modelId="{1A5532AA-CE6D-41FA-9DC0-532372B88A11}" type="presParOf" srcId="{1D4E271D-B109-4330-95AD-E3D94C741F1A}" destId="{7AD86759-7994-495A-B1DA-4F1C5BDDC006}" srcOrd="2" destOrd="0" presId="urn:microsoft.com/office/officeart/2005/8/layout/process4"/>
    <dgm:cxn modelId="{C6B0C27B-F323-4B09-BEEB-BE5A19CEC1CE}" type="presParOf" srcId="{7AD86759-7994-495A-B1DA-4F1C5BDDC006}" destId="{7660FA4F-FA14-4F43-BF3D-847C2CB93DF4}" srcOrd="0" destOrd="0" presId="urn:microsoft.com/office/officeart/2005/8/layout/process4"/>
    <dgm:cxn modelId="{4E80592D-7C66-4B44-A753-08B11D4AE877}" type="presParOf" srcId="{7AD86759-7994-495A-B1DA-4F1C5BDDC006}" destId="{5B993E74-FB29-4A30-9F43-6451BB5460B0}" srcOrd="1" destOrd="0" presId="urn:microsoft.com/office/officeart/2005/8/layout/process4"/>
    <dgm:cxn modelId="{6DDB7D3E-CB50-4362-B8D2-57A159B40EC8}" type="presParOf" srcId="{186C2801-339A-49CE-A274-044C636E2E5E}" destId="{7B7EFE1C-A6B7-4804-A8C2-9D199D97E80D}" srcOrd="1" destOrd="0" presId="urn:microsoft.com/office/officeart/2005/8/layout/process4"/>
    <dgm:cxn modelId="{EC78F1C7-B1A0-44BC-86ED-E700873176C6}" type="presParOf" srcId="{186C2801-339A-49CE-A274-044C636E2E5E}" destId="{22FF521E-ACAA-4053-A004-91843CFC98DF}" srcOrd="2" destOrd="0" presId="urn:microsoft.com/office/officeart/2005/8/layout/process4"/>
    <dgm:cxn modelId="{89EC5A16-A587-4677-B18A-6E67BCFA026A}" type="presParOf" srcId="{22FF521E-ACAA-4053-A004-91843CFC98DF}" destId="{6C4DBE36-B517-4025-BBC9-97C398CC5CA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F493D4-FDB1-4338-8350-42FABF3FBD3E}"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FED5025A-4724-44A5-92D9-7EB1192DDB03}">
      <dgm:prSet/>
      <dgm:spPr/>
      <dgm:t>
        <a:bodyPr/>
        <a:lstStyle/>
        <a:p>
          <a:r>
            <a:rPr lang="en-US"/>
            <a:t>Data-centric Consistency Models</a:t>
          </a:r>
        </a:p>
      </dgm:t>
    </dgm:pt>
    <dgm:pt modelId="{B174FA46-127B-49E8-960B-A277237176D5}" type="parTrans" cxnId="{FDA440FF-97DB-447E-9CDE-FB75985A7AD5}">
      <dgm:prSet/>
      <dgm:spPr/>
      <dgm:t>
        <a:bodyPr/>
        <a:lstStyle/>
        <a:p>
          <a:endParaRPr lang="en-US"/>
        </a:p>
      </dgm:t>
    </dgm:pt>
    <dgm:pt modelId="{1B484BCF-FB3C-4824-AD25-46D4F061CAA9}" type="sibTrans" cxnId="{FDA440FF-97DB-447E-9CDE-FB75985A7AD5}">
      <dgm:prSet/>
      <dgm:spPr/>
      <dgm:t>
        <a:bodyPr/>
        <a:lstStyle/>
        <a:p>
          <a:endParaRPr lang="en-US"/>
        </a:p>
      </dgm:t>
    </dgm:pt>
    <dgm:pt modelId="{0CD45004-4001-4009-8691-F14FAF57DD16}">
      <dgm:prSet/>
      <dgm:spPr/>
      <dgm:t>
        <a:bodyPr/>
        <a:lstStyle/>
        <a:p>
          <a:r>
            <a:rPr lang="en-US"/>
            <a:t>Continuous Consistency</a:t>
          </a:r>
        </a:p>
      </dgm:t>
    </dgm:pt>
    <dgm:pt modelId="{6DA8126D-4DBD-4D8C-8F35-1205E2DD3697}" type="parTrans" cxnId="{CB58C666-7149-4202-8792-169688869788}">
      <dgm:prSet/>
      <dgm:spPr/>
      <dgm:t>
        <a:bodyPr/>
        <a:lstStyle/>
        <a:p>
          <a:endParaRPr lang="en-US"/>
        </a:p>
      </dgm:t>
    </dgm:pt>
    <dgm:pt modelId="{254B1901-0AA1-4660-8C33-F7D50E660D79}" type="sibTrans" cxnId="{CB58C666-7149-4202-8792-169688869788}">
      <dgm:prSet/>
      <dgm:spPr/>
      <dgm:t>
        <a:bodyPr/>
        <a:lstStyle/>
        <a:p>
          <a:endParaRPr lang="en-US"/>
        </a:p>
      </dgm:t>
    </dgm:pt>
    <dgm:pt modelId="{62B3BF08-FFDD-42C1-8772-F00F12DD5E38}">
      <dgm:prSet/>
      <dgm:spPr/>
      <dgm:t>
        <a:bodyPr/>
        <a:lstStyle/>
        <a:p>
          <a:r>
            <a:rPr lang="en-US"/>
            <a:t>Consistent Ordering of Operations</a:t>
          </a:r>
        </a:p>
      </dgm:t>
    </dgm:pt>
    <dgm:pt modelId="{E09FFB00-CE7C-4018-BFCC-DD357568552F}" type="parTrans" cxnId="{916C5CA9-BF15-4514-8C4A-3E9B7D0530D5}">
      <dgm:prSet/>
      <dgm:spPr/>
      <dgm:t>
        <a:bodyPr/>
        <a:lstStyle/>
        <a:p>
          <a:endParaRPr lang="en-US"/>
        </a:p>
      </dgm:t>
    </dgm:pt>
    <dgm:pt modelId="{F8876A27-6AE0-4F1A-B352-1E2AB073A3A2}" type="sibTrans" cxnId="{916C5CA9-BF15-4514-8C4A-3E9B7D0530D5}">
      <dgm:prSet/>
      <dgm:spPr/>
      <dgm:t>
        <a:bodyPr/>
        <a:lstStyle/>
        <a:p>
          <a:endParaRPr lang="en-US"/>
        </a:p>
      </dgm:t>
    </dgm:pt>
    <dgm:pt modelId="{0B630DA7-9F2D-4453-B05A-5E99875D6604}">
      <dgm:prSet/>
      <dgm:spPr/>
      <dgm:t>
        <a:bodyPr/>
        <a:lstStyle/>
        <a:p>
          <a:r>
            <a:rPr lang="en-US" dirty="0"/>
            <a:t>Causal Consistency</a:t>
          </a:r>
        </a:p>
      </dgm:t>
    </dgm:pt>
    <dgm:pt modelId="{2FB52D84-CA17-4255-9A51-AB39CED79994}" type="parTrans" cxnId="{2879C99E-7D62-42EC-9788-658036B4917A}">
      <dgm:prSet/>
      <dgm:spPr/>
      <dgm:t>
        <a:bodyPr/>
        <a:lstStyle/>
        <a:p>
          <a:endParaRPr lang="en-US"/>
        </a:p>
      </dgm:t>
    </dgm:pt>
    <dgm:pt modelId="{37B3BB7C-5D59-43AD-9698-CBB3E97E063E}" type="sibTrans" cxnId="{2879C99E-7D62-42EC-9788-658036B4917A}">
      <dgm:prSet/>
      <dgm:spPr/>
      <dgm:t>
        <a:bodyPr/>
        <a:lstStyle/>
        <a:p>
          <a:endParaRPr lang="en-US"/>
        </a:p>
      </dgm:t>
    </dgm:pt>
    <dgm:pt modelId="{0BE4002F-C404-4EC4-A83E-430C1B940DC0}">
      <dgm:prSet/>
      <dgm:spPr/>
      <dgm:t>
        <a:bodyPr/>
        <a:lstStyle/>
        <a:p>
          <a:r>
            <a:rPr lang="en-US"/>
            <a:t>Grouping Operations</a:t>
          </a:r>
        </a:p>
      </dgm:t>
    </dgm:pt>
    <dgm:pt modelId="{831FA258-88E5-4E08-A45D-1B317CBCBC94}" type="parTrans" cxnId="{16F80DCE-6B8E-42CD-A90A-EE36F9388467}">
      <dgm:prSet/>
      <dgm:spPr/>
      <dgm:t>
        <a:bodyPr/>
        <a:lstStyle/>
        <a:p>
          <a:endParaRPr lang="en-US"/>
        </a:p>
      </dgm:t>
    </dgm:pt>
    <dgm:pt modelId="{7ECC7CA9-ED9E-45ED-9F39-5E7DA0721EC3}" type="sibTrans" cxnId="{16F80DCE-6B8E-42CD-A90A-EE36F9388467}">
      <dgm:prSet/>
      <dgm:spPr/>
      <dgm:t>
        <a:bodyPr/>
        <a:lstStyle/>
        <a:p>
          <a:endParaRPr lang="en-US"/>
        </a:p>
      </dgm:t>
    </dgm:pt>
    <dgm:pt modelId="{A173495C-AC6F-41B7-9BF2-96C32A4B038B}">
      <dgm:prSet/>
      <dgm:spPr/>
      <dgm:t>
        <a:bodyPr/>
        <a:lstStyle/>
        <a:p>
          <a:r>
            <a:rPr lang="en-US"/>
            <a:t>Client-Centric Consistency Models</a:t>
          </a:r>
        </a:p>
      </dgm:t>
    </dgm:pt>
    <dgm:pt modelId="{5D862AB2-97AB-4087-8601-AE5F8DBA4731}" type="parTrans" cxnId="{263F4499-B73F-4329-BFFC-369E04397E46}">
      <dgm:prSet/>
      <dgm:spPr/>
      <dgm:t>
        <a:bodyPr/>
        <a:lstStyle/>
        <a:p>
          <a:endParaRPr lang="en-US"/>
        </a:p>
      </dgm:t>
    </dgm:pt>
    <dgm:pt modelId="{72FB9181-F142-429D-8A69-F21D40740D2F}" type="sibTrans" cxnId="{263F4499-B73F-4329-BFFC-369E04397E46}">
      <dgm:prSet/>
      <dgm:spPr/>
      <dgm:t>
        <a:bodyPr/>
        <a:lstStyle/>
        <a:p>
          <a:endParaRPr lang="en-US"/>
        </a:p>
      </dgm:t>
    </dgm:pt>
    <dgm:pt modelId="{6B44957C-7E53-4232-B346-B6DFA8729242}">
      <dgm:prSet/>
      <dgm:spPr/>
      <dgm:t>
        <a:bodyPr/>
        <a:lstStyle/>
        <a:p>
          <a:r>
            <a:rPr lang="en-US"/>
            <a:t>Eventual Consistency</a:t>
          </a:r>
        </a:p>
      </dgm:t>
    </dgm:pt>
    <dgm:pt modelId="{5E7155C7-2557-4918-A1A2-5552F77C2A9C}" type="parTrans" cxnId="{067E0727-A00E-46A3-BE87-F1BC6E4CD0F5}">
      <dgm:prSet/>
      <dgm:spPr/>
      <dgm:t>
        <a:bodyPr/>
        <a:lstStyle/>
        <a:p>
          <a:endParaRPr lang="en-US"/>
        </a:p>
      </dgm:t>
    </dgm:pt>
    <dgm:pt modelId="{A90AFEA5-0302-4D67-B742-0F7CFE2D2F2D}" type="sibTrans" cxnId="{067E0727-A00E-46A3-BE87-F1BC6E4CD0F5}">
      <dgm:prSet/>
      <dgm:spPr/>
      <dgm:t>
        <a:bodyPr/>
        <a:lstStyle/>
        <a:p>
          <a:endParaRPr lang="en-US"/>
        </a:p>
      </dgm:t>
    </dgm:pt>
    <dgm:pt modelId="{CEDC0210-2448-4B26-BD72-8E5222AB51F5}">
      <dgm:prSet/>
      <dgm:spPr/>
      <dgm:t>
        <a:bodyPr/>
        <a:lstStyle/>
        <a:p>
          <a:r>
            <a:rPr lang="en-US"/>
            <a:t>Monotonic Writes</a:t>
          </a:r>
        </a:p>
      </dgm:t>
    </dgm:pt>
    <dgm:pt modelId="{6D0B78F2-63F4-4EDE-9F25-BF7955306982}" type="parTrans" cxnId="{560060F3-DD66-4AF5-966A-603F38641F36}">
      <dgm:prSet/>
      <dgm:spPr/>
      <dgm:t>
        <a:bodyPr/>
        <a:lstStyle/>
        <a:p>
          <a:endParaRPr lang="en-US"/>
        </a:p>
      </dgm:t>
    </dgm:pt>
    <dgm:pt modelId="{639635F4-0B83-415A-B539-A8DE65E802B3}" type="sibTrans" cxnId="{560060F3-DD66-4AF5-966A-603F38641F36}">
      <dgm:prSet/>
      <dgm:spPr/>
      <dgm:t>
        <a:bodyPr/>
        <a:lstStyle/>
        <a:p>
          <a:endParaRPr lang="en-US"/>
        </a:p>
      </dgm:t>
    </dgm:pt>
    <dgm:pt modelId="{D6C354BD-1C1A-41F1-9793-F6B65488F358}">
      <dgm:prSet/>
      <dgm:spPr/>
      <dgm:t>
        <a:bodyPr/>
        <a:lstStyle/>
        <a:p>
          <a:r>
            <a:rPr lang="en-US"/>
            <a:t>Read Your Writes</a:t>
          </a:r>
        </a:p>
      </dgm:t>
    </dgm:pt>
    <dgm:pt modelId="{CF1CF6F5-2883-4184-A71C-4BB534FC7FD9}" type="parTrans" cxnId="{7988A7DF-9AF5-4F6A-A2E5-73BF14707497}">
      <dgm:prSet/>
      <dgm:spPr/>
      <dgm:t>
        <a:bodyPr/>
        <a:lstStyle/>
        <a:p>
          <a:endParaRPr lang="en-US"/>
        </a:p>
      </dgm:t>
    </dgm:pt>
    <dgm:pt modelId="{F3B3939E-178A-4245-A9D8-7F96139BD4F2}" type="sibTrans" cxnId="{7988A7DF-9AF5-4F6A-A2E5-73BF14707497}">
      <dgm:prSet/>
      <dgm:spPr/>
      <dgm:t>
        <a:bodyPr/>
        <a:lstStyle/>
        <a:p>
          <a:endParaRPr lang="en-US"/>
        </a:p>
      </dgm:t>
    </dgm:pt>
    <dgm:pt modelId="{FB58713E-D589-4683-9B89-D1C69287A409}">
      <dgm:prSet/>
      <dgm:spPr/>
      <dgm:t>
        <a:bodyPr/>
        <a:lstStyle/>
        <a:p>
          <a:r>
            <a:rPr lang="en-US"/>
            <a:t>Writes Follow Reads</a:t>
          </a:r>
        </a:p>
      </dgm:t>
    </dgm:pt>
    <dgm:pt modelId="{91BC2598-C1FC-4C54-AE63-ECF49CD3135D}" type="parTrans" cxnId="{78693632-3129-43EC-98E1-717C72904DE2}">
      <dgm:prSet/>
      <dgm:spPr/>
      <dgm:t>
        <a:bodyPr/>
        <a:lstStyle/>
        <a:p>
          <a:endParaRPr lang="en-US"/>
        </a:p>
      </dgm:t>
    </dgm:pt>
    <dgm:pt modelId="{60A643C8-A2E6-49AA-80A8-E7BDADC4937C}" type="sibTrans" cxnId="{78693632-3129-43EC-98E1-717C72904DE2}">
      <dgm:prSet/>
      <dgm:spPr/>
      <dgm:t>
        <a:bodyPr/>
        <a:lstStyle/>
        <a:p>
          <a:endParaRPr lang="en-US"/>
        </a:p>
      </dgm:t>
    </dgm:pt>
    <dgm:pt modelId="{768BB623-8AA9-48EE-96CD-AA748B87E943}" type="pres">
      <dgm:prSet presAssocID="{ACF493D4-FDB1-4338-8350-42FABF3FBD3E}" presName="linear" presStyleCnt="0">
        <dgm:presLayoutVars>
          <dgm:dir/>
          <dgm:animLvl val="lvl"/>
          <dgm:resizeHandles val="exact"/>
        </dgm:presLayoutVars>
      </dgm:prSet>
      <dgm:spPr/>
    </dgm:pt>
    <dgm:pt modelId="{9B22E1FA-132A-46E3-BEF2-3E2C59DA72E5}" type="pres">
      <dgm:prSet presAssocID="{FED5025A-4724-44A5-92D9-7EB1192DDB03}" presName="parentLin" presStyleCnt="0"/>
      <dgm:spPr/>
    </dgm:pt>
    <dgm:pt modelId="{B5C627CE-98E1-469E-8D70-04A075A459BD}" type="pres">
      <dgm:prSet presAssocID="{FED5025A-4724-44A5-92D9-7EB1192DDB03}" presName="parentLeftMargin" presStyleLbl="node1" presStyleIdx="0" presStyleCnt="2"/>
      <dgm:spPr/>
    </dgm:pt>
    <dgm:pt modelId="{F022C789-829D-4A70-B462-C1F7926E5170}" type="pres">
      <dgm:prSet presAssocID="{FED5025A-4724-44A5-92D9-7EB1192DDB03}" presName="parentText" presStyleLbl="node1" presStyleIdx="0" presStyleCnt="2">
        <dgm:presLayoutVars>
          <dgm:chMax val="0"/>
          <dgm:bulletEnabled val="1"/>
        </dgm:presLayoutVars>
      </dgm:prSet>
      <dgm:spPr/>
    </dgm:pt>
    <dgm:pt modelId="{F22E6401-F923-4891-A8A3-F6AC48B33E52}" type="pres">
      <dgm:prSet presAssocID="{FED5025A-4724-44A5-92D9-7EB1192DDB03}" presName="negativeSpace" presStyleCnt="0"/>
      <dgm:spPr/>
    </dgm:pt>
    <dgm:pt modelId="{7591F19C-63BC-41E5-AA83-F8C46F5A3310}" type="pres">
      <dgm:prSet presAssocID="{FED5025A-4724-44A5-92D9-7EB1192DDB03}" presName="childText" presStyleLbl="conFgAcc1" presStyleIdx="0" presStyleCnt="2">
        <dgm:presLayoutVars>
          <dgm:bulletEnabled val="1"/>
        </dgm:presLayoutVars>
      </dgm:prSet>
      <dgm:spPr/>
    </dgm:pt>
    <dgm:pt modelId="{FE336B17-FC00-44FE-AE2F-B0F317C8B832}" type="pres">
      <dgm:prSet presAssocID="{1B484BCF-FB3C-4824-AD25-46D4F061CAA9}" presName="spaceBetweenRectangles" presStyleCnt="0"/>
      <dgm:spPr/>
    </dgm:pt>
    <dgm:pt modelId="{81900DD5-C507-4A70-B29D-4710CDA95963}" type="pres">
      <dgm:prSet presAssocID="{A173495C-AC6F-41B7-9BF2-96C32A4B038B}" presName="parentLin" presStyleCnt="0"/>
      <dgm:spPr/>
    </dgm:pt>
    <dgm:pt modelId="{F98CD02F-0E44-467F-9450-0E5AF09EE39B}" type="pres">
      <dgm:prSet presAssocID="{A173495C-AC6F-41B7-9BF2-96C32A4B038B}" presName="parentLeftMargin" presStyleLbl="node1" presStyleIdx="0" presStyleCnt="2"/>
      <dgm:spPr/>
    </dgm:pt>
    <dgm:pt modelId="{F3667BB1-E12E-41F5-8698-6D15132EE171}" type="pres">
      <dgm:prSet presAssocID="{A173495C-AC6F-41B7-9BF2-96C32A4B038B}" presName="parentText" presStyleLbl="node1" presStyleIdx="1" presStyleCnt="2">
        <dgm:presLayoutVars>
          <dgm:chMax val="0"/>
          <dgm:bulletEnabled val="1"/>
        </dgm:presLayoutVars>
      </dgm:prSet>
      <dgm:spPr/>
    </dgm:pt>
    <dgm:pt modelId="{E4A63CAE-9788-424C-A7F2-3F0CBC5834A6}" type="pres">
      <dgm:prSet presAssocID="{A173495C-AC6F-41B7-9BF2-96C32A4B038B}" presName="negativeSpace" presStyleCnt="0"/>
      <dgm:spPr/>
    </dgm:pt>
    <dgm:pt modelId="{3870DC66-F3C7-4A21-92D5-DBEC989F241E}" type="pres">
      <dgm:prSet presAssocID="{A173495C-AC6F-41B7-9BF2-96C32A4B038B}" presName="childText" presStyleLbl="conFgAcc1" presStyleIdx="1" presStyleCnt="2">
        <dgm:presLayoutVars>
          <dgm:bulletEnabled val="1"/>
        </dgm:presLayoutVars>
      </dgm:prSet>
      <dgm:spPr/>
    </dgm:pt>
  </dgm:ptLst>
  <dgm:cxnLst>
    <dgm:cxn modelId="{166FF404-21CE-4213-8324-04A6C5E7BCC4}" type="presOf" srcId="{ACF493D4-FDB1-4338-8350-42FABF3FBD3E}" destId="{768BB623-8AA9-48EE-96CD-AA748B87E943}" srcOrd="0" destOrd="0" presId="urn:microsoft.com/office/officeart/2005/8/layout/list1"/>
    <dgm:cxn modelId="{9CE4B811-E9AB-441F-BD8D-6BAFAED25528}" type="presOf" srcId="{D6C354BD-1C1A-41F1-9793-F6B65488F358}" destId="{3870DC66-F3C7-4A21-92D5-DBEC989F241E}" srcOrd="0" destOrd="2" presId="urn:microsoft.com/office/officeart/2005/8/layout/list1"/>
    <dgm:cxn modelId="{067E0727-A00E-46A3-BE87-F1BC6E4CD0F5}" srcId="{A173495C-AC6F-41B7-9BF2-96C32A4B038B}" destId="{6B44957C-7E53-4232-B346-B6DFA8729242}" srcOrd="0" destOrd="0" parTransId="{5E7155C7-2557-4918-A1A2-5552F77C2A9C}" sibTransId="{A90AFEA5-0302-4D67-B742-0F7CFE2D2F2D}"/>
    <dgm:cxn modelId="{9D03472F-62FC-41BD-A993-518EFC3F0FD4}" type="presOf" srcId="{A173495C-AC6F-41B7-9BF2-96C32A4B038B}" destId="{F98CD02F-0E44-467F-9450-0E5AF09EE39B}" srcOrd="0" destOrd="0" presId="urn:microsoft.com/office/officeart/2005/8/layout/list1"/>
    <dgm:cxn modelId="{78693632-3129-43EC-98E1-717C72904DE2}" srcId="{A173495C-AC6F-41B7-9BF2-96C32A4B038B}" destId="{FB58713E-D589-4683-9B89-D1C69287A409}" srcOrd="3" destOrd="0" parTransId="{91BC2598-C1FC-4C54-AE63-ECF49CD3135D}" sibTransId="{60A643C8-A2E6-49AA-80A8-E7BDADC4937C}"/>
    <dgm:cxn modelId="{AEF39E35-45BC-4266-99F9-C1493DDFEA03}" type="presOf" srcId="{FED5025A-4724-44A5-92D9-7EB1192DDB03}" destId="{F022C789-829D-4A70-B462-C1F7926E5170}" srcOrd="1" destOrd="0" presId="urn:microsoft.com/office/officeart/2005/8/layout/list1"/>
    <dgm:cxn modelId="{B4276C41-D0AC-47E0-A918-83712324F817}" type="presOf" srcId="{0BE4002F-C404-4EC4-A83E-430C1B940DC0}" destId="{7591F19C-63BC-41E5-AA83-F8C46F5A3310}" srcOrd="0" destOrd="3" presId="urn:microsoft.com/office/officeart/2005/8/layout/list1"/>
    <dgm:cxn modelId="{E6D1E064-3CD9-420D-9443-BCFB20AF9D62}" type="presOf" srcId="{0CD45004-4001-4009-8691-F14FAF57DD16}" destId="{7591F19C-63BC-41E5-AA83-F8C46F5A3310}" srcOrd="0" destOrd="0" presId="urn:microsoft.com/office/officeart/2005/8/layout/list1"/>
    <dgm:cxn modelId="{CB58C666-7149-4202-8792-169688869788}" srcId="{FED5025A-4724-44A5-92D9-7EB1192DDB03}" destId="{0CD45004-4001-4009-8691-F14FAF57DD16}" srcOrd="0" destOrd="0" parTransId="{6DA8126D-4DBD-4D8C-8F35-1205E2DD3697}" sibTransId="{254B1901-0AA1-4660-8C33-F7D50E660D79}"/>
    <dgm:cxn modelId="{D367BA68-53AB-4FA9-96CC-22B46EFBAA93}" type="presOf" srcId="{A173495C-AC6F-41B7-9BF2-96C32A4B038B}" destId="{F3667BB1-E12E-41F5-8698-6D15132EE171}" srcOrd="1" destOrd="0" presId="urn:microsoft.com/office/officeart/2005/8/layout/list1"/>
    <dgm:cxn modelId="{1170CC84-4E69-4160-AED1-3C523DE2BB6D}" type="presOf" srcId="{0B630DA7-9F2D-4453-B05A-5E99875D6604}" destId="{7591F19C-63BC-41E5-AA83-F8C46F5A3310}" srcOrd="0" destOrd="2" presId="urn:microsoft.com/office/officeart/2005/8/layout/list1"/>
    <dgm:cxn modelId="{596B1C8A-7E16-4438-B215-C245B1DAD69D}" type="presOf" srcId="{62B3BF08-FFDD-42C1-8772-F00F12DD5E38}" destId="{7591F19C-63BC-41E5-AA83-F8C46F5A3310}" srcOrd="0" destOrd="1" presId="urn:microsoft.com/office/officeart/2005/8/layout/list1"/>
    <dgm:cxn modelId="{263F4499-B73F-4329-BFFC-369E04397E46}" srcId="{ACF493D4-FDB1-4338-8350-42FABF3FBD3E}" destId="{A173495C-AC6F-41B7-9BF2-96C32A4B038B}" srcOrd="1" destOrd="0" parTransId="{5D862AB2-97AB-4087-8601-AE5F8DBA4731}" sibTransId="{72FB9181-F142-429D-8A69-F21D40740D2F}"/>
    <dgm:cxn modelId="{E4AC269C-9ADE-4F51-A22E-8EE219E15BD1}" type="presOf" srcId="{FED5025A-4724-44A5-92D9-7EB1192DDB03}" destId="{B5C627CE-98E1-469E-8D70-04A075A459BD}" srcOrd="0" destOrd="0" presId="urn:microsoft.com/office/officeart/2005/8/layout/list1"/>
    <dgm:cxn modelId="{2879C99E-7D62-42EC-9788-658036B4917A}" srcId="{62B3BF08-FFDD-42C1-8772-F00F12DD5E38}" destId="{0B630DA7-9F2D-4453-B05A-5E99875D6604}" srcOrd="0" destOrd="0" parTransId="{2FB52D84-CA17-4255-9A51-AB39CED79994}" sibTransId="{37B3BB7C-5D59-43AD-9698-CBB3E97E063E}"/>
    <dgm:cxn modelId="{4347F7A7-960E-4817-9C7E-471BCD27400A}" type="presOf" srcId="{CEDC0210-2448-4B26-BD72-8E5222AB51F5}" destId="{3870DC66-F3C7-4A21-92D5-DBEC989F241E}" srcOrd="0" destOrd="1" presId="urn:microsoft.com/office/officeart/2005/8/layout/list1"/>
    <dgm:cxn modelId="{916C5CA9-BF15-4514-8C4A-3E9B7D0530D5}" srcId="{FED5025A-4724-44A5-92D9-7EB1192DDB03}" destId="{62B3BF08-FFDD-42C1-8772-F00F12DD5E38}" srcOrd="1" destOrd="0" parTransId="{E09FFB00-CE7C-4018-BFCC-DD357568552F}" sibTransId="{F8876A27-6AE0-4F1A-B352-1E2AB073A3A2}"/>
    <dgm:cxn modelId="{0FEC72AA-E2EB-402B-B738-909D0B04C83C}" type="presOf" srcId="{6B44957C-7E53-4232-B346-B6DFA8729242}" destId="{3870DC66-F3C7-4A21-92D5-DBEC989F241E}" srcOrd="0" destOrd="0" presId="urn:microsoft.com/office/officeart/2005/8/layout/list1"/>
    <dgm:cxn modelId="{16F80DCE-6B8E-42CD-A90A-EE36F9388467}" srcId="{62B3BF08-FFDD-42C1-8772-F00F12DD5E38}" destId="{0BE4002F-C404-4EC4-A83E-430C1B940DC0}" srcOrd="1" destOrd="0" parTransId="{831FA258-88E5-4E08-A45D-1B317CBCBC94}" sibTransId="{7ECC7CA9-ED9E-45ED-9F39-5E7DA0721EC3}"/>
    <dgm:cxn modelId="{F6CF77D5-9AD1-4631-A591-FA511C7DD7E5}" type="presOf" srcId="{FB58713E-D589-4683-9B89-D1C69287A409}" destId="{3870DC66-F3C7-4A21-92D5-DBEC989F241E}" srcOrd="0" destOrd="3" presId="urn:microsoft.com/office/officeart/2005/8/layout/list1"/>
    <dgm:cxn modelId="{7988A7DF-9AF5-4F6A-A2E5-73BF14707497}" srcId="{A173495C-AC6F-41B7-9BF2-96C32A4B038B}" destId="{D6C354BD-1C1A-41F1-9793-F6B65488F358}" srcOrd="2" destOrd="0" parTransId="{CF1CF6F5-2883-4184-A71C-4BB534FC7FD9}" sibTransId="{F3B3939E-178A-4245-A9D8-7F96139BD4F2}"/>
    <dgm:cxn modelId="{560060F3-DD66-4AF5-966A-603F38641F36}" srcId="{A173495C-AC6F-41B7-9BF2-96C32A4B038B}" destId="{CEDC0210-2448-4B26-BD72-8E5222AB51F5}" srcOrd="1" destOrd="0" parTransId="{6D0B78F2-63F4-4EDE-9F25-BF7955306982}" sibTransId="{639635F4-0B83-415A-B539-A8DE65E802B3}"/>
    <dgm:cxn modelId="{FDA440FF-97DB-447E-9CDE-FB75985A7AD5}" srcId="{ACF493D4-FDB1-4338-8350-42FABF3FBD3E}" destId="{FED5025A-4724-44A5-92D9-7EB1192DDB03}" srcOrd="0" destOrd="0" parTransId="{B174FA46-127B-49E8-960B-A277237176D5}" sibTransId="{1B484BCF-FB3C-4824-AD25-46D4F061CAA9}"/>
    <dgm:cxn modelId="{79C1CD54-4CB8-47B4-A37B-4D44EDC684F3}" type="presParOf" srcId="{768BB623-8AA9-48EE-96CD-AA748B87E943}" destId="{9B22E1FA-132A-46E3-BEF2-3E2C59DA72E5}" srcOrd="0" destOrd="0" presId="urn:microsoft.com/office/officeart/2005/8/layout/list1"/>
    <dgm:cxn modelId="{2B4B3B1C-939E-4141-89F0-6C411DAE00DD}" type="presParOf" srcId="{9B22E1FA-132A-46E3-BEF2-3E2C59DA72E5}" destId="{B5C627CE-98E1-469E-8D70-04A075A459BD}" srcOrd="0" destOrd="0" presId="urn:microsoft.com/office/officeart/2005/8/layout/list1"/>
    <dgm:cxn modelId="{E70A6BE6-E10C-47C4-910D-38162DDE0691}" type="presParOf" srcId="{9B22E1FA-132A-46E3-BEF2-3E2C59DA72E5}" destId="{F022C789-829D-4A70-B462-C1F7926E5170}" srcOrd="1" destOrd="0" presId="urn:microsoft.com/office/officeart/2005/8/layout/list1"/>
    <dgm:cxn modelId="{A6D429C9-87D9-4337-AF76-DE45F540067A}" type="presParOf" srcId="{768BB623-8AA9-48EE-96CD-AA748B87E943}" destId="{F22E6401-F923-4891-A8A3-F6AC48B33E52}" srcOrd="1" destOrd="0" presId="urn:microsoft.com/office/officeart/2005/8/layout/list1"/>
    <dgm:cxn modelId="{0403E417-D291-4F20-A9C8-C5D45A20BA47}" type="presParOf" srcId="{768BB623-8AA9-48EE-96CD-AA748B87E943}" destId="{7591F19C-63BC-41E5-AA83-F8C46F5A3310}" srcOrd="2" destOrd="0" presId="urn:microsoft.com/office/officeart/2005/8/layout/list1"/>
    <dgm:cxn modelId="{D3EF1583-9DB5-4439-80D3-2194388AF7C2}" type="presParOf" srcId="{768BB623-8AA9-48EE-96CD-AA748B87E943}" destId="{FE336B17-FC00-44FE-AE2F-B0F317C8B832}" srcOrd="3" destOrd="0" presId="urn:microsoft.com/office/officeart/2005/8/layout/list1"/>
    <dgm:cxn modelId="{53FF02E2-CA8D-4413-B525-469DD8D8FB3F}" type="presParOf" srcId="{768BB623-8AA9-48EE-96CD-AA748B87E943}" destId="{81900DD5-C507-4A70-B29D-4710CDA95963}" srcOrd="4" destOrd="0" presId="urn:microsoft.com/office/officeart/2005/8/layout/list1"/>
    <dgm:cxn modelId="{00A342E4-FD72-43FF-86C3-89C62C403503}" type="presParOf" srcId="{81900DD5-C507-4A70-B29D-4710CDA95963}" destId="{F98CD02F-0E44-467F-9450-0E5AF09EE39B}" srcOrd="0" destOrd="0" presId="urn:microsoft.com/office/officeart/2005/8/layout/list1"/>
    <dgm:cxn modelId="{E0C249ED-F642-48F0-A297-1EBD66190DDE}" type="presParOf" srcId="{81900DD5-C507-4A70-B29D-4710CDA95963}" destId="{F3667BB1-E12E-41F5-8698-6D15132EE171}" srcOrd="1" destOrd="0" presId="urn:microsoft.com/office/officeart/2005/8/layout/list1"/>
    <dgm:cxn modelId="{4D6350B9-714C-4631-9AC8-DC70F0296BAD}" type="presParOf" srcId="{768BB623-8AA9-48EE-96CD-AA748B87E943}" destId="{E4A63CAE-9788-424C-A7F2-3F0CBC5834A6}" srcOrd="5" destOrd="0" presId="urn:microsoft.com/office/officeart/2005/8/layout/list1"/>
    <dgm:cxn modelId="{9E50066B-F08D-47E2-B562-D7006C50FE90}" type="presParOf" srcId="{768BB623-8AA9-48EE-96CD-AA748B87E943}" destId="{3870DC66-F3C7-4A21-92D5-DBEC989F241E}"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Understanding of </a:t>
          </a:r>
          <a:r>
            <a:rPr lang="en-US" dirty="0">
              <a:latin typeface="Arial" panose="020B0604020202020204" pitchFamily="34" charset="0"/>
              <a:cs typeface="Arial" panose="020B0604020202020204" pitchFamily="34" charset="0"/>
            </a:rPr>
            <a:t>Data-Centric Consistency Models.</a:t>
          </a:r>
          <a:endParaRPr lang="en-PK" dirty="0"/>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Understanding of </a:t>
          </a:r>
          <a:r>
            <a:rPr lang="en-US" dirty="0">
              <a:latin typeface="Arial" panose="020B0604020202020204" pitchFamily="34" charset="0"/>
              <a:cs typeface="Arial" panose="020B0604020202020204" pitchFamily="34" charset="0"/>
            </a:rPr>
            <a:t>Continuous Consistency</a:t>
          </a:r>
          <a:r>
            <a:rPr lang="en-US" altLang="en-PK" dirty="0">
              <a:latin typeface="Arial" panose="020B0604020202020204" pitchFamily="34" charset="0"/>
              <a:ea typeface="ＭＳ Ｐゴシック" panose="020B0600070205080204" pitchFamily="34" charset="-128"/>
              <a:cs typeface="Arial" panose="020B0604020202020204" pitchFamily="34" charset="0"/>
            </a:rPr>
            <a:t>.</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B0A10588-A960-4753-8AD6-9F5EB78385A1}">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Understanding of </a:t>
          </a:r>
          <a:r>
            <a:rPr lang="en-US" altLang="en-PK" dirty="0" err="1">
              <a:latin typeface="Arial" panose="020B0604020202020204" pitchFamily="34" charset="0"/>
              <a:ea typeface="ＭＳ Ｐゴシック" panose="020B0600070205080204" pitchFamily="34" charset="-128"/>
              <a:cs typeface="Arial" panose="020B0604020202020204" pitchFamily="34" charset="0"/>
            </a:rPr>
            <a:t>Conit</a:t>
          </a:r>
          <a:r>
            <a:rPr lang="en-US" altLang="en-PK" dirty="0">
              <a:latin typeface="Arial" panose="020B0604020202020204" pitchFamily="34" charset="0"/>
              <a:ea typeface="ＭＳ Ｐゴシック" panose="020B0600070205080204" pitchFamily="34" charset="-128"/>
              <a:cs typeface="Arial" panose="020B0604020202020204" pitchFamily="34" charset="0"/>
            </a:rPr>
            <a:t> with example.</a:t>
          </a:r>
          <a:endParaRPr lang="en-PK" dirty="0"/>
        </a:p>
      </dgm:t>
    </dgm:pt>
    <dgm:pt modelId="{E91ED6C2-34E9-45CE-B992-721D450D79CF}" type="parTrans" cxnId="{8D2A474F-2BA0-4942-9F36-179AD813D620}">
      <dgm:prSet/>
      <dgm:spPr/>
      <dgm:t>
        <a:bodyPr/>
        <a:lstStyle/>
        <a:p>
          <a:endParaRPr lang="en-PK"/>
        </a:p>
      </dgm:t>
    </dgm:pt>
    <dgm:pt modelId="{8BA827FC-498D-40CA-A31D-B7437880D002}" type="sibTrans" cxnId="{8D2A474F-2BA0-4942-9F36-179AD813D620}">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3"/>
      <dgm:spPr/>
    </dgm:pt>
    <dgm:pt modelId="{D881F5EF-E907-4B70-B27C-A1BEE31A375E}" type="pres">
      <dgm:prSet presAssocID="{AD97C7EA-A52E-4807-91FC-7F73ACA10AE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3">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3"/>
      <dgm:spPr/>
    </dgm:pt>
    <dgm:pt modelId="{506C0FB1-07FE-4287-8822-A312BB62CC32}" type="pres">
      <dgm:prSet presAssocID="{13132748-EF84-4804-85DC-B5D259AD20F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3">
        <dgm:presLayoutVars>
          <dgm:chMax val="0"/>
          <dgm:chPref val="0"/>
        </dgm:presLayoutVars>
      </dgm:prSet>
      <dgm:spPr/>
    </dgm:pt>
    <dgm:pt modelId="{E6486C3B-28A4-4521-8E35-AE3348178F64}" type="pres">
      <dgm:prSet presAssocID="{0594577A-67D3-418F-89DA-C59617FAD0B3}" presName="sibTrans" presStyleCnt="0"/>
      <dgm:spPr/>
    </dgm:pt>
    <dgm:pt modelId="{B41BF234-66EC-4F90-BA43-748E34FAB1EA}" type="pres">
      <dgm:prSet presAssocID="{B0A10588-A960-4753-8AD6-9F5EB78385A1}" presName="compNode" presStyleCnt="0"/>
      <dgm:spPr/>
    </dgm:pt>
    <dgm:pt modelId="{D49CD649-114A-4301-899A-7AB712C48F82}" type="pres">
      <dgm:prSet presAssocID="{B0A10588-A960-4753-8AD6-9F5EB78385A1}" presName="bgRect" presStyleLbl="bgShp" presStyleIdx="2" presStyleCnt="3"/>
      <dgm:spPr/>
    </dgm:pt>
    <dgm:pt modelId="{1EB3E142-0DF4-49A1-B939-883B8F6C6A69}" type="pres">
      <dgm:prSet presAssocID="{B0A10588-A960-4753-8AD6-9F5EB78385A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1ED800C3-C055-4934-9EF6-2E6B51466BF4}" type="pres">
      <dgm:prSet presAssocID="{B0A10588-A960-4753-8AD6-9F5EB78385A1}" presName="spaceRect" presStyleCnt="0"/>
      <dgm:spPr/>
    </dgm:pt>
    <dgm:pt modelId="{EE8D50D3-A939-446E-9D71-966B0D8C8EA9}" type="pres">
      <dgm:prSet presAssocID="{B0A10588-A960-4753-8AD6-9F5EB78385A1}" presName="parTx" presStyleLbl="revTx" presStyleIdx="2" presStyleCnt="3">
        <dgm:presLayoutVars>
          <dgm:chMax val="0"/>
          <dgm:chPref val="0"/>
        </dgm:presLayoutVars>
      </dgm:prSet>
      <dgm:spPr/>
    </dgm:pt>
  </dgm:ptLst>
  <dgm:cxnLst>
    <dgm:cxn modelId="{8CD12A04-9058-4954-8E32-47692777EB1D}" type="presOf" srcId="{B0A10588-A960-4753-8AD6-9F5EB78385A1}" destId="{EE8D50D3-A939-446E-9D71-966B0D8C8EA9}" srcOrd="0" destOrd="0" presId="urn:microsoft.com/office/officeart/2018/2/layout/IconVerticalSolidList"/>
    <dgm:cxn modelId="{1D5F7927-FA0D-46D1-8C91-FF5F26216785}" srcId="{33284D22-5FBB-4E6B-B09D-FBF016189D2A}" destId="{AD97C7EA-A52E-4807-91FC-7F73ACA10AEF}" srcOrd="0" destOrd="0" parTransId="{C71A38FA-4936-49B3-A787-599066C56025}" sibTransId="{21989FB5-9492-48A8-96CF-3AC5D9A84B6B}"/>
    <dgm:cxn modelId="{8D2A474F-2BA0-4942-9F36-179AD813D620}" srcId="{33284D22-5FBB-4E6B-B09D-FBF016189D2A}" destId="{B0A10588-A960-4753-8AD6-9F5EB78385A1}" srcOrd="2" destOrd="0" parTransId="{E91ED6C2-34E9-45CE-B992-721D450D79CF}" sibTransId="{8BA827FC-498D-40CA-A31D-B7437880D002}"/>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 modelId="{E71AA441-37CD-4D27-AEFD-278F9A71EC29}" type="presParOf" srcId="{ABF4C45D-15C4-49D3-B04C-388C7AFC570D}" destId="{E6486C3B-28A4-4521-8E35-AE3348178F64}" srcOrd="3" destOrd="0" presId="urn:microsoft.com/office/officeart/2018/2/layout/IconVerticalSolidList"/>
    <dgm:cxn modelId="{5B895EF0-9FEB-4BAF-92FF-C0A634B282F7}" type="presParOf" srcId="{ABF4C45D-15C4-49D3-B04C-388C7AFC570D}" destId="{B41BF234-66EC-4F90-BA43-748E34FAB1EA}" srcOrd="4" destOrd="0" presId="urn:microsoft.com/office/officeart/2018/2/layout/IconVerticalSolidList"/>
    <dgm:cxn modelId="{A804A50B-88A8-4F56-A9EF-A9DF2B1FFFC9}" type="presParOf" srcId="{B41BF234-66EC-4F90-BA43-748E34FAB1EA}" destId="{D49CD649-114A-4301-899A-7AB712C48F82}" srcOrd="0" destOrd="0" presId="urn:microsoft.com/office/officeart/2018/2/layout/IconVerticalSolidList"/>
    <dgm:cxn modelId="{6436544E-E92D-4B34-960C-A1FBDBF65FFB}" type="presParOf" srcId="{B41BF234-66EC-4F90-BA43-748E34FAB1EA}" destId="{1EB3E142-0DF4-49A1-B939-883B8F6C6A69}" srcOrd="1" destOrd="0" presId="urn:microsoft.com/office/officeart/2018/2/layout/IconVerticalSolidList"/>
    <dgm:cxn modelId="{009C07CC-A7EE-4820-AC00-9077C607B1EB}" type="presParOf" srcId="{B41BF234-66EC-4F90-BA43-748E34FAB1EA}" destId="{1ED800C3-C055-4934-9EF6-2E6B51466BF4}" srcOrd="2" destOrd="0" presId="urn:microsoft.com/office/officeart/2018/2/layout/IconVerticalSolidList"/>
    <dgm:cxn modelId="{3966C3FA-2642-4ABF-A8D5-A69B0D56BB87}" type="presParOf" srcId="{B41BF234-66EC-4F90-BA43-748E34FAB1EA}" destId="{EE8D50D3-A939-446E-9D71-966B0D8C8EA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84D5116-76C9-4ADE-B091-7807638959D8}"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7C530A9E-788B-43C1-95AD-C458B951A167}">
      <dgm:prSet/>
      <dgm:spPr/>
      <dgm:t>
        <a:bodyPr/>
        <a:lstStyle/>
        <a:p>
          <a:r>
            <a:rPr lang="en-US"/>
            <a:t>Degree of consistency: Yu and Vahdat (2002) take a general approach by distinguishing three independent axes for defining inconsistencies: </a:t>
          </a:r>
          <a:endParaRPr lang="en-PK"/>
        </a:p>
      </dgm:t>
    </dgm:pt>
    <dgm:pt modelId="{39F28BB8-DC51-433A-B139-5C60FE8D7BE0}" type="parTrans" cxnId="{C7DF16D5-4935-44D8-A9F7-85AACD598D37}">
      <dgm:prSet/>
      <dgm:spPr/>
      <dgm:t>
        <a:bodyPr/>
        <a:lstStyle/>
        <a:p>
          <a:endParaRPr lang="en-PK"/>
        </a:p>
      </dgm:t>
    </dgm:pt>
    <dgm:pt modelId="{91F81986-E5E0-4E75-A2BA-F5B4FACA0923}" type="sibTrans" cxnId="{C7DF16D5-4935-44D8-A9F7-85AACD598D37}">
      <dgm:prSet/>
      <dgm:spPr/>
      <dgm:t>
        <a:bodyPr/>
        <a:lstStyle/>
        <a:p>
          <a:endParaRPr lang="en-PK"/>
        </a:p>
      </dgm:t>
    </dgm:pt>
    <dgm:pt modelId="{BD6BEE06-C446-4715-9A19-48B40069EEEF}">
      <dgm:prSet/>
      <dgm:spPr/>
      <dgm:t>
        <a:bodyPr/>
        <a:lstStyle/>
        <a:p>
          <a:r>
            <a:rPr lang="en-US"/>
            <a:t>Replicas may differ in their numerical value.</a:t>
          </a:r>
          <a:endParaRPr lang="en-PK"/>
        </a:p>
      </dgm:t>
    </dgm:pt>
    <dgm:pt modelId="{6B6EC448-7F05-457A-AD26-0650EEF87221}" type="parTrans" cxnId="{2BD4F3B8-A285-4FD1-A8D5-A5A213156501}">
      <dgm:prSet/>
      <dgm:spPr/>
      <dgm:t>
        <a:bodyPr/>
        <a:lstStyle/>
        <a:p>
          <a:endParaRPr lang="en-PK"/>
        </a:p>
      </dgm:t>
    </dgm:pt>
    <dgm:pt modelId="{FF4A3F11-430B-44F6-BE89-B4F16A7834FA}" type="sibTrans" cxnId="{2BD4F3B8-A285-4FD1-A8D5-A5A213156501}">
      <dgm:prSet/>
      <dgm:spPr/>
      <dgm:t>
        <a:bodyPr/>
        <a:lstStyle/>
        <a:p>
          <a:endParaRPr lang="en-PK"/>
        </a:p>
      </dgm:t>
    </dgm:pt>
    <dgm:pt modelId="{31DCA457-9E03-4B30-BEC2-CE3AC4881E7B}">
      <dgm:prSet/>
      <dgm:spPr/>
      <dgm:t>
        <a:bodyPr/>
        <a:lstStyle/>
        <a:p>
          <a:r>
            <a:rPr lang="en-US"/>
            <a:t>Replicas may differ in their relative staleness.</a:t>
          </a:r>
          <a:endParaRPr lang="en-PK"/>
        </a:p>
      </dgm:t>
    </dgm:pt>
    <dgm:pt modelId="{4B7A5B2D-5070-4222-9A7E-4C17D21544C8}" type="parTrans" cxnId="{DC341DCF-693B-4217-AB57-272FDB0A307E}">
      <dgm:prSet/>
      <dgm:spPr/>
      <dgm:t>
        <a:bodyPr/>
        <a:lstStyle/>
        <a:p>
          <a:endParaRPr lang="en-PK"/>
        </a:p>
      </dgm:t>
    </dgm:pt>
    <dgm:pt modelId="{E5722957-E3AA-428B-8EAD-F16FB4D6A799}" type="sibTrans" cxnId="{DC341DCF-693B-4217-AB57-272FDB0A307E}">
      <dgm:prSet/>
      <dgm:spPr/>
      <dgm:t>
        <a:bodyPr/>
        <a:lstStyle/>
        <a:p>
          <a:endParaRPr lang="en-PK"/>
        </a:p>
      </dgm:t>
    </dgm:pt>
    <dgm:pt modelId="{54BE2A85-E262-496A-874D-F1D8515DE16C}">
      <dgm:prSet/>
      <dgm:spPr/>
      <dgm:t>
        <a:bodyPr/>
        <a:lstStyle/>
        <a:p>
          <a:r>
            <a:rPr lang="en-US"/>
            <a:t>There may differences with respect to order of performed update operations.   </a:t>
          </a:r>
          <a:endParaRPr lang="en-PK"/>
        </a:p>
      </dgm:t>
    </dgm:pt>
    <dgm:pt modelId="{4A3C2E33-4EA8-490C-8433-014A780294C0}" type="parTrans" cxnId="{CC824355-52BE-4347-B5A8-126213F26142}">
      <dgm:prSet/>
      <dgm:spPr/>
      <dgm:t>
        <a:bodyPr/>
        <a:lstStyle/>
        <a:p>
          <a:endParaRPr lang="en-PK"/>
        </a:p>
      </dgm:t>
    </dgm:pt>
    <dgm:pt modelId="{A49C07B4-C26D-4135-ABEE-1922B91BF7BF}" type="sibTrans" cxnId="{CC824355-52BE-4347-B5A8-126213F26142}">
      <dgm:prSet/>
      <dgm:spPr/>
      <dgm:t>
        <a:bodyPr/>
        <a:lstStyle/>
        <a:p>
          <a:endParaRPr lang="en-PK"/>
        </a:p>
      </dgm:t>
    </dgm:pt>
    <dgm:pt modelId="{E91B96CB-CD7C-42FD-A8CA-A5BC3F6A3957}" type="pres">
      <dgm:prSet presAssocID="{484D5116-76C9-4ADE-B091-7807638959D8}" presName="Name0" presStyleCnt="0">
        <dgm:presLayoutVars>
          <dgm:dir/>
          <dgm:animLvl val="lvl"/>
          <dgm:resizeHandles val="exact"/>
        </dgm:presLayoutVars>
      </dgm:prSet>
      <dgm:spPr/>
    </dgm:pt>
    <dgm:pt modelId="{A289950D-398A-44F3-9FAB-3CD02842FCBC}" type="pres">
      <dgm:prSet presAssocID="{7C530A9E-788B-43C1-95AD-C458B951A167}" presName="linNode" presStyleCnt="0"/>
      <dgm:spPr/>
    </dgm:pt>
    <dgm:pt modelId="{2FD9E013-15A1-455B-98C5-0A01CB96856B}" type="pres">
      <dgm:prSet presAssocID="{7C530A9E-788B-43C1-95AD-C458B951A167}" presName="parentText" presStyleLbl="node1" presStyleIdx="0" presStyleCnt="1">
        <dgm:presLayoutVars>
          <dgm:chMax val="1"/>
          <dgm:bulletEnabled val="1"/>
        </dgm:presLayoutVars>
      </dgm:prSet>
      <dgm:spPr/>
    </dgm:pt>
    <dgm:pt modelId="{6CF63CF4-D9B3-4B16-958A-783946F4B8FD}" type="pres">
      <dgm:prSet presAssocID="{7C530A9E-788B-43C1-95AD-C458B951A167}" presName="descendantText" presStyleLbl="alignAccFollowNode1" presStyleIdx="0" presStyleCnt="1">
        <dgm:presLayoutVars>
          <dgm:bulletEnabled val="1"/>
        </dgm:presLayoutVars>
      </dgm:prSet>
      <dgm:spPr/>
    </dgm:pt>
  </dgm:ptLst>
  <dgm:cxnLst>
    <dgm:cxn modelId="{1D00C21D-02C9-4480-955E-BEC475BD09C1}" type="presOf" srcId="{BD6BEE06-C446-4715-9A19-48B40069EEEF}" destId="{6CF63CF4-D9B3-4B16-958A-783946F4B8FD}" srcOrd="0" destOrd="0" presId="urn:microsoft.com/office/officeart/2005/8/layout/vList5"/>
    <dgm:cxn modelId="{EDF4AB52-15DB-4446-B07A-E58947417B4F}" type="presOf" srcId="{7C530A9E-788B-43C1-95AD-C458B951A167}" destId="{2FD9E013-15A1-455B-98C5-0A01CB96856B}" srcOrd="0" destOrd="0" presId="urn:microsoft.com/office/officeart/2005/8/layout/vList5"/>
    <dgm:cxn modelId="{CC824355-52BE-4347-B5A8-126213F26142}" srcId="{7C530A9E-788B-43C1-95AD-C458B951A167}" destId="{54BE2A85-E262-496A-874D-F1D8515DE16C}" srcOrd="2" destOrd="0" parTransId="{4A3C2E33-4EA8-490C-8433-014A780294C0}" sibTransId="{A49C07B4-C26D-4135-ABEE-1922B91BF7BF}"/>
    <dgm:cxn modelId="{B5CBC292-95E0-46CE-A0C4-614C564B7CA2}" type="presOf" srcId="{54BE2A85-E262-496A-874D-F1D8515DE16C}" destId="{6CF63CF4-D9B3-4B16-958A-783946F4B8FD}" srcOrd="0" destOrd="2" presId="urn:microsoft.com/office/officeart/2005/8/layout/vList5"/>
    <dgm:cxn modelId="{2BD4F3B8-A285-4FD1-A8D5-A5A213156501}" srcId="{7C530A9E-788B-43C1-95AD-C458B951A167}" destId="{BD6BEE06-C446-4715-9A19-48B40069EEEF}" srcOrd="0" destOrd="0" parTransId="{6B6EC448-7F05-457A-AD26-0650EEF87221}" sibTransId="{FF4A3F11-430B-44F6-BE89-B4F16A7834FA}"/>
    <dgm:cxn modelId="{99B602BD-AAEF-41E8-BBD0-066A15B77009}" type="presOf" srcId="{484D5116-76C9-4ADE-B091-7807638959D8}" destId="{E91B96CB-CD7C-42FD-A8CA-A5BC3F6A3957}" srcOrd="0" destOrd="0" presId="urn:microsoft.com/office/officeart/2005/8/layout/vList5"/>
    <dgm:cxn modelId="{DC341DCF-693B-4217-AB57-272FDB0A307E}" srcId="{7C530A9E-788B-43C1-95AD-C458B951A167}" destId="{31DCA457-9E03-4B30-BEC2-CE3AC4881E7B}" srcOrd="1" destOrd="0" parTransId="{4B7A5B2D-5070-4222-9A7E-4C17D21544C8}" sibTransId="{E5722957-E3AA-428B-8EAD-F16FB4D6A799}"/>
    <dgm:cxn modelId="{C7DF16D5-4935-44D8-A9F7-85AACD598D37}" srcId="{484D5116-76C9-4ADE-B091-7807638959D8}" destId="{7C530A9E-788B-43C1-95AD-C458B951A167}" srcOrd="0" destOrd="0" parTransId="{39F28BB8-DC51-433A-B139-5C60FE8D7BE0}" sibTransId="{91F81986-E5E0-4E75-A2BA-F5B4FACA0923}"/>
    <dgm:cxn modelId="{EC642DD5-6023-4BD9-BCE8-34C1875B3772}" type="presOf" srcId="{31DCA457-9E03-4B30-BEC2-CE3AC4881E7B}" destId="{6CF63CF4-D9B3-4B16-958A-783946F4B8FD}" srcOrd="0" destOrd="1" presId="urn:microsoft.com/office/officeart/2005/8/layout/vList5"/>
    <dgm:cxn modelId="{7CA59CEB-FAF4-43D1-954A-79EAF4073C0D}" type="presParOf" srcId="{E91B96CB-CD7C-42FD-A8CA-A5BC3F6A3957}" destId="{A289950D-398A-44F3-9FAB-3CD02842FCBC}" srcOrd="0" destOrd="0" presId="urn:microsoft.com/office/officeart/2005/8/layout/vList5"/>
    <dgm:cxn modelId="{16889A71-163D-4415-A0D2-8E086E4E2A3C}" type="presParOf" srcId="{A289950D-398A-44F3-9FAB-3CD02842FCBC}" destId="{2FD9E013-15A1-455B-98C5-0A01CB96856B}" srcOrd="0" destOrd="0" presId="urn:microsoft.com/office/officeart/2005/8/layout/vList5"/>
    <dgm:cxn modelId="{B6593C8D-2DF9-4B3D-A2E8-0DBE68C51486}" type="presParOf" srcId="{A289950D-398A-44F3-9FAB-3CD02842FCBC}" destId="{6CF63CF4-D9B3-4B16-958A-783946F4B8FD}"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b="0" dirty="0">
              <a:solidFill>
                <a:schemeClr val="tx1"/>
              </a:solidFill>
              <a:latin typeface="Arial" panose="020B0604020202020204" pitchFamily="34" charset="0"/>
              <a:cs typeface="Arial" panose="020B0604020202020204" pitchFamily="34" charset="0"/>
            </a:rPr>
            <a:t>Introduction of Sequential Consistency</a:t>
          </a:r>
          <a:r>
            <a:rPr lang="en-US" dirty="0">
              <a:solidFill>
                <a:schemeClr val="tx1"/>
              </a:solidFill>
              <a:latin typeface="Arial" panose="020B0604020202020204" pitchFamily="34" charset="0"/>
              <a:cs typeface="Arial" panose="020B0604020202020204" pitchFamily="34" charset="0"/>
            </a:rPr>
            <a:t>.</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b="0" dirty="0">
              <a:solidFill>
                <a:schemeClr val="tx1"/>
              </a:solidFill>
              <a:latin typeface="Arial" panose="020B0604020202020204" pitchFamily="34" charset="0"/>
              <a:cs typeface="Arial" panose="020B0604020202020204" pitchFamily="34" charset="0"/>
            </a:rPr>
            <a:t>Example of Sequential Consistency</a:t>
          </a:r>
          <a:r>
            <a:rPr lang="en-US" dirty="0">
              <a:latin typeface="Arial" panose="020B0604020202020204" pitchFamily="34" charset="0"/>
              <a:cs typeface="Arial" panose="020B0604020202020204" pitchFamily="34" charset="0"/>
            </a:rPr>
            <a:t>.</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b="0" dirty="0">
              <a:solidFill>
                <a:schemeClr val="tx1"/>
              </a:solidFill>
              <a:latin typeface="Arial" panose="020B0604020202020204" pitchFamily="34" charset="0"/>
              <a:cs typeface="Arial" panose="020B0604020202020204" pitchFamily="34" charset="0"/>
            </a:rPr>
            <a:t>Introduction of Casual Consistency</a:t>
          </a:r>
          <a:r>
            <a:rPr lang="en-US" dirty="0">
              <a:solidFill>
                <a:schemeClr val="tx1"/>
              </a:solidFill>
              <a:latin typeface="Arial" panose="020B0604020202020204" pitchFamily="34" charset="0"/>
              <a:cs typeface="Arial" panose="020B0604020202020204" pitchFamily="34" charset="0"/>
            </a:rPr>
            <a:t>.</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b="0" dirty="0">
              <a:solidFill>
                <a:schemeClr val="tx1"/>
              </a:solidFill>
              <a:latin typeface="Arial" panose="020B0604020202020204" pitchFamily="34" charset="0"/>
              <a:cs typeface="Arial" panose="020B0604020202020204" pitchFamily="34" charset="0"/>
            </a:rPr>
            <a:t>Example of Casual Consistency</a:t>
          </a:r>
          <a:r>
            <a:rPr lang="en-US" dirty="0">
              <a:latin typeface="Arial" panose="020B0604020202020204" pitchFamily="34" charset="0"/>
              <a:cs typeface="Arial" panose="020B0604020202020204" pitchFamily="34" charset="0"/>
            </a:rPr>
            <a:t>.</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C0EA57F-67AA-47ED-A016-3858095E2763}"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3C4E563C-CCF8-4D0E-B5F7-6D035F30FB66}">
      <dgm:prSet/>
      <dgm:spPr/>
      <dgm:t>
        <a:bodyPr/>
        <a:lstStyle/>
        <a:p>
          <a:r>
            <a:rPr lang="en-US" dirty="0"/>
            <a:t>For a data store to be considered causally consistent, it is necessary that the store obeys the following condition:</a:t>
          </a:r>
          <a:endParaRPr lang="en-PK" dirty="0"/>
        </a:p>
      </dgm:t>
    </dgm:pt>
    <dgm:pt modelId="{299849C4-481D-47F1-9440-29260A979560}" type="parTrans" cxnId="{D4254568-2E8D-4CB2-8864-EAA68A39D004}">
      <dgm:prSet/>
      <dgm:spPr/>
      <dgm:t>
        <a:bodyPr/>
        <a:lstStyle/>
        <a:p>
          <a:endParaRPr lang="en-PK"/>
        </a:p>
      </dgm:t>
    </dgm:pt>
    <dgm:pt modelId="{0781ABD6-5428-45E1-BC19-57692049CB34}" type="sibTrans" cxnId="{D4254568-2E8D-4CB2-8864-EAA68A39D004}">
      <dgm:prSet/>
      <dgm:spPr/>
      <dgm:t>
        <a:bodyPr/>
        <a:lstStyle/>
        <a:p>
          <a:endParaRPr lang="en-PK"/>
        </a:p>
      </dgm:t>
    </dgm:pt>
    <dgm:pt modelId="{8EB9A6A7-9F3A-4872-B880-D2633C9A024F}">
      <dgm:prSet/>
      <dgm:spPr/>
      <dgm:t>
        <a:bodyPr/>
        <a:lstStyle/>
        <a:p>
          <a:r>
            <a:rPr lang="en-US"/>
            <a:t>Writes that are potentially causally related must be seen by all processes in the same order. </a:t>
          </a:r>
          <a:endParaRPr lang="en-PK"/>
        </a:p>
      </dgm:t>
    </dgm:pt>
    <dgm:pt modelId="{7933CA79-167D-4E5D-8F3E-103756718CFB}" type="parTrans" cxnId="{96445043-0F80-4DC2-BF53-AD461365A153}">
      <dgm:prSet/>
      <dgm:spPr/>
      <dgm:t>
        <a:bodyPr/>
        <a:lstStyle/>
        <a:p>
          <a:endParaRPr lang="en-PK"/>
        </a:p>
      </dgm:t>
    </dgm:pt>
    <dgm:pt modelId="{1AE00209-F328-4791-A4EA-DBA88FCFF1C1}" type="sibTrans" cxnId="{96445043-0F80-4DC2-BF53-AD461365A153}">
      <dgm:prSet/>
      <dgm:spPr/>
      <dgm:t>
        <a:bodyPr/>
        <a:lstStyle/>
        <a:p>
          <a:endParaRPr lang="en-PK"/>
        </a:p>
      </dgm:t>
    </dgm:pt>
    <dgm:pt modelId="{E12ECA8D-E0EE-49CE-AB9E-C7A886629062}">
      <dgm:prSet/>
      <dgm:spPr/>
      <dgm:t>
        <a:bodyPr/>
        <a:lstStyle/>
        <a:p>
          <a:r>
            <a:rPr lang="en-US"/>
            <a:t>Concurrent writes may be seen in a different order on different machines</a:t>
          </a:r>
          <a:r>
            <a:rPr lang="en-US" b="0" i="0"/>
            <a:t>.</a:t>
          </a:r>
          <a:endParaRPr lang="en-PK"/>
        </a:p>
      </dgm:t>
    </dgm:pt>
    <dgm:pt modelId="{48EA47A8-35D0-4FC9-9337-1B097B111DC8}" type="parTrans" cxnId="{CE51E71C-9F34-49F5-B9CA-38142CBAFA84}">
      <dgm:prSet/>
      <dgm:spPr/>
      <dgm:t>
        <a:bodyPr/>
        <a:lstStyle/>
        <a:p>
          <a:endParaRPr lang="en-PK"/>
        </a:p>
      </dgm:t>
    </dgm:pt>
    <dgm:pt modelId="{5EFAFD55-4EC3-430A-9F39-F8838638D187}" type="sibTrans" cxnId="{CE51E71C-9F34-49F5-B9CA-38142CBAFA84}">
      <dgm:prSet/>
      <dgm:spPr/>
      <dgm:t>
        <a:bodyPr/>
        <a:lstStyle/>
        <a:p>
          <a:endParaRPr lang="en-PK"/>
        </a:p>
      </dgm:t>
    </dgm:pt>
    <dgm:pt modelId="{3AD7B69A-5F31-4C1B-A2F2-8D3E48E7767D}" type="pres">
      <dgm:prSet presAssocID="{9C0EA57F-67AA-47ED-A016-3858095E2763}" presName="Name0" presStyleCnt="0">
        <dgm:presLayoutVars>
          <dgm:dir/>
          <dgm:animLvl val="lvl"/>
          <dgm:resizeHandles val="exact"/>
        </dgm:presLayoutVars>
      </dgm:prSet>
      <dgm:spPr/>
    </dgm:pt>
    <dgm:pt modelId="{4F597D57-FC4B-4049-B2F2-0116715F1402}" type="pres">
      <dgm:prSet presAssocID="{3C4E563C-CCF8-4D0E-B5F7-6D035F30FB66}" presName="linNode" presStyleCnt="0"/>
      <dgm:spPr/>
    </dgm:pt>
    <dgm:pt modelId="{AE3A4CDD-989B-4A7C-84FD-749B54C8AB35}" type="pres">
      <dgm:prSet presAssocID="{3C4E563C-CCF8-4D0E-B5F7-6D035F30FB66}" presName="parentText" presStyleLbl="node1" presStyleIdx="0" presStyleCnt="1">
        <dgm:presLayoutVars>
          <dgm:chMax val="1"/>
          <dgm:bulletEnabled val="1"/>
        </dgm:presLayoutVars>
      </dgm:prSet>
      <dgm:spPr/>
    </dgm:pt>
    <dgm:pt modelId="{22C50EE0-F38E-43D1-843D-F0FB0904E71B}" type="pres">
      <dgm:prSet presAssocID="{3C4E563C-CCF8-4D0E-B5F7-6D035F30FB66}" presName="descendantText" presStyleLbl="alignAccFollowNode1" presStyleIdx="0" presStyleCnt="1">
        <dgm:presLayoutVars>
          <dgm:bulletEnabled val="1"/>
        </dgm:presLayoutVars>
      </dgm:prSet>
      <dgm:spPr/>
    </dgm:pt>
  </dgm:ptLst>
  <dgm:cxnLst>
    <dgm:cxn modelId="{DA5A0E1A-1B9C-4C6E-A985-190CD08E232B}" type="presOf" srcId="{E12ECA8D-E0EE-49CE-AB9E-C7A886629062}" destId="{22C50EE0-F38E-43D1-843D-F0FB0904E71B}" srcOrd="0" destOrd="1" presId="urn:microsoft.com/office/officeart/2005/8/layout/vList5"/>
    <dgm:cxn modelId="{CE51E71C-9F34-49F5-B9CA-38142CBAFA84}" srcId="{3C4E563C-CCF8-4D0E-B5F7-6D035F30FB66}" destId="{E12ECA8D-E0EE-49CE-AB9E-C7A886629062}" srcOrd="1" destOrd="0" parTransId="{48EA47A8-35D0-4FC9-9337-1B097B111DC8}" sibTransId="{5EFAFD55-4EC3-430A-9F39-F8838638D187}"/>
    <dgm:cxn modelId="{7863FC30-6B44-4486-AFBB-025D592B5909}" type="presOf" srcId="{3C4E563C-CCF8-4D0E-B5F7-6D035F30FB66}" destId="{AE3A4CDD-989B-4A7C-84FD-749B54C8AB35}" srcOrd="0" destOrd="0" presId="urn:microsoft.com/office/officeart/2005/8/layout/vList5"/>
    <dgm:cxn modelId="{96445043-0F80-4DC2-BF53-AD461365A153}" srcId="{3C4E563C-CCF8-4D0E-B5F7-6D035F30FB66}" destId="{8EB9A6A7-9F3A-4872-B880-D2633C9A024F}" srcOrd="0" destOrd="0" parTransId="{7933CA79-167D-4E5D-8F3E-103756718CFB}" sibTransId="{1AE00209-F328-4791-A4EA-DBA88FCFF1C1}"/>
    <dgm:cxn modelId="{D4254568-2E8D-4CB2-8864-EAA68A39D004}" srcId="{9C0EA57F-67AA-47ED-A016-3858095E2763}" destId="{3C4E563C-CCF8-4D0E-B5F7-6D035F30FB66}" srcOrd="0" destOrd="0" parTransId="{299849C4-481D-47F1-9440-29260A979560}" sibTransId="{0781ABD6-5428-45E1-BC19-57692049CB34}"/>
    <dgm:cxn modelId="{B1F77F70-CED3-43BD-A2DA-829A9027A4B1}" type="presOf" srcId="{9C0EA57F-67AA-47ED-A016-3858095E2763}" destId="{3AD7B69A-5F31-4C1B-A2F2-8D3E48E7767D}" srcOrd="0" destOrd="0" presId="urn:microsoft.com/office/officeart/2005/8/layout/vList5"/>
    <dgm:cxn modelId="{BBD32E90-18D7-4FD7-ABAC-C3DBCCF37C2C}" type="presOf" srcId="{8EB9A6A7-9F3A-4872-B880-D2633C9A024F}" destId="{22C50EE0-F38E-43D1-843D-F0FB0904E71B}" srcOrd="0" destOrd="0" presId="urn:microsoft.com/office/officeart/2005/8/layout/vList5"/>
    <dgm:cxn modelId="{8C58EDD0-5561-4F63-8DA9-56B6D744A566}" type="presParOf" srcId="{3AD7B69A-5F31-4C1B-A2F2-8D3E48E7767D}" destId="{4F597D57-FC4B-4049-B2F2-0116715F1402}" srcOrd="0" destOrd="0" presId="urn:microsoft.com/office/officeart/2005/8/layout/vList5"/>
    <dgm:cxn modelId="{6DBC88C3-60CF-4ABA-9BED-CEF7E9D17271}" type="presParOf" srcId="{4F597D57-FC4B-4049-B2F2-0116715F1402}" destId="{AE3A4CDD-989B-4A7C-84FD-749B54C8AB35}" srcOrd="0" destOrd="0" presId="urn:microsoft.com/office/officeart/2005/8/layout/vList5"/>
    <dgm:cxn modelId="{C4BFFAA8-A133-400D-B2AF-A4580FC2AC10}" type="presParOf" srcId="{4F597D57-FC4B-4049-B2F2-0116715F1402}" destId="{22C50EE0-F38E-43D1-843D-F0FB0904E71B}"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885A86A-7062-49ED-939D-4642597A47BD}"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PK"/>
        </a:p>
      </dgm:t>
    </dgm:pt>
    <dgm:pt modelId="{E3A70725-0D41-4627-B90A-7189C6AB0E23}">
      <dgm:prSet/>
      <dgm:spPr/>
      <dgm:t>
        <a:bodyPr/>
        <a:lstStyle/>
        <a:p>
          <a:r>
            <a:rPr lang="en-US"/>
            <a:t>Interaction through a distributed shared database.</a:t>
          </a:r>
          <a:endParaRPr lang="en-PK"/>
        </a:p>
      </dgm:t>
    </dgm:pt>
    <dgm:pt modelId="{1D813359-B290-46F6-96B2-A20A13BD9A1E}" type="parTrans" cxnId="{5D90875D-C4A9-4727-BE4B-025905ACD0E1}">
      <dgm:prSet/>
      <dgm:spPr/>
      <dgm:t>
        <a:bodyPr/>
        <a:lstStyle/>
        <a:p>
          <a:endParaRPr lang="en-PK"/>
        </a:p>
      </dgm:t>
    </dgm:pt>
    <dgm:pt modelId="{6B384B19-EE4C-4F5F-993C-C50570A7B8A3}" type="sibTrans" cxnId="{5D90875D-C4A9-4727-BE4B-025905ACD0E1}">
      <dgm:prSet/>
      <dgm:spPr/>
      <dgm:t>
        <a:bodyPr/>
        <a:lstStyle/>
        <a:p>
          <a:endParaRPr lang="en-PK"/>
        </a:p>
      </dgm:t>
    </dgm:pt>
    <dgm:pt modelId="{A80E9AB1-CC92-4675-B68D-A6C3C693252E}">
      <dgm:prSet/>
      <dgm:spPr/>
      <dgm:t>
        <a:bodyPr/>
        <a:lstStyle/>
        <a:p>
          <a:r>
            <a:rPr lang="en-US"/>
            <a:t>Process P1 writes data item x.</a:t>
          </a:r>
          <a:endParaRPr lang="en-PK"/>
        </a:p>
      </dgm:t>
    </dgm:pt>
    <dgm:pt modelId="{5C2789EF-CAEE-4D78-BA3E-D967AEC11958}" type="parTrans" cxnId="{0F016F6A-5B10-4883-B0B0-C5A69B58798E}">
      <dgm:prSet/>
      <dgm:spPr/>
      <dgm:t>
        <a:bodyPr/>
        <a:lstStyle/>
        <a:p>
          <a:endParaRPr lang="en-PK"/>
        </a:p>
      </dgm:t>
    </dgm:pt>
    <dgm:pt modelId="{185F9A98-FEFC-4B52-825F-D1466B7B87D3}" type="sibTrans" cxnId="{0F016F6A-5B10-4883-B0B0-C5A69B58798E}">
      <dgm:prSet/>
      <dgm:spPr/>
      <dgm:t>
        <a:bodyPr/>
        <a:lstStyle/>
        <a:p>
          <a:endParaRPr lang="en-PK"/>
        </a:p>
      </dgm:t>
    </dgm:pt>
    <dgm:pt modelId="{B4BF923B-6A37-4523-8898-4DBD6445426E}">
      <dgm:prSet/>
      <dgm:spPr/>
      <dgm:t>
        <a:bodyPr/>
        <a:lstStyle/>
        <a:p>
          <a:r>
            <a:rPr lang="en-US"/>
            <a:t>Then P2 reads x and writes y.</a:t>
          </a:r>
          <a:endParaRPr lang="en-PK"/>
        </a:p>
      </dgm:t>
    </dgm:pt>
    <dgm:pt modelId="{1F4F1C1B-A336-40F1-95B6-CF51BB9F2A64}" type="parTrans" cxnId="{6D4AEF37-7C85-4110-BC66-A0747AB70AD9}">
      <dgm:prSet/>
      <dgm:spPr/>
      <dgm:t>
        <a:bodyPr/>
        <a:lstStyle/>
        <a:p>
          <a:endParaRPr lang="en-PK"/>
        </a:p>
      </dgm:t>
    </dgm:pt>
    <dgm:pt modelId="{B5A8A686-5FF5-44D1-BFC0-E00AA915635F}" type="sibTrans" cxnId="{6D4AEF37-7C85-4110-BC66-A0747AB70AD9}">
      <dgm:prSet/>
      <dgm:spPr/>
      <dgm:t>
        <a:bodyPr/>
        <a:lstStyle/>
        <a:p>
          <a:endParaRPr lang="en-PK"/>
        </a:p>
      </dgm:t>
    </dgm:pt>
    <dgm:pt modelId="{7547F2DC-E87C-4EC3-82A3-15BEC51448B3}">
      <dgm:prSet/>
      <dgm:spPr/>
      <dgm:t>
        <a:bodyPr/>
        <a:lstStyle/>
        <a:p>
          <a:r>
            <a:rPr lang="en-US"/>
            <a:t>Reading of x and writing of y are potentially causally related because the computation of y may have depended on the value of x as read by P2 (i.e., the value written by P1).</a:t>
          </a:r>
          <a:endParaRPr lang="en-PK"/>
        </a:p>
      </dgm:t>
    </dgm:pt>
    <dgm:pt modelId="{0DC02C9D-B5A7-462D-9BAA-A2B150CE851F}" type="parTrans" cxnId="{C73BA91E-9AF2-4E1A-9BCD-CD5C845934F6}">
      <dgm:prSet/>
      <dgm:spPr/>
      <dgm:t>
        <a:bodyPr/>
        <a:lstStyle/>
        <a:p>
          <a:endParaRPr lang="en-PK"/>
        </a:p>
      </dgm:t>
    </dgm:pt>
    <dgm:pt modelId="{F03788A4-FACF-4189-A274-108AC25F30AD}" type="sibTrans" cxnId="{C73BA91E-9AF2-4E1A-9BCD-CD5C845934F6}">
      <dgm:prSet/>
      <dgm:spPr/>
      <dgm:t>
        <a:bodyPr/>
        <a:lstStyle/>
        <a:p>
          <a:endParaRPr lang="en-PK"/>
        </a:p>
      </dgm:t>
    </dgm:pt>
    <dgm:pt modelId="{6346EBC2-6587-4F18-9F51-C279AE1C1BC5}">
      <dgm:prSet/>
      <dgm:spPr/>
      <dgm:t>
        <a:bodyPr/>
        <a:lstStyle/>
        <a:p>
          <a:r>
            <a:rPr lang="en-US"/>
            <a:t>Conversely, if two processes spontaneously and simultaneously write two different data items, these are not causally related.</a:t>
          </a:r>
          <a:endParaRPr lang="en-PK"/>
        </a:p>
      </dgm:t>
    </dgm:pt>
    <dgm:pt modelId="{A0D0157C-0B35-4EB8-8A78-4B4D59C91066}" type="parTrans" cxnId="{7E46C165-AF62-453B-B447-CBF171DA0DFF}">
      <dgm:prSet/>
      <dgm:spPr/>
      <dgm:t>
        <a:bodyPr/>
        <a:lstStyle/>
        <a:p>
          <a:endParaRPr lang="en-PK"/>
        </a:p>
      </dgm:t>
    </dgm:pt>
    <dgm:pt modelId="{A3B98B63-2E8A-4072-A300-9F2F557221E9}" type="sibTrans" cxnId="{7E46C165-AF62-453B-B447-CBF171DA0DFF}">
      <dgm:prSet/>
      <dgm:spPr/>
      <dgm:t>
        <a:bodyPr/>
        <a:lstStyle/>
        <a:p>
          <a:endParaRPr lang="en-PK"/>
        </a:p>
      </dgm:t>
    </dgm:pt>
    <dgm:pt modelId="{893140DA-C7D3-4315-AF80-0D42FA4C9460}">
      <dgm:prSet/>
      <dgm:spPr/>
      <dgm:t>
        <a:bodyPr/>
        <a:lstStyle/>
        <a:p>
          <a:r>
            <a:rPr lang="en-US"/>
            <a:t>Operations that are not causally related are said to be concurrent.</a:t>
          </a:r>
          <a:endParaRPr lang="en-PK"/>
        </a:p>
      </dgm:t>
    </dgm:pt>
    <dgm:pt modelId="{046B644C-334D-4E15-9484-6424D306EC1B}" type="parTrans" cxnId="{3E20566B-A597-4E00-9E83-5891CFC23178}">
      <dgm:prSet/>
      <dgm:spPr/>
      <dgm:t>
        <a:bodyPr/>
        <a:lstStyle/>
        <a:p>
          <a:endParaRPr lang="en-PK"/>
        </a:p>
      </dgm:t>
    </dgm:pt>
    <dgm:pt modelId="{B937F8AC-55A3-4569-AA3F-4880895B9352}" type="sibTrans" cxnId="{3E20566B-A597-4E00-9E83-5891CFC23178}">
      <dgm:prSet/>
      <dgm:spPr/>
      <dgm:t>
        <a:bodyPr/>
        <a:lstStyle/>
        <a:p>
          <a:endParaRPr lang="en-PK"/>
        </a:p>
      </dgm:t>
    </dgm:pt>
    <dgm:pt modelId="{3B4DDC59-899F-47B5-ACC2-EB7DAF176FCE}">
      <dgm:prSet/>
      <dgm:spPr/>
      <dgm:t>
        <a:bodyPr/>
        <a:lstStyle/>
        <a:p>
          <a:r>
            <a:rPr lang="en-US"/>
            <a:t>For a data store to be considered causally consistent, it is necessary that the store obeys the following condition:</a:t>
          </a:r>
          <a:endParaRPr lang="en-PK"/>
        </a:p>
      </dgm:t>
    </dgm:pt>
    <dgm:pt modelId="{B6690523-387A-46F2-A324-DD5A2BAADFD3}" type="parTrans" cxnId="{72CFA27D-CEE6-432B-BABB-DD52CB49C198}">
      <dgm:prSet/>
      <dgm:spPr/>
      <dgm:t>
        <a:bodyPr/>
        <a:lstStyle/>
        <a:p>
          <a:endParaRPr lang="en-PK"/>
        </a:p>
      </dgm:t>
    </dgm:pt>
    <dgm:pt modelId="{515D2D17-E514-488D-9213-6BA76BB12B60}" type="sibTrans" cxnId="{72CFA27D-CEE6-432B-BABB-DD52CB49C198}">
      <dgm:prSet/>
      <dgm:spPr/>
      <dgm:t>
        <a:bodyPr/>
        <a:lstStyle/>
        <a:p>
          <a:endParaRPr lang="en-PK"/>
        </a:p>
      </dgm:t>
    </dgm:pt>
    <dgm:pt modelId="{2107D559-6AC9-4AFD-8EC3-FCAB5945E919}">
      <dgm:prSet/>
      <dgm:spPr/>
      <dgm:t>
        <a:bodyPr/>
        <a:lstStyle/>
        <a:p>
          <a:r>
            <a:rPr lang="en-US"/>
            <a:t>Writes that are potentially causally related must be seen by all processes in the same order.</a:t>
          </a:r>
          <a:endParaRPr lang="en-PK"/>
        </a:p>
      </dgm:t>
    </dgm:pt>
    <dgm:pt modelId="{DDEBBF48-DD83-498C-B53D-E698D206D757}" type="parTrans" cxnId="{8D95233B-391A-4059-872C-516A67366892}">
      <dgm:prSet/>
      <dgm:spPr/>
      <dgm:t>
        <a:bodyPr/>
        <a:lstStyle/>
        <a:p>
          <a:endParaRPr lang="en-PK"/>
        </a:p>
      </dgm:t>
    </dgm:pt>
    <dgm:pt modelId="{2F33C1AA-E99E-4A4F-9459-DE55B9CCCAC3}" type="sibTrans" cxnId="{8D95233B-391A-4059-872C-516A67366892}">
      <dgm:prSet/>
      <dgm:spPr/>
      <dgm:t>
        <a:bodyPr/>
        <a:lstStyle/>
        <a:p>
          <a:endParaRPr lang="en-PK"/>
        </a:p>
      </dgm:t>
    </dgm:pt>
    <dgm:pt modelId="{0FAAB651-95AB-43D9-B388-80A59F337184}">
      <dgm:prSet/>
      <dgm:spPr/>
      <dgm:t>
        <a:bodyPr/>
        <a:lstStyle/>
        <a:p>
          <a:r>
            <a:rPr lang="en-US"/>
            <a:t>Concurrent writes may be seen in a different order on different machines.</a:t>
          </a:r>
          <a:endParaRPr lang="en-PK"/>
        </a:p>
      </dgm:t>
    </dgm:pt>
    <dgm:pt modelId="{F5CC8D4A-D88C-4F24-A558-C1AB26266D7A}" type="parTrans" cxnId="{A513CB0D-0512-413D-BA19-74FAA6794B33}">
      <dgm:prSet/>
      <dgm:spPr/>
      <dgm:t>
        <a:bodyPr/>
        <a:lstStyle/>
        <a:p>
          <a:endParaRPr lang="en-PK"/>
        </a:p>
      </dgm:t>
    </dgm:pt>
    <dgm:pt modelId="{973E07B9-12EF-4C38-B12E-6679516EB7D0}" type="sibTrans" cxnId="{A513CB0D-0512-413D-BA19-74FAA6794B33}">
      <dgm:prSet/>
      <dgm:spPr/>
      <dgm:t>
        <a:bodyPr/>
        <a:lstStyle/>
        <a:p>
          <a:endParaRPr lang="en-PK"/>
        </a:p>
      </dgm:t>
    </dgm:pt>
    <dgm:pt modelId="{DC488BED-1A63-49BF-B86C-B2D592FAE134}" type="pres">
      <dgm:prSet presAssocID="{8885A86A-7062-49ED-939D-4642597A47BD}" presName="Name0" presStyleCnt="0">
        <dgm:presLayoutVars>
          <dgm:dir/>
          <dgm:animLvl val="lvl"/>
          <dgm:resizeHandles val="exact"/>
        </dgm:presLayoutVars>
      </dgm:prSet>
      <dgm:spPr/>
    </dgm:pt>
    <dgm:pt modelId="{09A76EB1-EC9F-4558-B267-9FCC5D08085A}" type="pres">
      <dgm:prSet presAssocID="{E3A70725-0D41-4627-B90A-7189C6AB0E23}" presName="composite" presStyleCnt="0"/>
      <dgm:spPr/>
    </dgm:pt>
    <dgm:pt modelId="{8D634675-4DCF-4CE6-9320-3288894E9365}" type="pres">
      <dgm:prSet presAssocID="{E3A70725-0D41-4627-B90A-7189C6AB0E23}" presName="parTx" presStyleLbl="alignNode1" presStyleIdx="0" presStyleCnt="1">
        <dgm:presLayoutVars>
          <dgm:chMax val="0"/>
          <dgm:chPref val="0"/>
          <dgm:bulletEnabled val="1"/>
        </dgm:presLayoutVars>
      </dgm:prSet>
      <dgm:spPr/>
    </dgm:pt>
    <dgm:pt modelId="{A420073F-03E9-4D0A-A20A-92726B73C700}" type="pres">
      <dgm:prSet presAssocID="{E3A70725-0D41-4627-B90A-7189C6AB0E23}" presName="desTx" presStyleLbl="alignAccFollowNode1" presStyleIdx="0" presStyleCnt="1">
        <dgm:presLayoutVars>
          <dgm:bulletEnabled val="1"/>
        </dgm:presLayoutVars>
      </dgm:prSet>
      <dgm:spPr/>
    </dgm:pt>
  </dgm:ptLst>
  <dgm:cxnLst>
    <dgm:cxn modelId="{A513CB0D-0512-413D-BA19-74FAA6794B33}" srcId="{3B4DDC59-899F-47B5-ACC2-EB7DAF176FCE}" destId="{0FAAB651-95AB-43D9-B388-80A59F337184}" srcOrd="1" destOrd="0" parTransId="{F5CC8D4A-D88C-4F24-A558-C1AB26266D7A}" sibTransId="{973E07B9-12EF-4C38-B12E-6679516EB7D0}"/>
    <dgm:cxn modelId="{C73BA91E-9AF2-4E1A-9BCD-CD5C845934F6}" srcId="{E3A70725-0D41-4627-B90A-7189C6AB0E23}" destId="{7547F2DC-E87C-4EC3-82A3-15BEC51448B3}" srcOrd="2" destOrd="0" parTransId="{0DC02C9D-B5A7-462D-9BAA-A2B150CE851F}" sibTransId="{F03788A4-FACF-4189-A274-108AC25F30AD}"/>
    <dgm:cxn modelId="{6D4AEF37-7C85-4110-BC66-A0747AB70AD9}" srcId="{E3A70725-0D41-4627-B90A-7189C6AB0E23}" destId="{B4BF923B-6A37-4523-8898-4DBD6445426E}" srcOrd="1" destOrd="0" parTransId="{1F4F1C1B-A336-40F1-95B6-CF51BB9F2A64}" sibTransId="{B5A8A686-5FF5-44D1-BFC0-E00AA915635F}"/>
    <dgm:cxn modelId="{8D95233B-391A-4059-872C-516A67366892}" srcId="{3B4DDC59-899F-47B5-ACC2-EB7DAF176FCE}" destId="{2107D559-6AC9-4AFD-8EC3-FCAB5945E919}" srcOrd="0" destOrd="0" parTransId="{DDEBBF48-DD83-498C-B53D-E698D206D757}" sibTransId="{2F33C1AA-E99E-4A4F-9459-DE55B9CCCAC3}"/>
    <dgm:cxn modelId="{9EC2F45B-18BF-43CE-8710-B09B7853CBA6}" type="presOf" srcId="{A80E9AB1-CC92-4675-B68D-A6C3C693252E}" destId="{A420073F-03E9-4D0A-A20A-92726B73C700}" srcOrd="0" destOrd="0" presId="urn:microsoft.com/office/officeart/2005/8/layout/hList1"/>
    <dgm:cxn modelId="{5D90875D-C4A9-4727-BE4B-025905ACD0E1}" srcId="{8885A86A-7062-49ED-939D-4642597A47BD}" destId="{E3A70725-0D41-4627-B90A-7189C6AB0E23}" srcOrd="0" destOrd="0" parTransId="{1D813359-B290-46F6-96B2-A20A13BD9A1E}" sibTransId="{6B384B19-EE4C-4F5F-993C-C50570A7B8A3}"/>
    <dgm:cxn modelId="{7E46C165-AF62-453B-B447-CBF171DA0DFF}" srcId="{E3A70725-0D41-4627-B90A-7189C6AB0E23}" destId="{6346EBC2-6587-4F18-9F51-C279AE1C1BC5}" srcOrd="3" destOrd="0" parTransId="{A0D0157C-0B35-4EB8-8A78-4B4D59C91066}" sibTransId="{A3B98B63-2E8A-4072-A300-9F2F557221E9}"/>
    <dgm:cxn modelId="{7547DD67-25CA-4AED-90CB-68B42BA9360C}" type="presOf" srcId="{0FAAB651-95AB-43D9-B388-80A59F337184}" destId="{A420073F-03E9-4D0A-A20A-92726B73C700}" srcOrd="0" destOrd="7" presId="urn:microsoft.com/office/officeart/2005/8/layout/hList1"/>
    <dgm:cxn modelId="{0F016F6A-5B10-4883-B0B0-C5A69B58798E}" srcId="{E3A70725-0D41-4627-B90A-7189C6AB0E23}" destId="{A80E9AB1-CC92-4675-B68D-A6C3C693252E}" srcOrd="0" destOrd="0" parTransId="{5C2789EF-CAEE-4D78-BA3E-D967AEC11958}" sibTransId="{185F9A98-FEFC-4B52-825F-D1466B7B87D3}"/>
    <dgm:cxn modelId="{3E20566B-A597-4E00-9E83-5891CFC23178}" srcId="{E3A70725-0D41-4627-B90A-7189C6AB0E23}" destId="{893140DA-C7D3-4315-AF80-0D42FA4C9460}" srcOrd="4" destOrd="0" parTransId="{046B644C-334D-4E15-9484-6424D306EC1B}" sibTransId="{B937F8AC-55A3-4569-AA3F-4880895B9352}"/>
    <dgm:cxn modelId="{4DF72D6C-BB27-49F7-80DA-3672C12CF65E}" type="presOf" srcId="{B4BF923B-6A37-4523-8898-4DBD6445426E}" destId="{A420073F-03E9-4D0A-A20A-92726B73C700}" srcOrd="0" destOrd="1" presId="urn:microsoft.com/office/officeart/2005/8/layout/hList1"/>
    <dgm:cxn modelId="{8CE21853-0442-4072-902B-0F53761DD69E}" type="presOf" srcId="{2107D559-6AC9-4AFD-8EC3-FCAB5945E919}" destId="{A420073F-03E9-4D0A-A20A-92726B73C700}" srcOrd="0" destOrd="6" presId="urn:microsoft.com/office/officeart/2005/8/layout/hList1"/>
    <dgm:cxn modelId="{72CFA27D-CEE6-432B-BABB-DD52CB49C198}" srcId="{E3A70725-0D41-4627-B90A-7189C6AB0E23}" destId="{3B4DDC59-899F-47B5-ACC2-EB7DAF176FCE}" srcOrd="5" destOrd="0" parTransId="{B6690523-387A-46F2-A324-DD5A2BAADFD3}" sibTransId="{515D2D17-E514-488D-9213-6BA76BB12B60}"/>
    <dgm:cxn modelId="{EB58D38F-9BED-405A-842E-8FD53B6536EE}" type="presOf" srcId="{6346EBC2-6587-4F18-9F51-C279AE1C1BC5}" destId="{A420073F-03E9-4D0A-A20A-92726B73C700}" srcOrd="0" destOrd="3" presId="urn:microsoft.com/office/officeart/2005/8/layout/hList1"/>
    <dgm:cxn modelId="{4962CFA6-1F30-4AB5-871D-236FA8081557}" type="presOf" srcId="{8885A86A-7062-49ED-939D-4642597A47BD}" destId="{DC488BED-1A63-49BF-B86C-B2D592FAE134}" srcOrd="0" destOrd="0" presId="urn:microsoft.com/office/officeart/2005/8/layout/hList1"/>
    <dgm:cxn modelId="{214F04B5-3335-4F6E-956A-CBE5B630056D}" type="presOf" srcId="{3B4DDC59-899F-47B5-ACC2-EB7DAF176FCE}" destId="{A420073F-03E9-4D0A-A20A-92726B73C700}" srcOrd="0" destOrd="5" presId="urn:microsoft.com/office/officeart/2005/8/layout/hList1"/>
    <dgm:cxn modelId="{D1332EB8-9B55-4B49-8AF0-B31CE4CC0F64}" type="presOf" srcId="{E3A70725-0D41-4627-B90A-7189C6AB0E23}" destId="{8D634675-4DCF-4CE6-9320-3288894E9365}" srcOrd="0" destOrd="0" presId="urn:microsoft.com/office/officeart/2005/8/layout/hList1"/>
    <dgm:cxn modelId="{91ACCFE1-D260-4459-8E0C-91CFB2D67317}" type="presOf" srcId="{893140DA-C7D3-4315-AF80-0D42FA4C9460}" destId="{A420073F-03E9-4D0A-A20A-92726B73C700}" srcOrd="0" destOrd="4" presId="urn:microsoft.com/office/officeart/2005/8/layout/hList1"/>
    <dgm:cxn modelId="{58151BF3-9146-4338-BE08-9FDE1AB4E379}" type="presOf" srcId="{7547F2DC-E87C-4EC3-82A3-15BEC51448B3}" destId="{A420073F-03E9-4D0A-A20A-92726B73C700}" srcOrd="0" destOrd="2" presId="urn:microsoft.com/office/officeart/2005/8/layout/hList1"/>
    <dgm:cxn modelId="{5BCA94D2-446F-45AC-B597-F235C84C0770}" type="presParOf" srcId="{DC488BED-1A63-49BF-B86C-B2D592FAE134}" destId="{09A76EB1-EC9F-4558-B267-9FCC5D08085A}" srcOrd="0" destOrd="0" presId="urn:microsoft.com/office/officeart/2005/8/layout/hList1"/>
    <dgm:cxn modelId="{63B312AF-D586-4713-84B9-63A8991A4857}" type="presParOf" srcId="{09A76EB1-EC9F-4558-B267-9FCC5D08085A}" destId="{8D634675-4DCF-4CE6-9320-3288894E9365}" srcOrd="0" destOrd="0" presId="urn:microsoft.com/office/officeart/2005/8/layout/hList1"/>
    <dgm:cxn modelId="{40EC9E8F-0923-4363-962E-3CBC268D8B46}" type="presParOf" srcId="{09A76EB1-EC9F-4558-B267-9FCC5D08085A}" destId="{A420073F-03E9-4D0A-A20A-92726B73C700}"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Understanding of Client-Centric Consistency Models.</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Understanding of Eventual Consistency.</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custLinFactNeighborX="-4446"/>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FA93A96-471F-436B-B135-83E9ACE97F06}" type="doc">
      <dgm:prSet loTypeId="urn:microsoft.com/office/officeart/2005/8/layout/chevron2" loCatId="process" qsTypeId="urn:microsoft.com/office/officeart/2005/8/quickstyle/simple1" qsCatId="simple" csTypeId="urn:microsoft.com/office/officeart/2005/8/colors/accent1_2" csCatId="accent1"/>
      <dgm:spPr/>
      <dgm:t>
        <a:bodyPr/>
        <a:lstStyle/>
        <a:p>
          <a:endParaRPr lang="en-PK"/>
        </a:p>
      </dgm:t>
    </dgm:pt>
    <dgm:pt modelId="{47A6AB23-B552-481F-B53E-FB8154A2F9FB}">
      <dgm:prSet/>
      <dgm:spPr/>
      <dgm:t>
        <a:bodyPr/>
        <a:lstStyle/>
        <a:p>
          <a:r>
            <a:rPr lang="en-US"/>
            <a:t>Client-centric consistency models are described using the following notations.</a:t>
          </a:r>
          <a:endParaRPr lang="en-PK"/>
        </a:p>
      </dgm:t>
    </dgm:pt>
    <dgm:pt modelId="{9C842A5B-180C-4A29-9EC6-9CF02B9D8CB2}" type="parTrans" cxnId="{7CD0BA5D-549C-4C57-BF80-B3169922E2E5}">
      <dgm:prSet/>
      <dgm:spPr/>
      <dgm:t>
        <a:bodyPr/>
        <a:lstStyle/>
        <a:p>
          <a:endParaRPr lang="en-PK"/>
        </a:p>
      </dgm:t>
    </dgm:pt>
    <dgm:pt modelId="{C0ED5117-A029-4857-B22A-A69E099C7568}" type="sibTrans" cxnId="{7CD0BA5D-549C-4C57-BF80-B3169922E2E5}">
      <dgm:prSet/>
      <dgm:spPr/>
      <dgm:t>
        <a:bodyPr/>
        <a:lstStyle/>
        <a:p>
          <a:endParaRPr lang="en-PK"/>
        </a:p>
      </dgm:t>
    </dgm:pt>
    <dgm:pt modelId="{2020162F-C9D0-409D-A56B-7273450B1C2E}">
      <dgm:prSet/>
      <dgm:spPr/>
      <dgm:t>
        <a:bodyPr/>
        <a:lstStyle/>
        <a:p>
          <a:r>
            <a:rPr lang="en-US"/>
            <a:t>X: data item</a:t>
          </a:r>
          <a:endParaRPr lang="en-PK"/>
        </a:p>
      </dgm:t>
    </dgm:pt>
    <dgm:pt modelId="{A3A6159B-28C9-448B-91F3-1FB079018A64}" type="parTrans" cxnId="{BD921ABF-4EB1-4AC9-9EA3-4BD83811C3BF}">
      <dgm:prSet/>
      <dgm:spPr/>
      <dgm:t>
        <a:bodyPr/>
        <a:lstStyle/>
        <a:p>
          <a:endParaRPr lang="en-PK"/>
        </a:p>
      </dgm:t>
    </dgm:pt>
    <dgm:pt modelId="{5DC6B043-A3F9-42E8-B174-B92ECEE2A9A4}" type="sibTrans" cxnId="{BD921ABF-4EB1-4AC9-9EA3-4BD83811C3BF}">
      <dgm:prSet/>
      <dgm:spPr/>
      <dgm:t>
        <a:bodyPr/>
        <a:lstStyle/>
        <a:p>
          <a:endParaRPr lang="en-PK"/>
        </a:p>
      </dgm:t>
    </dgm:pt>
    <dgm:pt modelId="{A24EF674-8FF9-49F8-A81E-1351D2C07FCF}">
      <dgm:prSet/>
      <dgm:spPr/>
      <dgm:t>
        <a:bodyPr/>
        <a:lstStyle/>
        <a:p>
          <a:r>
            <a:rPr lang="en-US"/>
            <a:t>Xi: ith version of x</a:t>
          </a:r>
          <a:endParaRPr lang="en-PK"/>
        </a:p>
      </dgm:t>
    </dgm:pt>
    <dgm:pt modelId="{632D7FDF-B790-4FC9-864F-00E7B91A7F43}" type="parTrans" cxnId="{9887807E-E602-44B7-85B1-F7067BFED46F}">
      <dgm:prSet/>
      <dgm:spPr/>
      <dgm:t>
        <a:bodyPr/>
        <a:lstStyle/>
        <a:p>
          <a:endParaRPr lang="en-PK"/>
        </a:p>
      </dgm:t>
    </dgm:pt>
    <dgm:pt modelId="{AAC9712B-4216-466A-94C5-BC010832B08D}" type="sibTrans" cxnId="{9887807E-E602-44B7-85B1-F7067BFED46F}">
      <dgm:prSet/>
      <dgm:spPr/>
      <dgm:t>
        <a:bodyPr/>
        <a:lstStyle/>
        <a:p>
          <a:endParaRPr lang="en-PK"/>
        </a:p>
      </dgm:t>
    </dgm:pt>
    <dgm:pt modelId="{A23B15A4-60C0-42C8-9E95-C87EBC708AB2}">
      <dgm:prSet/>
      <dgm:spPr/>
      <dgm:t>
        <a:bodyPr/>
        <a:lstStyle/>
        <a:p>
          <a:r>
            <a:rPr lang="en-US"/>
            <a:t>WS xi[t] is the set of write operations at Li that lead to version xi  of x (at time t);</a:t>
          </a:r>
          <a:endParaRPr lang="en-PK"/>
        </a:p>
      </dgm:t>
    </dgm:pt>
    <dgm:pt modelId="{B923D084-EDBE-4789-A384-7411C90E080A}" type="parTrans" cxnId="{FC42185C-EF30-41A4-9C7A-C45630EC325B}">
      <dgm:prSet/>
      <dgm:spPr/>
      <dgm:t>
        <a:bodyPr/>
        <a:lstStyle/>
        <a:p>
          <a:endParaRPr lang="en-PK"/>
        </a:p>
      </dgm:t>
    </dgm:pt>
    <dgm:pt modelId="{3746A3AC-7EAF-42AB-BD09-85B70B837185}" type="sibTrans" cxnId="{FC42185C-EF30-41A4-9C7A-C45630EC325B}">
      <dgm:prSet/>
      <dgm:spPr/>
      <dgm:t>
        <a:bodyPr/>
        <a:lstStyle/>
        <a:p>
          <a:endParaRPr lang="en-PK"/>
        </a:p>
      </dgm:t>
    </dgm:pt>
    <dgm:pt modelId="{B4385AD5-45C2-4EA3-9B3D-68A6A1AC7E17}">
      <dgm:prSet/>
      <dgm:spPr/>
      <dgm:t>
        <a:bodyPr/>
        <a:lstStyle/>
        <a:p>
          <a:r>
            <a:rPr lang="en-US"/>
            <a:t>If operations in WS xi[t1]  have also been performed at local copy Lj at a later time t2, we write WS (xi[t1] , xj[t2] ).</a:t>
          </a:r>
          <a:endParaRPr lang="en-PK"/>
        </a:p>
      </dgm:t>
    </dgm:pt>
    <dgm:pt modelId="{A14F7266-3808-4865-9275-CF7ABA5C53D0}" type="parTrans" cxnId="{69A5D1B5-24BD-403B-A090-F87B9BB49C6B}">
      <dgm:prSet/>
      <dgm:spPr/>
      <dgm:t>
        <a:bodyPr/>
        <a:lstStyle/>
        <a:p>
          <a:endParaRPr lang="en-PK"/>
        </a:p>
      </dgm:t>
    </dgm:pt>
    <dgm:pt modelId="{51088FBA-7510-4A9C-AEB0-42661681422A}" type="sibTrans" cxnId="{69A5D1B5-24BD-403B-A090-F87B9BB49C6B}">
      <dgm:prSet/>
      <dgm:spPr/>
      <dgm:t>
        <a:bodyPr/>
        <a:lstStyle/>
        <a:p>
          <a:endParaRPr lang="en-PK"/>
        </a:p>
      </dgm:t>
    </dgm:pt>
    <dgm:pt modelId="{8C90BBE7-0684-4AA9-8F74-7469EAED2721}">
      <dgm:prSet/>
      <dgm:spPr/>
      <dgm:t>
        <a:bodyPr/>
        <a:lstStyle/>
        <a:p>
          <a:r>
            <a:rPr lang="en-US"/>
            <a:t>If the ordering of operations or the timing is clear from the context, the time index will be omitted.</a:t>
          </a:r>
          <a:endParaRPr lang="en-PK"/>
        </a:p>
      </dgm:t>
    </dgm:pt>
    <dgm:pt modelId="{D0425FA6-C95A-487B-9263-B6C00F286EB4}" type="parTrans" cxnId="{39285EC3-4451-4FA3-B2CB-D8EAE3708626}">
      <dgm:prSet/>
      <dgm:spPr/>
      <dgm:t>
        <a:bodyPr/>
        <a:lstStyle/>
        <a:p>
          <a:endParaRPr lang="en-PK"/>
        </a:p>
      </dgm:t>
    </dgm:pt>
    <dgm:pt modelId="{EB192B62-F075-41D3-9209-161407BB4896}" type="sibTrans" cxnId="{39285EC3-4451-4FA3-B2CB-D8EAE3708626}">
      <dgm:prSet/>
      <dgm:spPr/>
      <dgm:t>
        <a:bodyPr/>
        <a:lstStyle/>
        <a:p>
          <a:endParaRPr lang="en-PK"/>
        </a:p>
      </dgm:t>
    </dgm:pt>
    <dgm:pt modelId="{94A345B2-EB5D-4C79-A0FD-F6384E3481FB}" type="pres">
      <dgm:prSet presAssocID="{EFA93A96-471F-436B-B135-83E9ACE97F06}" presName="linearFlow" presStyleCnt="0">
        <dgm:presLayoutVars>
          <dgm:dir/>
          <dgm:animLvl val="lvl"/>
          <dgm:resizeHandles val="exact"/>
        </dgm:presLayoutVars>
      </dgm:prSet>
      <dgm:spPr/>
    </dgm:pt>
    <dgm:pt modelId="{5704FD9F-92D1-4B2C-90A5-3A93895D1287}" type="pres">
      <dgm:prSet presAssocID="{47A6AB23-B552-481F-B53E-FB8154A2F9FB}" presName="composite" presStyleCnt="0"/>
      <dgm:spPr/>
    </dgm:pt>
    <dgm:pt modelId="{763FF885-D6FE-4F84-ADC6-237064407549}" type="pres">
      <dgm:prSet presAssocID="{47A6AB23-B552-481F-B53E-FB8154A2F9FB}" presName="parentText" presStyleLbl="alignNode1" presStyleIdx="0" presStyleCnt="1">
        <dgm:presLayoutVars>
          <dgm:chMax val="1"/>
          <dgm:bulletEnabled val="1"/>
        </dgm:presLayoutVars>
      </dgm:prSet>
      <dgm:spPr/>
    </dgm:pt>
    <dgm:pt modelId="{FB6AF245-604E-43E2-A4D6-1BC67C24DE1B}" type="pres">
      <dgm:prSet presAssocID="{47A6AB23-B552-481F-B53E-FB8154A2F9FB}" presName="descendantText" presStyleLbl="alignAcc1" presStyleIdx="0" presStyleCnt="1">
        <dgm:presLayoutVars>
          <dgm:bulletEnabled val="1"/>
        </dgm:presLayoutVars>
      </dgm:prSet>
      <dgm:spPr/>
    </dgm:pt>
  </dgm:ptLst>
  <dgm:cxnLst>
    <dgm:cxn modelId="{92465E04-77BF-420B-B668-B3C00C38613C}" type="presOf" srcId="{47A6AB23-B552-481F-B53E-FB8154A2F9FB}" destId="{763FF885-D6FE-4F84-ADC6-237064407549}" srcOrd="0" destOrd="0" presId="urn:microsoft.com/office/officeart/2005/8/layout/chevron2"/>
    <dgm:cxn modelId="{F77C9F2B-48D0-4893-BFF2-07391E87E469}" type="presOf" srcId="{8C90BBE7-0684-4AA9-8F74-7469EAED2721}" destId="{FB6AF245-604E-43E2-A4D6-1BC67C24DE1B}" srcOrd="0" destOrd="4" presId="urn:microsoft.com/office/officeart/2005/8/layout/chevron2"/>
    <dgm:cxn modelId="{FC42185C-EF30-41A4-9C7A-C45630EC325B}" srcId="{47A6AB23-B552-481F-B53E-FB8154A2F9FB}" destId="{A23B15A4-60C0-42C8-9E95-C87EBC708AB2}" srcOrd="2" destOrd="0" parTransId="{B923D084-EDBE-4789-A384-7411C90E080A}" sibTransId="{3746A3AC-7EAF-42AB-BD09-85B70B837185}"/>
    <dgm:cxn modelId="{7CD0BA5D-549C-4C57-BF80-B3169922E2E5}" srcId="{EFA93A96-471F-436B-B135-83E9ACE97F06}" destId="{47A6AB23-B552-481F-B53E-FB8154A2F9FB}" srcOrd="0" destOrd="0" parTransId="{9C842A5B-180C-4A29-9EC6-9CF02B9D8CB2}" sibTransId="{C0ED5117-A029-4857-B22A-A69E099C7568}"/>
    <dgm:cxn modelId="{D09DE06D-9A3B-4995-ABED-1850F073D717}" type="presOf" srcId="{2020162F-C9D0-409D-A56B-7273450B1C2E}" destId="{FB6AF245-604E-43E2-A4D6-1BC67C24DE1B}" srcOrd="0" destOrd="0" presId="urn:microsoft.com/office/officeart/2005/8/layout/chevron2"/>
    <dgm:cxn modelId="{BC07674F-ABC8-4AB8-8732-C6455CBC1F4E}" type="presOf" srcId="{A24EF674-8FF9-49F8-A81E-1351D2C07FCF}" destId="{FB6AF245-604E-43E2-A4D6-1BC67C24DE1B}" srcOrd="0" destOrd="1" presId="urn:microsoft.com/office/officeart/2005/8/layout/chevron2"/>
    <dgm:cxn modelId="{9887807E-E602-44B7-85B1-F7067BFED46F}" srcId="{47A6AB23-B552-481F-B53E-FB8154A2F9FB}" destId="{A24EF674-8FF9-49F8-A81E-1351D2C07FCF}" srcOrd="1" destOrd="0" parTransId="{632D7FDF-B790-4FC9-864F-00E7B91A7F43}" sibTransId="{AAC9712B-4216-466A-94C5-BC010832B08D}"/>
    <dgm:cxn modelId="{D8708F90-47E0-4ADA-9712-E434377036C2}" type="presOf" srcId="{A23B15A4-60C0-42C8-9E95-C87EBC708AB2}" destId="{FB6AF245-604E-43E2-A4D6-1BC67C24DE1B}" srcOrd="0" destOrd="2" presId="urn:microsoft.com/office/officeart/2005/8/layout/chevron2"/>
    <dgm:cxn modelId="{69A5D1B5-24BD-403B-A090-F87B9BB49C6B}" srcId="{47A6AB23-B552-481F-B53E-FB8154A2F9FB}" destId="{B4385AD5-45C2-4EA3-9B3D-68A6A1AC7E17}" srcOrd="3" destOrd="0" parTransId="{A14F7266-3808-4865-9275-CF7ABA5C53D0}" sibTransId="{51088FBA-7510-4A9C-AEB0-42661681422A}"/>
    <dgm:cxn modelId="{BD921ABF-4EB1-4AC9-9EA3-4BD83811C3BF}" srcId="{47A6AB23-B552-481F-B53E-FB8154A2F9FB}" destId="{2020162F-C9D0-409D-A56B-7273450B1C2E}" srcOrd="0" destOrd="0" parTransId="{A3A6159B-28C9-448B-91F3-1FB079018A64}" sibTransId="{5DC6B043-A3F9-42E8-B174-B92ECEE2A9A4}"/>
    <dgm:cxn modelId="{39285EC3-4451-4FA3-B2CB-D8EAE3708626}" srcId="{47A6AB23-B552-481F-B53E-FB8154A2F9FB}" destId="{8C90BBE7-0684-4AA9-8F74-7469EAED2721}" srcOrd="4" destOrd="0" parTransId="{D0425FA6-C95A-487B-9263-B6C00F286EB4}" sibTransId="{EB192B62-F075-41D3-9209-161407BB4896}"/>
    <dgm:cxn modelId="{E0BAF4DB-B70D-4CCE-AD85-FF4C9E68EC29}" type="presOf" srcId="{B4385AD5-45C2-4EA3-9B3D-68A6A1AC7E17}" destId="{FB6AF245-604E-43E2-A4D6-1BC67C24DE1B}" srcOrd="0" destOrd="3" presId="urn:microsoft.com/office/officeart/2005/8/layout/chevron2"/>
    <dgm:cxn modelId="{BA4520F7-4751-4B32-9B0B-2379FC80B624}" type="presOf" srcId="{EFA93A96-471F-436B-B135-83E9ACE97F06}" destId="{94A345B2-EB5D-4C79-A0FD-F6384E3481FB}" srcOrd="0" destOrd="0" presId="urn:microsoft.com/office/officeart/2005/8/layout/chevron2"/>
    <dgm:cxn modelId="{EB57D7F1-8012-4559-A3F1-182B15FA82E6}" type="presParOf" srcId="{94A345B2-EB5D-4C79-A0FD-F6384E3481FB}" destId="{5704FD9F-92D1-4B2C-90A5-3A93895D1287}" srcOrd="0" destOrd="0" presId="urn:microsoft.com/office/officeart/2005/8/layout/chevron2"/>
    <dgm:cxn modelId="{5E9C21FC-E789-4EE8-92CB-9C2675285F81}" type="presParOf" srcId="{5704FD9F-92D1-4B2C-90A5-3A93895D1287}" destId="{763FF885-D6FE-4F84-ADC6-237064407549}" srcOrd="0" destOrd="0" presId="urn:microsoft.com/office/officeart/2005/8/layout/chevron2"/>
    <dgm:cxn modelId="{A898AE53-CB17-47B7-A623-BFC002867920}" type="presParOf" srcId="{5704FD9F-92D1-4B2C-90A5-3A93895D1287}" destId="{FB6AF245-604E-43E2-A4D6-1BC67C24DE1B}"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EE32B66-6EDD-43B4-BBF3-2560D781E743}"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PK"/>
        </a:p>
      </dgm:t>
    </dgm:pt>
    <dgm:pt modelId="{77C52F6F-F973-4030-9075-8EF61FB4FDCC}">
      <dgm:prSet/>
      <dgm:spPr/>
      <dgm:t>
        <a:bodyPr/>
        <a:lstStyle/>
        <a:p>
          <a:r>
            <a:rPr lang="en-US"/>
            <a:t>Client-centric consistency models originate from the work on Bayou.</a:t>
          </a:r>
          <a:endParaRPr lang="en-PK"/>
        </a:p>
      </dgm:t>
    </dgm:pt>
    <dgm:pt modelId="{5EDBB23C-CE29-4B57-8793-3BADFAB38BA0}" type="parTrans" cxnId="{08458CF4-F7C5-4C28-B2DC-765D078E1750}">
      <dgm:prSet/>
      <dgm:spPr/>
      <dgm:t>
        <a:bodyPr/>
        <a:lstStyle/>
        <a:p>
          <a:endParaRPr lang="en-PK"/>
        </a:p>
      </dgm:t>
    </dgm:pt>
    <dgm:pt modelId="{B42B7389-488C-4E45-A764-74DC627710B3}" type="sibTrans" cxnId="{08458CF4-F7C5-4C28-B2DC-765D078E1750}">
      <dgm:prSet/>
      <dgm:spPr/>
      <dgm:t>
        <a:bodyPr/>
        <a:lstStyle/>
        <a:p>
          <a:endParaRPr lang="en-PK"/>
        </a:p>
      </dgm:t>
    </dgm:pt>
    <dgm:pt modelId="{1826ECB2-8BEA-4014-BE55-BD597CF7731B}">
      <dgm:prSet/>
      <dgm:spPr/>
      <dgm:t>
        <a:bodyPr/>
        <a:lstStyle/>
        <a:p>
          <a:r>
            <a:rPr lang="en-US"/>
            <a:t>Bayou is a database system developed for mobile computing, where it is assumed that network connectivity is unreliable and subject to various performance problems.</a:t>
          </a:r>
          <a:endParaRPr lang="en-PK"/>
        </a:p>
      </dgm:t>
    </dgm:pt>
    <dgm:pt modelId="{98C5A2CB-E3D0-426A-B6D3-8197631D4B62}" type="parTrans" cxnId="{083DAC76-8422-47D6-A679-03CB4AB01A94}">
      <dgm:prSet/>
      <dgm:spPr/>
      <dgm:t>
        <a:bodyPr/>
        <a:lstStyle/>
        <a:p>
          <a:endParaRPr lang="en-PK"/>
        </a:p>
      </dgm:t>
    </dgm:pt>
    <dgm:pt modelId="{CAFE888D-6BF0-4BFE-A7AD-56F8C3D725C8}" type="sibTrans" cxnId="{083DAC76-8422-47D6-A679-03CB4AB01A94}">
      <dgm:prSet/>
      <dgm:spPr/>
      <dgm:t>
        <a:bodyPr/>
        <a:lstStyle/>
        <a:p>
          <a:endParaRPr lang="en-PK"/>
        </a:p>
      </dgm:t>
    </dgm:pt>
    <dgm:pt modelId="{40F42E11-8909-489B-9174-AB36391979DA}">
      <dgm:prSet/>
      <dgm:spPr/>
      <dgm:t>
        <a:bodyPr/>
        <a:lstStyle/>
        <a:p>
          <a:r>
            <a:rPr lang="en-US"/>
            <a:t>Wireless networks and networks that span large areas, such as the Internet, fall into this category.</a:t>
          </a:r>
          <a:endParaRPr lang="en-PK"/>
        </a:p>
      </dgm:t>
    </dgm:pt>
    <dgm:pt modelId="{A3DD4283-964B-4408-9571-55281DBD9EFF}" type="parTrans" cxnId="{25F5706C-1BFB-430C-8F5B-F8A4D12A058F}">
      <dgm:prSet/>
      <dgm:spPr/>
      <dgm:t>
        <a:bodyPr/>
        <a:lstStyle/>
        <a:p>
          <a:endParaRPr lang="en-PK"/>
        </a:p>
      </dgm:t>
    </dgm:pt>
    <dgm:pt modelId="{C200C937-4580-4858-8A54-DA45D2DDC18B}" type="sibTrans" cxnId="{25F5706C-1BFB-430C-8F5B-F8A4D12A058F}">
      <dgm:prSet/>
      <dgm:spPr/>
      <dgm:t>
        <a:bodyPr/>
        <a:lstStyle/>
        <a:p>
          <a:endParaRPr lang="en-PK"/>
        </a:p>
      </dgm:t>
    </dgm:pt>
    <dgm:pt modelId="{E0D1DD98-5807-4853-A6F9-8D4451762DEE}">
      <dgm:prSet/>
      <dgm:spPr/>
      <dgm:t>
        <a:bodyPr/>
        <a:lstStyle/>
        <a:p>
          <a:r>
            <a:rPr lang="en-US"/>
            <a:t>Eventual consistency essentially requires only updates are guaranteed to propagate to all replicas.</a:t>
          </a:r>
          <a:endParaRPr lang="en-PK"/>
        </a:p>
      </dgm:t>
    </dgm:pt>
    <dgm:pt modelId="{C5F96860-EF6C-423D-AEA8-FF7F29DC6F4E}" type="parTrans" cxnId="{5FAA026D-D535-4ED0-B6C2-506E55B80B01}">
      <dgm:prSet/>
      <dgm:spPr/>
      <dgm:t>
        <a:bodyPr/>
        <a:lstStyle/>
        <a:p>
          <a:endParaRPr lang="en-PK"/>
        </a:p>
      </dgm:t>
    </dgm:pt>
    <dgm:pt modelId="{748A13CE-202C-47EB-9B4B-B25E4AAB52CC}" type="sibTrans" cxnId="{5FAA026D-D535-4ED0-B6C2-506E55B80B01}">
      <dgm:prSet/>
      <dgm:spPr/>
      <dgm:t>
        <a:bodyPr/>
        <a:lstStyle/>
        <a:p>
          <a:endParaRPr lang="en-PK"/>
        </a:p>
      </dgm:t>
    </dgm:pt>
    <dgm:pt modelId="{65BA5C34-DE91-4194-85FE-A5B31DC4FAED}" type="pres">
      <dgm:prSet presAssocID="{1EE32B66-6EDD-43B4-BBF3-2560D781E743}" presName="Name0" presStyleCnt="0">
        <dgm:presLayoutVars>
          <dgm:chMax val="7"/>
          <dgm:dir/>
          <dgm:animLvl val="lvl"/>
          <dgm:resizeHandles val="exact"/>
        </dgm:presLayoutVars>
      </dgm:prSet>
      <dgm:spPr/>
    </dgm:pt>
    <dgm:pt modelId="{EE24EFC4-0376-43B5-ACD2-EC9B03008A53}" type="pres">
      <dgm:prSet presAssocID="{77C52F6F-F973-4030-9075-8EF61FB4FDCC}" presName="circle1" presStyleLbl="node1" presStyleIdx="0" presStyleCnt="4"/>
      <dgm:spPr/>
    </dgm:pt>
    <dgm:pt modelId="{F8A0D5DC-7AD6-49A4-BE8F-466A7E9BFC18}" type="pres">
      <dgm:prSet presAssocID="{77C52F6F-F973-4030-9075-8EF61FB4FDCC}" presName="space" presStyleCnt="0"/>
      <dgm:spPr/>
    </dgm:pt>
    <dgm:pt modelId="{85E31A71-C554-4F76-A106-0C824D6427A2}" type="pres">
      <dgm:prSet presAssocID="{77C52F6F-F973-4030-9075-8EF61FB4FDCC}" presName="rect1" presStyleLbl="alignAcc1" presStyleIdx="0" presStyleCnt="4"/>
      <dgm:spPr/>
    </dgm:pt>
    <dgm:pt modelId="{67F15482-F602-40BA-B31C-11BCB420D043}" type="pres">
      <dgm:prSet presAssocID="{1826ECB2-8BEA-4014-BE55-BD597CF7731B}" presName="vertSpace2" presStyleLbl="node1" presStyleIdx="0" presStyleCnt="4"/>
      <dgm:spPr/>
    </dgm:pt>
    <dgm:pt modelId="{C596F071-4BCF-47EE-9C81-DDD62AE9A996}" type="pres">
      <dgm:prSet presAssocID="{1826ECB2-8BEA-4014-BE55-BD597CF7731B}" presName="circle2" presStyleLbl="node1" presStyleIdx="1" presStyleCnt="4"/>
      <dgm:spPr/>
    </dgm:pt>
    <dgm:pt modelId="{69BCDD87-AC9E-4E62-B8D9-3BF9E8607660}" type="pres">
      <dgm:prSet presAssocID="{1826ECB2-8BEA-4014-BE55-BD597CF7731B}" presName="rect2" presStyleLbl="alignAcc1" presStyleIdx="1" presStyleCnt="4"/>
      <dgm:spPr/>
    </dgm:pt>
    <dgm:pt modelId="{3D47163E-2103-464A-82D8-73A91D2CB2AC}" type="pres">
      <dgm:prSet presAssocID="{40F42E11-8909-489B-9174-AB36391979DA}" presName="vertSpace3" presStyleLbl="node1" presStyleIdx="1" presStyleCnt="4"/>
      <dgm:spPr/>
    </dgm:pt>
    <dgm:pt modelId="{F8FC106B-B2C7-4149-9036-B179C5F98151}" type="pres">
      <dgm:prSet presAssocID="{40F42E11-8909-489B-9174-AB36391979DA}" presName="circle3" presStyleLbl="node1" presStyleIdx="2" presStyleCnt="4"/>
      <dgm:spPr/>
    </dgm:pt>
    <dgm:pt modelId="{68504F64-5591-4CAE-AD75-B4F7550EC6D8}" type="pres">
      <dgm:prSet presAssocID="{40F42E11-8909-489B-9174-AB36391979DA}" presName="rect3" presStyleLbl="alignAcc1" presStyleIdx="2" presStyleCnt="4"/>
      <dgm:spPr/>
    </dgm:pt>
    <dgm:pt modelId="{7E58C68F-C803-4BCF-B71D-FA29A816511A}" type="pres">
      <dgm:prSet presAssocID="{E0D1DD98-5807-4853-A6F9-8D4451762DEE}" presName="vertSpace4" presStyleLbl="node1" presStyleIdx="2" presStyleCnt="4"/>
      <dgm:spPr/>
    </dgm:pt>
    <dgm:pt modelId="{4CFD5961-A8C6-4A26-BFD0-E44A1E25750B}" type="pres">
      <dgm:prSet presAssocID="{E0D1DD98-5807-4853-A6F9-8D4451762DEE}" presName="circle4" presStyleLbl="node1" presStyleIdx="3" presStyleCnt="4"/>
      <dgm:spPr/>
    </dgm:pt>
    <dgm:pt modelId="{850ACD7E-5BA3-400A-BED6-C0F82C39D6B5}" type="pres">
      <dgm:prSet presAssocID="{E0D1DD98-5807-4853-A6F9-8D4451762DEE}" presName="rect4" presStyleLbl="alignAcc1" presStyleIdx="3" presStyleCnt="4"/>
      <dgm:spPr/>
    </dgm:pt>
    <dgm:pt modelId="{541E4A27-7399-4767-A7E4-EBA0E3BA42B8}" type="pres">
      <dgm:prSet presAssocID="{77C52F6F-F973-4030-9075-8EF61FB4FDCC}" presName="rect1ParTxNoCh" presStyleLbl="alignAcc1" presStyleIdx="3" presStyleCnt="4">
        <dgm:presLayoutVars>
          <dgm:chMax val="1"/>
          <dgm:bulletEnabled val="1"/>
        </dgm:presLayoutVars>
      </dgm:prSet>
      <dgm:spPr/>
    </dgm:pt>
    <dgm:pt modelId="{CE681E73-154F-4AB0-B7E2-2E35FBEA71E7}" type="pres">
      <dgm:prSet presAssocID="{1826ECB2-8BEA-4014-BE55-BD597CF7731B}" presName="rect2ParTxNoCh" presStyleLbl="alignAcc1" presStyleIdx="3" presStyleCnt="4">
        <dgm:presLayoutVars>
          <dgm:chMax val="1"/>
          <dgm:bulletEnabled val="1"/>
        </dgm:presLayoutVars>
      </dgm:prSet>
      <dgm:spPr/>
    </dgm:pt>
    <dgm:pt modelId="{3D3F5653-DB70-47AE-8443-55BDBC5E1CE6}" type="pres">
      <dgm:prSet presAssocID="{40F42E11-8909-489B-9174-AB36391979DA}" presName="rect3ParTxNoCh" presStyleLbl="alignAcc1" presStyleIdx="3" presStyleCnt="4">
        <dgm:presLayoutVars>
          <dgm:chMax val="1"/>
          <dgm:bulletEnabled val="1"/>
        </dgm:presLayoutVars>
      </dgm:prSet>
      <dgm:spPr/>
    </dgm:pt>
    <dgm:pt modelId="{58D9DE31-083F-4E96-BD23-4E7B4A5EA492}" type="pres">
      <dgm:prSet presAssocID="{E0D1DD98-5807-4853-A6F9-8D4451762DEE}" presName="rect4ParTxNoCh" presStyleLbl="alignAcc1" presStyleIdx="3" presStyleCnt="4">
        <dgm:presLayoutVars>
          <dgm:chMax val="1"/>
          <dgm:bulletEnabled val="1"/>
        </dgm:presLayoutVars>
      </dgm:prSet>
      <dgm:spPr/>
    </dgm:pt>
  </dgm:ptLst>
  <dgm:cxnLst>
    <dgm:cxn modelId="{EC895215-C8D6-42EE-A908-D5DB4084FEEA}" type="presOf" srcId="{1826ECB2-8BEA-4014-BE55-BD597CF7731B}" destId="{CE681E73-154F-4AB0-B7E2-2E35FBEA71E7}" srcOrd="1" destOrd="0" presId="urn:microsoft.com/office/officeart/2005/8/layout/target3"/>
    <dgm:cxn modelId="{96E7A72D-1AF1-4CA5-8389-67458982CEAC}" type="presOf" srcId="{77C52F6F-F973-4030-9075-8EF61FB4FDCC}" destId="{541E4A27-7399-4767-A7E4-EBA0E3BA42B8}" srcOrd="1" destOrd="0" presId="urn:microsoft.com/office/officeart/2005/8/layout/target3"/>
    <dgm:cxn modelId="{0B45673E-791E-4089-87B5-D7C1F57417FD}" type="presOf" srcId="{1826ECB2-8BEA-4014-BE55-BD597CF7731B}" destId="{69BCDD87-AC9E-4E62-B8D9-3BF9E8607660}" srcOrd="0" destOrd="0" presId="urn:microsoft.com/office/officeart/2005/8/layout/target3"/>
    <dgm:cxn modelId="{E9A26C43-0C53-4039-9767-16723E6F9356}" type="presOf" srcId="{77C52F6F-F973-4030-9075-8EF61FB4FDCC}" destId="{85E31A71-C554-4F76-A106-0C824D6427A2}" srcOrd="0" destOrd="0" presId="urn:microsoft.com/office/officeart/2005/8/layout/target3"/>
    <dgm:cxn modelId="{C7D7D869-2EE3-4469-9EF5-71977AEAF186}" type="presOf" srcId="{40F42E11-8909-489B-9174-AB36391979DA}" destId="{68504F64-5591-4CAE-AD75-B4F7550EC6D8}" srcOrd="0" destOrd="0" presId="urn:microsoft.com/office/officeart/2005/8/layout/target3"/>
    <dgm:cxn modelId="{25F5706C-1BFB-430C-8F5B-F8A4D12A058F}" srcId="{1EE32B66-6EDD-43B4-BBF3-2560D781E743}" destId="{40F42E11-8909-489B-9174-AB36391979DA}" srcOrd="2" destOrd="0" parTransId="{A3DD4283-964B-4408-9571-55281DBD9EFF}" sibTransId="{C200C937-4580-4858-8A54-DA45D2DDC18B}"/>
    <dgm:cxn modelId="{5FAA026D-D535-4ED0-B6C2-506E55B80B01}" srcId="{1EE32B66-6EDD-43B4-BBF3-2560D781E743}" destId="{E0D1DD98-5807-4853-A6F9-8D4451762DEE}" srcOrd="3" destOrd="0" parTransId="{C5F96860-EF6C-423D-AEA8-FF7F29DC6F4E}" sibTransId="{748A13CE-202C-47EB-9B4B-B25E4AAB52CC}"/>
    <dgm:cxn modelId="{083DAC76-8422-47D6-A679-03CB4AB01A94}" srcId="{1EE32B66-6EDD-43B4-BBF3-2560D781E743}" destId="{1826ECB2-8BEA-4014-BE55-BD597CF7731B}" srcOrd="1" destOrd="0" parTransId="{98C5A2CB-E3D0-426A-B6D3-8197631D4B62}" sibTransId="{CAFE888D-6BF0-4BFE-A7AD-56F8C3D725C8}"/>
    <dgm:cxn modelId="{ABE955A2-42D1-47F2-9DF2-4D7D513991CC}" type="presOf" srcId="{1EE32B66-6EDD-43B4-BBF3-2560D781E743}" destId="{65BA5C34-DE91-4194-85FE-A5B31DC4FAED}" srcOrd="0" destOrd="0" presId="urn:microsoft.com/office/officeart/2005/8/layout/target3"/>
    <dgm:cxn modelId="{035B83A7-4B33-4BA7-A773-2E716AE9F755}" type="presOf" srcId="{E0D1DD98-5807-4853-A6F9-8D4451762DEE}" destId="{850ACD7E-5BA3-400A-BED6-C0F82C39D6B5}" srcOrd="0" destOrd="0" presId="urn:microsoft.com/office/officeart/2005/8/layout/target3"/>
    <dgm:cxn modelId="{472FC7AA-05F8-483F-8064-E58612C84E2F}" type="presOf" srcId="{40F42E11-8909-489B-9174-AB36391979DA}" destId="{3D3F5653-DB70-47AE-8443-55BDBC5E1CE6}" srcOrd="1" destOrd="0" presId="urn:microsoft.com/office/officeart/2005/8/layout/target3"/>
    <dgm:cxn modelId="{8B5686F3-06E2-4116-8732-26603B983FCB}" type="presOf" srcId="{E0D1DD98-5807-4853-A6F9-8D4451762DEE}" destId="{58D9DE31-083F-4E96-BD23-4E7B4A5EA492}" srcOrd="1" destOrd="0" presId="urn:microsoft.com/office/officeart/2005/8/layout/target3"/>
    <dgm:cxn modelId="{08458CF4-F7C5-4C28-B2DC-765D078E1750}" srcId="{1EE32B66-6EDD-43B4-BBF3-2560D781E743}" destId="{77C52F6F-F973-4030-9075-8EF61FB4FDCC}" srcOrd="0" destOrd="0" parTransId="{5EDBB23C-CE29-4B57-8793-3BADFAB38BA0}" sibTransId="{B42B7389-488C-4E45-A764-74DC627710B3}"/>
    <dgm:cxn modelId="{EC981BE7-03BA-4969-9187-72361DCD941C}" type="presParOf" srcId="{65BA5C34-DE91-4194-85FE-A5B31DC4FAED}" destId="{EE24EFC4-0376-43B5-ACD2-EC9B03008A53}" srcOrd="0" destOrd="0" presId="urn:microsoft.com/office/officeart/2005/8/layout/target3"/>
    <dgm:cxn modelId="{4D4A0221-D4F6-44E2-BC46-17F8B3B71DDD}" type="presParOf" srcId="{65BA5C34-DE91-4194-85FE-A5B31DC4FAED}" destId="{F8A0D5DC-7AD6-49A4-BE8F-466A7E9BFC18}" srcOrd="1" destOrd="0" presId="urn:microsoft.com/office/officeart/2005/8/layout/target3"/>
    <dgm:cxn modelId="{6FA896E9-1819-4FDB-B4D5-F20178F2C05F}" type="presParOf" srcId="{65BA5C34-DE91-4194-85FE-A5B31DC4FAED}" destId="{85E31A71-C554-4F76-A106-0C824D6427A2}" srcOrd="2" destOrd="0" presId="urn:microsoft.com/office/officeart/2005/8/layout/target3"/>
    <dgm:cxn modelId="{015918E5-DA51-48A3-A96B-25C79A0760CC}" type="presParOf" srcId="{65BA5C34-DE91-4194-85FE-A5B31DC4FAED}" destId="{67F15482-F602-40BA-B31C-11BCB420D043}" srcOrd="3" destOrd="0" presId="urn:microsoft.com/office/officeart/2005/8/layout/target3"/>
    <dgm:cxn modelId="{C5BAD5A1-C8E9-440C-BB01-7AB9F2FC589B}" type="presParOf" srcId="{65BA5C34-DE91-4194-85FE-A5B31DC4FAED}" destId="{C596F071-4BCF-47EE-9C81-DDD62AE9A996}" srcOrd="4" destOrd="0" presId="urn:microsoft.com/office/officeart/2005/8/layout/target3"/>
    <dgm:cxn modelId="{5AA2F58B-FC73-4DBE-8AD7-86EC94B5FD9B}" type="presParOf" srcId="{65BA5C34-DE91-4194-85FE-A5B31DC4FAED}" destId="{69BCDD87-AC9E-4E62-B8D9-3BF9E8607660}" srcOrd="5" destOrd="0" presId="urn:microsoft.com/office/officeart/2005/8/layout/target3"/>
    <dgm:cxn modelId="{DC848CAC-C9D2-46BD-A2D8-EC99518F77B9}" type="presParOf" srcId="{65BA5C34-DE91-4194-85FE-A5B31DC4FAED}" destId="{3D47163E-2103-464A-82D8-73A91D2CB2AC}" srcOrd="6" destOrd="0" presId="urn:microsoft.com/office/officeart/2005/8/layout/target3"/>
    <dgm:cxn modelId="{8D4C0DC8-2A21-4C14-A4DB-6E8AF490611B}" type="presParOf" srcId="{65BA5C34-DE91-4194-85FE-A5B31DC4FAED}" destId="{F8FC106B-B2C7-4149-9036-B179C5F98151}" srcOrd="7" destOrd="0" presId="urn:microsoft.com/office/officeart/2005/8/layout/target3"/>
    <dgm:cxn modelId="{F1EC4DE7-B9E8-40D2-850F-635F703A3DDB}" type="presParOf" srcId="{65BA5C34-DE91-4194-85FE-A5B31DC4FAED}" destId="{68504F64-5591-4CAE-AD75-B4F7550EC6D8}" srcOrd="8" destOrd="0" presId="urn:microsoft.com/office/officeart/2005/8/layout/target3"/>
    <dgm:cxn modelId="{BE2CBD83-0FC4-4EF7-8985-575F3D65042F}" type="presParOf" srcId="{65BA5C34-DE91-4194-85FE-A5B31DC4FAED}" destId="{7E58C68F-C803-4BCF-B71D-FA29A816511A}" srcOrd="9" destOrd="0" presId="urn:microsoft.com/office/officeart/2005/8/layout/target3"/>
    <dgm:cxn modelId="{D3DFCA71-9AC7-40BB-96A2-5276E187D519}" type="presParOf" srcId="{65BA5C34-DE91-4194-85FE-A5B31DC4FAED}" destId="{4CFD5961-A8C6-4A26-BFD0-E44A1E25750B}" srcOrd="10" destOrd="0" presId="urn:microsoft.com/office/officeart/2005/8/layout/target3"/>
    <dgm:cxn modelId="{AA1B66AC-82A4-40BA-96BE-DFA2083ECD48}" type="presParOf" srcId="{65BA5C34-DE91-4194-85FE-A5B31DC4FAED}" destId="{850ACD7E-5BA3-400A-BED6-C0F82C39D6B5}" srcOrd="11" destOrd="0" presId="urn:microsoft.com/office/officeart/2005/8/layout/target3"/>
    <dgm:cxn modelId="{013ED3C8-0AAB-49DB-96FC-F83655BC928B}" type="presParOf" srcId="{65BA5C34-DE91-4194-85FE-A5B31DC4FAED}" destId="{541E4A27-7399-4767-A7E4-EBA0E3BA42B8}" srcOrd="12" destOrd="0" presId="urn:microsoft.com/office/officeart/2005/8/layout/target3"/>
    <dgm:cxn modelId="{9EC0EBED-A4A4-4037-B380-46F837BE8D00}" type="presParOf" srcId="{65BA5C34-DE91-4194-85FE-A5B31DC4FAED}" destId="{CE681E73-154F-4AB0-B7E2-2E35FBEA71E7}" srcOrd="13" destOrd="0" presId="urn:microsoft.com/office/officeart/2005/8/layout/target3"/>
    <dgm:cxn modelId="{FFFB75A7-D702-4A52-8A5B-6D917B3EE906}" type="presParOf" srcId="{65BA5C34-DE91-4194-85FE-A5B31DC4FAED}" destId="{3D3F5653-DB70-47AE-8443-55BDBC5E1CE6}" srcOrd="14" destOrd="0" presId="urn:microsoft.com/office/officeart/2005/8/layout/target3"/>
    <dgm:cxn modelId="{E73615E3-EDC2-4F50-AB4B-57F0715C7027}" type="presParOf" srcId="{65BA5C34-DE91-4194-85FE-A5B31DC4FAED}" destId="{58D9DE31-083F-4E96-BD23-4E7B4A5EA492}" srcOrd="15"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10EF862-9B4C-4EEE-B8A3-1EB3D3CD4BD8}"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PK"/>
        </a:p>
      </dgm:t>
    </dgm:pt>
    <dgm:pt modelId="{377F31AF-EDFF-4D25-B770-0230A834BA40}">
      <dgm:prSet/>
      <dgm:spPr/>
      <dgm:t>
        <a:bodyPr/>
        <a:lstStyle/>
        <a:p>
          <a:r>
            <a:rPr lang="en-US"/>
            <a:t>Example: Consistency for Mobile Users</a:t>
          </a:r>
          <a:endParaRPr lang="en-PK"/>
        </a:p>
      </dgm:t>
    </dgm:pt>
    <dgm:pt modelId="{7069B7B6-EF0D-4159-B28B-9979F0930A6D}" type="parTrans" cxnId="{3D5A6193-BA64-45AD-BE33-2230748C8A43}">
      <dgm:prSet/>
      <dgm:spPr/>
      <dgm:t>
        <a:bodyPr/>
        <a:lstStyle/>
        <a:p>
          <a:endParaRPr lang="en-PK"/>
        </a:p>
      </dgm:t>
    </dgm:pt>
    <dgm:pt modelId="{5FB387A3-9016-4F81-8E29-763C42856B70}" type="sibTrans" cxnId="{3D5A6193-BA64-45AD-BE33-2230748C8A43}">
      <dgm:prSet/>
      <dgm:spPr/>
      <dgm:t>
        <a:bodyPr/>
        <a:lstStyle/>
        <a:p>
          <a:endParaRPr lang="en-PK"/>
        </a:p>
      </dgm:t>
    </dgm:pt>
    <dgm:pt modelId="{95B2B0AC-3A6E-45C3-9843-D5BFABC58538}">
      <dgm:prSet/>
      <dgm:spPr/>
      <dgm:t>
        <a:bodyPr/>
        <a:lstStyle/>
        <a:p>
          <a:r>
            <a:rPr lang="en-US"/>
            <a:t>Consider a distributed database to which you have access through your notebook.</a:t>
          </a:r>
          <a:endParaRPr lang="en-PK"/>
        </a:p>
      </dgm:t>
    </dgm:pt>
    <dgm:pt modelId="{63053C71-C7C4-424C-963E-5A604DACE4D0}" type="parTrans" cxnId="{E2B6EE30-C41F-45C1-8930-7C43D2EBF1D6}">
      <dgm:prSet/>
      <dgm:spPr/>
      <dgm:t>
        <a:bodyPr/>
        <a:lstStyle/>
        <a:p>
          <a:endParaRPr lang="en-PK"/>
        </a:p>
      </dgm:t>
    </dgm:pt>
    <dgm:pt modelId="{158EF651-DA4E-4C03-929B-E8C3DDD88068}" type="sibTrans" cxnId="{E2B6EE30-C41F-45C1-8930-7C43D2EBF1D6}">
      <dgm:prSet/>
      <dgm:spPr/>
      <dgm:t>
        <a:bodyPr/>
        <a:lstStyle/>
        <a:p>
          <a:endParaRPr lang="en-PK"/>
        </a:p>
      </dgm:t>
    </dgm:pt>
    <dgm:pt modelId="{CE60C79E-DD09-47D5-A149-BCAB8A58A745}">
      <dgm:prSet/>
      <dgm:spPr/>
      <dgm:t>
        <a:bodyPr/>
        <a:lstStyle/>
        <a:p>
          <a:r>
            <a:rPr lang="en-US"/>
            <a:t>Assume your notebook acts as a front end to the database.</a:t>
          </a:r>
          <a:endParaRPr lang="en-PK"/>
        </a:p>
      </dgm:t>
    </dgm:pt>
    <dgm:pt modelId="{17550574-CCF6-46C3-B018-294B7084AC2F}" type="parTrans" cxnId="{2C8D49D8-7C62-45AD-9693-1FEBF616E3D4}">
      <dgm:prSet/>
      <dgm:spPr/>
      <dgm:t>
        <a:bodyPr/>
        <a:lstStyle/>
        <a:p>
          <a:endParaRPr lang="en-PK"/>
        </a:p>
      </dgm:t>
    </dgm:pt>
    <dgm:pt modelId="{9BD8A397-5B34-48C0-84F4-ACDC2F4662F7}" type="sibTrans" cxnId="{2C8D49D8-7C62-45AD-9693-1FEBF616E3D4}">
      <dgm:prSet/>
      <dgm:spPr/>
      <dgm:t>
        <a:bodyPr/>
        <a:lstStyle/>
        <a:p>
          <a:endParaRPr lang="en-PK"/>
        </a:p>
      </dgm:t>
    </dgm:pt>
    <dgm:pt modelId="{0CAEA51D-EFE4-499F-9089-F8A70F9B7E69}">
      <dgm:prSet/>
      <dgm:spPr/>
      <dgm:t>
        <a:bodyPr/>
        <a:lstStyle/>
        <a:p>
          <a:r>
            <a:rPr lang="en-US" dirty="0"/>
            <a:t>At location A you access the database doing reads and updates.</a:t>
          </a:r>
          <a:endParaRPr lang="en-PK" dirty="0"/>
        </a:p>
      </dgm:t>
    </dgm:pt>
    <dgm:pt modelId="{C3485A26-FAA6-4B69-99F0-793E57078EC4}" type="parTrans" cxnId="{531AA9D8-BA01-4874-8157-3F422F951CFE}">
      <dgm:prSet/>
      <dgm:spPr/>
      <dgm:t>
        <a:bodyPr/>
        <a:lstStyle/>
        <a:p>
          <a:endParaRPr lang="en-PK"/>
        </a:p>
      </dgm:t>
    </dgm:pt>
    <dgm:pt modelId="{A2AD7A64-66E3-4EE0-A773-736441FA5302}" type="sibTrans" cxnId="{531AA9D8-BA01-4874-8157-3F422F951CFE}">
      <dgm:prSet/>
      <dgm:spPr/>
      <dgm:t>
        <a:bodyPr/>
        <a:lstStyle/>
        <a:p>
          <a:endParaRPr lang="en-PK"/>
        </a:p>
      </dgm:t>
    </dgm:pt>
    <dgm:pt modelId="{177E7A87-480B-49B0-B999-7F95F1955563}">
      <dgm:prSet/>
      <dgm:spPr/>
      <dgm:t>
        <a:bodyPr/>
        <a:lstStyle/>
        <a:p>
          <a:r>
            <a:rPr lang="en-US"/>
            <a:t>At location B you continue your work, but unless you access the same server as the one at location A, you may detect inconsistencies:</a:t>
          </a:r>
          <a:endParaRPr lang="en-PK"/>
        </a:p>
      </dgm:t>
    </dgm:pt>
    <dgm:pt modelId="{4DE5CCD3-BA2A-495D-8EF0-01128AC012C8}" type="parTrans" cxnId="{4EE15620-9D51-4BDB-B091-CD9F457EC0D4}">
      <dgm:prSet/>
      <dgm:spPr/>
      <dgm:t>
        <a:bodyPr/>
        <a:lstStyle/>
        <a:p>
          <a:endParaRPr lang="en-PK"/>
        </a:p>
      </dgm:t>
    </dgm:pt>
    <dgm:pt modelId="{A64C2739-2268-42DB-AE90-76B59FC2391A}" type="sibTrans" cxnId="{4EE15620-9D51-4BDB-B091-CD9F457EC0D4}">
      <dgm:prSet/>
      <dgm:spPr/>
      <dgm:t>
        <a:bodyPr/>
        <a:lstStyle/>
        <a:p>
          <a:endParaRPr lang="en-PK"/>
        </a:p>
      </dgm:t>
    </dgm:pt>
    <dgm:pt modelId="{9FFA27BA-EB22-4E08-A50F-BA10E506A05D}">
      <dgm:prSet/>
      <dgm:spPr/>
      <dgm:t>
        <a:bodyPr/>
        <a:lstStyle/>
        <a:p>
          <a:r>
            <a:rPr lang="en-US"/>
            <a:t>Your updates at A may not have yet been propagated to B</a:t>
          </a:r>
          <a:endParaRPr lang="en-PK"/>
        </a:p>
      </dgm:t>
    </dgm:pt>
    <dgm:pt modelId="{D3D11B9F-CCC9-40B0-94E4-B56FC1F9F2E5}" type="parTrans" cxnId="{3795FCF1-C8AA-433B-80B6-9F2233975378}">
      <dgm:prSet/>
      <dgm:spPr/>
      <dgm:t>
        <a:bodyPr/>
        <a:lstStyle/>
        <a:p>
          <a:endParaRPr lang="en-PK"/>
        </a:p>
      </dgm:t>
    </dgm:pt>
    <dgm:pt modelId="{BBEDB668-0C4A-4AD7-922C-B2A10C2C9975}" type="sibTrans" cxnId="{3795FCF1-C8AA-433B-80B6-9F2233975378}">
      <dgm:prSet/>
      <dgm:spPr/>
      <dgm:t>
        <a:bodyPr/>
        <a:lstStyle/>
        <a:p>
          <a:endParaRPr lang="en-PK"/>
        </a:p>
      </dgm:t>
    </dgm:pt>
    <dgm:pt modelId="{A43BE9AC-84F2-42B7-B929-6CD3949F60B2}">
      <dgm:prSet/>
      <dgm:spPr/>
      <dgm:t>
        <a:bodyPr/>
        <a:lstStyle/>
        <a:p>
          <a:r>
            <a:rPr lang="en-US"/>
            <a:t>You may be reading newer entries than the ones available at A</a:t>
          </a:r>
          <a:endParaRPr lang="en-PK"/>
        </a:p>
      </dgm:t>
    </dgm:pt>
    <dgm:pt modelId="{D2CB75D9-2573-49C1-926C-60BA459AE746}" type="parTrans" cxnId="{0CF61AA6-ADAB-45D7-9358-247713F67029}">
      <dgm:prSet/>
      <dgm:spPr/>
      <dgm:t>
        <a:bodyPr/>
        <a:lstStyle/>
        <a:p>
          <a:endParaRPr lang="en-PK"/>
        </a:p>
      </dgm:t>
    </dgm:pt>
    <dgm:pt modelId="{00569CAB-C7DE-4C6D-AB28-C125128799F3}" type="sibTrans" cxnId="{0CF61AA6-ADAB-45D7-9358-247713F67029}">
      <dgm:prSet/>
      <dgm:spPr/>
      <dgm:t>
        <a:bodyPr/>
        <a:lstStyle/>
        <a:p>
          <a:endParaRPr lang="en-PK"/>
        </a:p>
      </dgm:t>
    </dgm:pt>
    <dgm:pt modelId="{1395F6F5-27C9-47B8-9BBE-5A39CDAD3F03}">
      <dgm:prSet/>
      <dgm:spPr/>
      <dgm:t>
        <a:bodyPr/>
        <a:lstStyle/>
        <a:p>
          <a:r>
            <a:rPr lang="en-US"/>
            <a:t>Your updates at B may eventually conflict with those at A</a:t>
          </a:r>
          <a:endParaRPr lang="en-PK"/>
        </a:p>
      </dgm:t>
    </dgm:pt>
    <dgm:pt modelId="{30238DD3-0ED4-4110-A669-9A577CE78EA5}" type="parTrans" cxnId="{0CED5BC8-CE24-476E-AED9-871C7F97182E}">
      <dgm:prSet/>
      <dgm:spPr/>
      <dgm:t>
        <a:bodyPr/>
        <a:lstStyle/>
        <a:p>
          <a:endParaRPr lang="en-PK"/>
        </a:p>
      </dgm:t>
    </dgm:pt>
    <dgm:pt modelId="{1E8C76A4-3DAA-45CA-B09A-B5E736ABA8F3}" type="sibTrans" cxnId="{0CED5BC8-CE24-476E-AED9-871C7F97182E}">
      <dgm:prSet/>
      <dgm:spPr/>
      <dgm:t>
        <a:bodyPr/>
        <a:lstStyle/>
        <a:p>
          <a:endParaRPr lang="en-PK"/>
        </a:p>
      </dgm:t>
    </dgm:pt>
    <dgm:pt modelId="{8CC3FDFD-8E00-4D5E-9A76-9070BF59DFFB}" type="pres">
      <dgm:prSet presAssocID="{710EF862-9B4C-4EEE-B8A3-1EB3D3CD4BD8}" presName="Name0" presStyleCnt="0">
        <dgm:presLayoutVars>
          <dgm:dir/>
          <dgm:animLvl val="lvl"/>
          <dgm:resizeHandles val="exact"/>
        </dgm:presLayoutVars>
      </dgm:prSet>
      <dgm:spPr/>
    </dgm:pt>
    <dgm:pt modelId="{511234B5-0354-4AAA-97AB-457A339DF385}" type="pres">
      <dgm:prSet presAssocID="{377F31AF-EDFF-4D25-B770-0230A834BA40}" presName="composite" presStyleCnt="0"/>
      <dgm:spPr/>
    </dgm:pt>
    <dgm:pt modelId="{29B0327F-3D12-4021-983E-93C39C65738B}" type="pres">
      <dgm:prSet presAssocID="{377F31AF-EDFF-4D25-B770-0230A834BA40}" presName="parTx" presStyleLbl="alignNode1" presStyleIdx="0" presStyleCnt="1">
        <dgm:presLayoutVars>
          <dgm:chMax val="0"/>
          <dgm:chPref val="0"/>
          <dgm:bulletEnabled val="1"/>
        </dgm:presLayoutVars>
      </dgm:prSet>
      <dgm:spPr/>
    </dgm:pt>
    <dgm:pt modelId="{38FE1320-450E-410C-8262-0A0DA548C887}" type="pres">
      <dgm:prSet presAssocID="{377F31AF-EDFF-4D25-B770-0230A834BA40}" presName="desTx" presStyleLbl="alignAccFollowNode1" presStyleIdx="0" presStyleCnt="1">
        <dgm:presLayoutVars>
          <dgm:bulletEnabled val="1"/>
        </dgm:presLayoutVars>
      </dgm:prSet>
      <dgm:spPr/>
    </dgm:pt>
  </dgm:ptLst>
  <dgm:cxnLst>
    <dgm:cxn modelId="{F60EF105-AB2C-4F9D-810E-97E4CD586845}" type="presOf" srcId="{1395F6F5-27C9-47B8-9BBE-5A39CDAD3F03}" destId="{38FE1320-450E-410C-8262-0A0DA548C887}" srcOrd="0" destOrd="6" presId="urn:microsoft.com/office/officeart/2005/8/layout/hList1"/>
    <dgm:cxn modelId="{4EE15620-9D51-4BDB-B091-CD9F457EC0D4}" srcId="{377F31AF-EDFF-4D25-B770-0230A834BA40}" destId="{177E7A87-480B-49B0-B999-7F95F1955563}" srcOrd="3" destOrd="0" parTransId="{4DE5CCD3-BA2A-495D-8EF0-01128AC012C8}" sibTransId="{A64C2739-2268-42DB-AE90-76B59FC2391A}"/>
    <dgm:cxn modelId="{BA884B2E-0C5A-4798-9087-729384B9FACF}" type="presOf" srcId="{377F31AF-EDFF-4D25-B770-0230A834BA40}" destId="{29B0327F-3D12-4021-983E-93C39C65738B}" srcOrd="0" destOrd="0" presId="urn:microsoft.com/office/officeart/2005/8/layout/hList1"/>
    <dgm:cxn modelId="{E2B6EE30-C41F-45C1-8930-7C43D2EBF1D6}" srcId="{377F31AF-EDFF-4D25-B770-0230A834BA40}" destId="{95B2B0AC-3A6E-45C3-9843-D5BFABC58538}" srcOrd="0" destOrd="0" parTransId="{63053C71-C7C4-424C-963E-5A604DACE4D0}" sibTransId="{158EF651-DA4E-4C03-929B-E8C3DDD88068}"/>
    <dgm:cxn modelId="{28432942-3356-4AF6-A559-B5F30D13260C}" type="presOf" srcId="{0CAEA51D-EFE4-499F-9089-F8A70F9B7E69}" destId="{38FE1320-450E-410C-8262-0A0DA548C887}" srcOrd="0" destOrd="2" presId="urn:microsoft.com/office/officeart/2005/8/layout/hList1"/>
    <dgm:cxn modelId="{813B3670-C807-45C4-8182-29B921AFE4EA}" type="presOf" srcId="{177E7A87-480B-49B0-B999-7F95F1955563}" destId="{38FE1320-450E-410C-8262-0A0DA548C887}" srcOrd="0" destOrd="3" presId="urn:microsoft.com/office/officeart/2005/8/layout/hList1"/>
    <dgm:cxn modelId="{7823BB53-0658-4541-9898-082AEA99F1F6}" type="presOf" srcId="{9FFA27BA-EB22-4E08-A50F-BA10E506A05D}" destId="{38FE1320-450E-410C-8262-0A0DA548C887}" srcOrd="0" destOrd="4" presId="urn:microsoft.com/office/officeart/2005/8/layout/hList1"/>
    <dgm:cxn modelId="{3D5A6193-BA64-45AD-BE33-2230748C8A43}" srcId="{710EF862-9B4C-4EEE-B8A3-1EB3D3CD4BD8}" destId="{377F31AF-EDFF-4D25-B770-0230A834BA40}" srcOrd="0" destOrd="0" parTransId="{7069B7B6-EF0D-4159-B28B-9979F0930A6D}" sibTransId="{5FB387A3-9016-4F81-8E29-763C42856B70}"/>
    <dgm:cxn modelId="{0CF61AA6-ADAB-45D7-9358-247713F67029}" srcId="{177E7A87-480B-49B0-B999-7F95F1955563}" destId="{A43BE9AC-84F2-42B7-B929-6CD3949F60B2}" srcOrd="1" destOrd="0" parTransId="{D2CB75D9-2573-49C1-926C-60BA459AE746}" sibTransId="{00569CAB-C7DE-4C6D-AB28-C125128799F3}"/>
    <dgm:cxn modelId="{090F7EA6-B8BD-48E1-A0A0-516A8B624ACE}" type="presOf" srcId="{710EF862-9B4C-4EEE-B8A3-1EB3D3CD4BD8}" destId="{8CC3FDFD-8E00-4D5E-9A76-9070BF59DFFB}" srcOrd="0" destOrd="0" presId="urn:microsoft.com/office/officeart/2005/8/layout/hList1"/>
    <dgm:cxn modelId="{009C9CA6-DC1C-48A3-B468-F387A15321E7}" type="presOf" srcId="{A43BE9AC-84F2-42B7-B929-6CD3949F60B2}" destId="{38FE1320-450E-410C-8262-0A0DA548C887}" srcOrd="0" destOrd="5" presId="urn:microsoft.com/office/officeart/2005/8/layout/hList1"/>
    <dgm:cxn modelId="{813B17B2-6CD4-4E3F-97A9-773F503DFBAE}" type="presOf" srcId="{CE60C79E-DD09-47D5-A149-BCAB8A58A745}" destId="{38FE1320-450E-410C-8262-0A0DA548C887}" srcOrd="0" destOrd="1" presId="urn:microsoft.com/office/officeart/2005/8/layout/hList1"/>
    <dgm:cxn modelId="{5AB461C2-749B-40DE-9E37-F100720707DE}" type="presOf" srcId="{95B2B0AC-3A6E-45C3-9843-D5BFABC58538}" destId="{38FE1320-450E-410C-8262-0A0DA548C887}" srcOrd="0" destOrd="0" presId="urn:microsoft.com/office/officeart/2005/8/layout/hList1"/>
    <dgm:cxn modelId="{0CED5BC8-CE24-476E-AED9-871C7F97182E}" srcId="{177E7A87-480B-49B0-B999-7F95F1955563}" destId="{1395F6F5-27C9-47B8-9BBE-5A39CDAD3F03}" srcOrd="2" destOrd="0" parTransId="{30238DD3-0ED4-4110-A669-9A577CE78EA5}" sibTransId="{1E8C76A4-3DAA-45CA-B09A-B5E736ABA8F3}"/>
    <dgm:cxn modelId="{2C8D49D8-7C62-45AD-9693-1FEBF616E3D4}" srcId="{377F31AF-EDFF-4D25-B770-0230A834BA40}" destId="{CE60C79E-DD09-47D5-A149-BCAB8A58A745}" srcOrd="1" destOrd="0" parTransId="{17550574-CCF6-46C3-B018-294B7084AC2F}" sibTransId="{9BD8A397-5B34-48C0-84F4-ACDC2F4662F7}"/>
    <dgm:cxn modelId="{531AA9D8-BA01-4874-8157-3F422F951CFE}" srcId="{377F31AF-EDFF-4D25-B770-0230A834BA40}" destId="{0CAEA51D-EFE4-499F-9089-F8A70F9B7E69}" srcOrd="2" destOrd="0" parTransId="{C3485A26-FAA6-4B69-99F0-793E57078EC4}" sibTransId="{A2AD7A64-66E3-4EE0-A773-736441FA5302}"/>
    <dgm:cxn modelId="{3795FCF1-C8AA-433B-80B6-9F2233975378}" srcId="{177E7A87-480B-49B0-B999-7F95F1955563}" destId="{9FFA27BA-EB22-4E08-A50F-BA10E506A05D}" srcOrd="0" destOrd="0" parTransId="{D3D11B9F-CCC9-40B0-94E4-B56FC1F9F2E5}" sibTransId="{BBEDB668-0C4A-4AD7-922C-B2A10C2C9975}"/>
    <dgm:cxn modelId="{3087C882-4FE6-4171-93DB-A3B3395E35AB}" type="presParOf" srcId="{8CC3FDFD-8E00-4D5E-9A76-9070BF59DFFB}" destId="{511234B5-0354-4AAA-97AB-457A339DF385}" srcOrd="0" destOrd="0" presId="urn:microsoft.com/office/officeart/2005/8/layout/hList1"/>
    <dgm:cxn modelId="{F50355E1-A183-43F9-B71F-6B5B4EA2BE0E}" type="presParOf" srcId="{511234B5-0354-4AAA-97AB-457A339DF385}" destId="{29B0327F-3D12-4021-983E-93C39C65738B}" srcOrd="0" destOrd="0" presId="urn:microsoft.com/office/officeart/2005/8/layout/hList1"/>
    <dgm:cxn modelId="{33247D8F-44B5-44CC-A8E0-3B0DE5D258E3}" type="presParOf" srcId="{511234B5-0354-4AAA-97AB-457A339DF385}" destId="{38FE1320-450E-410C-8262-0A0DA548C887}"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Understanding of Monotonic Reads.</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Monotonic Reads Example.</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2"/>
      <dgm:spPr/>
    </dgm:pt>
    <dgm:pt modelId="{D881F5EF-E907-4B70-B27C-A1BEE31A375E}" type="pres">
      <dgm:prSet presAssocID="{AD97C7EA-A52E-4807-91FC-7F73ACA10A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2">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2"/>
      <dgm:spPr/>
    </dgm:pt>
    <dgm:pt modelId="{506C0FB1-07FE-4287-8822-A312BB62CC32}" type="pres">
      <dgm:prSet presAssocID="{13132748-EF84-4804-85DC-B5D259AD20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2">
        <dgm:presLayoutVars>
          <dgm:chMax val="0"/>
          <dgm:chPref val="0"/>
        </dgm:presLayoutVars>
      </dgm:prSet>
      <dgm:spPr/>
    </dgm:pt>
  </dgm:ptLst>
  <dgm:cxnLst>
    <dgm:cxn modelId="{1D5F7927-FA0D-46D1-8C91-FF5F26216785}" srcId="{33284D22-5FBB-4E6B-B09D-FBF016189D2A}" destId="{AD97C7EA-A52E-4807-91FC-7F73ACA10AEF}" srcOrd="0" destOrd="0" parTransId="{C71A38FA-4936-49B3-A787-599066C56025}" sibTransId="{21989FB5-9492-48A8-96CF-3AC5D9A84B6B}"/>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FD202AA-ABB7-401F-BDEA-D9F226E4282C}"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B8A7A62-07CB-48B3-97A3-EB79CAF44FE9}">
      <dgm:prSet/>
      <dgm:spPr/>
      <dgm:t>
        <a:bodyPr/>
        <a:lstStyle/>
        <a:p>
          <a:pPr algn="ctr"/>
          <a:r>
            <a:rPr lang="en-US" dirty="0">
              <a:latin typeface="Arial" panose="020B0604020202020204" pitchFamily="34" charset="0"/>
              <a:cs typeface="Arial" panose="020B0604020202020204" pitchFamily="34" charset="0"/>
            </a:rPr>
            <a:t>If a process reads the value of a data item x, any successive read operation on x by that process will always return that same or a more recent value.</a:t>
          </a:r>
        </a:p>
      </dgm:t>
    </dgm:pt>
    <dgm:pt modelId="{52977935-8B25-43FF-A2B5-7EFE8F3C1077}" type="parTrans" cxnId="{939DB02F-93DF-48B7-B266-F6F62BCC9F2E}">
      <dgm:prSet/>
      <dgm:spPr/>
      <dgm:t>
        <a:bodyPr/>
        <a:lstStyle/>
        <a:p>
          <a:endParaRPr lang="en-US"/>
        </a:p>
      </dgm:t>
    </dgm:pt>
    <dgm:pt modelId="{77D5CDEE-7F48-4AF1-89BA-FD7791C85F83}" type="sibTrans" cxnId="{939DB02F-93DF-48B7-B266-F6F62BCC9F2E}">
      <dgm:prSet/>
      <dgm:spPr/>
      <dgm:t>
        <a:bodyPr/>
        <a:lstStyle/>
        <a:p>
          <a:endParaRPr lang="en-US"/>
        </a:p>
      </dgm:t>
    </dgm:pt>
    <dgm:pt modelId="{6EE703CA-2F26-4CE1-8652-A85E52C26E2F}">
      <dgm:prSet custT="1"/>
      <dgm:spPr/>
      <dgm:t>
        <a:bodyPr/>
        <a:lstStyle/>
        <a:p>
          <a:pPr algn="ctr"/>
          <a:r>
            <a:rPr lang="en-US" sz="2800" dirty="0">
              <a:latin typeface="Arial" panose="020B0604020202020204" pitchFamily="34" charset="0"/>
              <a:cs typeface="Arial" panose="020B0604020202020204" pitchFamily="34" charset="0"/>
            </a:rPr>
            <a:t>Monotonic-read consistency guarantees that if a process has seen a value of x at time t, it will never see an older version of x at a later time.</a:t>
          </a:r>
        </a:p>
      </dgm:t>
    </dgm:pt>
    <dgm:pt modelId="{45DE98E6-F2BA-409F-B511-AC3893423672}" type="parTrans" cxnId="{D9F18B00-FB37-4B71-AC0A-1F203C08D578}">
      <dgm:prSet/>
      <dgm:spPr/>
      <dgm:t>
        <a:bodyPr/>
        <a:lstStyle/>
        <a:p>
          <a:endParaRPr lang="en-US"/>
        </a:p>
      </dgm:t>
    </dgm:pt>
    <dgm:pt modelId="{3120491E-710F-4521-AE2F-25161F133E80}" type="sibTrans" cxnId="{D9F18B00-FB37-4B71-AC0A-1F203C08D578}">
      <dgm:prSet/>
      <dgm:spPr/>
      <dgm:t>
        <a:bodyPr/>
        <a:lstStyle/>
        <a:p>
          <a:endParaRPr lang="en-US"/>
        </a:p>
      </dgm:t>
    </dgm:pt>
    <dgm:pt modelId="{D55047A3-A6A0-44C3-9300-579669DF2388}" type="pres">
      <dgm:prSet presAssocID="{0FD202AA-ABB7-401F-BDEA-D9F226E4282C}" presName="hierChild1" presStyleCnt="0">
        <dgm:presLayoutVars>
          <dgm:chPref val="1"/>
          <dgm:dir/>
          <dgm:animOne val="branch"/>
          <dgm:animLvl val="lvl"/>
          <dgm:resizeHandles/>
        </dgm:presLayoutVars>
      </dgm:prSet>
      <dgm:spPr/>
    </dgm:pt>
    <dgm:pt modelId="{1AE8165F-333D-4497-B0E4-DAE153938EB3}" type="pres">
      <dgm:prSet presAssocID="{BB8A7A62-07CB-48B3-97A3-EB79CAF44FE9}" presName="hierRoot1" presStyleCnt="0"/>
      <dgm:spPr/>
    </dgm:pt>
    <dgm:pt modelId="{27952934-E4C1-4816-87A7-875686A18836}" type="pres">
      <dgm:prSet presAssocID="{BB8A7A62-07CB-48B3-97A3-EB79CAF44FE9}" presName="composite" presStyleCnt="0"/>
      <dgm:spPr/>
    </dgm:pt>
    <dgm:pt modelId="{08CA63D1-D188-46B3-ABCB-305261D10938}" type="pres">
      <dgm:prSet presAssocID="{BB8A7A62-07CB-48B3-97A3-EB79CAF44FE9}" presName="background" presStyleLbl="node0" presStyleIdx="0" presStyleCnt="2"/>
      <dgm:spPr/>
    </dgm:pt>
    <dgm:pt modelId="{37A877B5-5FE7-43C3-8C80-6CC5D1FDD4F1}" type="pres">
      <dgm:prSet presAssocID="{BB8A7A62-07CB-48B3-97A3-EB79CAF44FE9}" presName="text" presStyleLbl="fgAcc0" presStyleIdx="0" presStyleCnt="2">
        <dgm:presLayoutVars>
          <dgm:chPref val="3"/>
        </dgm:presLayoutVars>
      </dgm:prSet>
      <dgm:spPr/>
    </dgm:pt>
    <dgm:pt modelId="{EADEEC79-1E5D-4471-B0DE-B399D7E65D32}" type="pres">
      <dgm:prSet presAssocID="{BB8A7A62-07CB-48B3-97A3-EB79CAF44FE9}" presName="hierChild2" presStyleCnt="0"/>
      <dgm:spPr/>
    </dgm:pt>
    <dgm:pt modelId="{69043165-D3E3-4092-9B5D-4B07A0057340}" type="pres">
      <dgm:prSet presAssocID="{6EE703CA-2F26-4CE1-8652-A85E52C26E2F}" presName="hierRoot1" presStyleCnt="0"/>
      <dgm:spPr/>
    </dgm:pt>
    <dgm:pt modelId="{5ED635EE-EA9F-41FD-BDB2-3D15842357D2}" type="pres">
      <dgm:prSet presAssocID="{6EE703CA-2F26-4CE1-8652-A85E52C26E2F}" presName="composite" presStyleCnt="0"/>
      <dgm:spPr/>
    </dgm:pt>
    <dgm:pt modelId="{EE773673-DDDF-439D-A554-061B98A64A6C}" type="pres">
      <dgm:prSet presAssocID="{6EE703CA-2F26-4CE1-8652-A85E52C26E2F}" presName="background" presStyleLbl="node0" presStyleIdx="1" presStyleCnt="2"/>
      <dgm:spPr/>
    </dgm:pt>
    <dgm:pt modelId="{39CA9D42-357C-4486-988E-F037557FD42E}" type="pres">
      <dgm:prSet presAssocID="{6EE703CA-2F26-4CE1-8652-A85E52C26E2F}" presName="text" presStyleLbl="fgAcc0" presStyleIdx="1" presStyleCnt="2">
        <dgm:presLayoutVars>
          <dgm:chPref val="3"/>
        </dgm:presLayoutVars>
      </dgm:prSet>
      <dgm:spPr/>
    </dgm:pt>
    <dgm:pt modelId="{1CBB07C9-1EC6-4023-B6DC-44455CB781F0}" type="pres">
      <dgm:prSet presAssocID="{6EE703CA-2F26-4CE1-8652-A85E52C26E2F}" presName="hierChild2" presStyleCnt="0"/>
      <dgm:spPr/>
    </dgm:pt>
  </dgm:ptLst>
  <dgm:cxnLst>
    <dgm:cxn modelId="{D9F18B00-FB37-4B71-AC0A-1F203C08D578}" srcId="{0FD202AA-ABB7-401F-BDEA-D9F226E4282C}" destId="{6EE703CA-2F26-4CE1-8652-A85E52C26E2F}" srcOrd="1" destOrd="0" parTransId="{45DE98E6-F2BA-409F-B511-AC3893423672}" sibTransId="{3120491E-710F-4521-AE2F-25161F133E80}"/>
    <dgm:cxn modelId="{939DB02F-93DF-48B7-B266-F6F62BCC9F2E}" srcId="{0FD202AA-ABB7-401F-BDEA-D9F226E4282C}" destId="{BB8A7A62-07CB-48B3-97A3-EB79CAF44FE9}" srcOrd="0" destOrd="0" parTransId="{52977935-8B25-43FF-A2B5-7EFE8F3C1077}" sibTransId="{77D5CDEE-7F48-4AF1-89BA-FD7791C85F83}"/>
    <dgm:cxn modelId="{52E7A930-49A3-4227-9D22-2906CABD7D01}" type="presOf" srcId="{0FD202AA-ABB7-401F-BDEA-D9F226E4282C}" destId="{D55047A3-A6A0-44C3-9300-579669DF2388}" srcOrd="0" destOrd="0" presId="urn:microsoft.com/office/officeart/2005/8/layout/hierarchy1"/>
    <dgm:cxn modelId="{FE5C5368-3917-49E4-9FE2-64F6FC564607}" type="presOf" srcId="{BB8A7A62-07CB-48B3-97A3-EB79CAF44FE9}" destId="{37A877B5-5FE7-43C3-8C80-6CC5D1FDD4F1}" srcOrd="0" destOrd="0" presId="urn:microsoft.com/office/officeart/2005/8/layout/hierarchy1"/>
    <dgm:cxn modelId="{F319AF4F-9ED7-4D48-9341-0E21CCBF2085}" type="presOf" srcId="{6EE703CA-2F26-4CE1-8652-A85E52C26E2F}" destId="{39CA9D42-357C-4486-988E-F037557FD42E}" srcOrd="0" destOrd="0" presId="urn:microsoft.com/office/officeart/2005/8/layout/hierarchy1"/>
    <dgm:cxn modelId="{471F7ABE-1128-46EB-9F18-D5D45F4C593F}" type="presParOf" srcId="{D55047A3-A6A0-44C3-9300-579669DF2388}" destId="{1AE8165F-333D-4497-B0E4-DAE153938EB3}" srcOrd="0" destOrd="0" presId="urn:microsoft.com/office/officeart/2005/8/layout/hierarchy1"/>
    <dgm:cxn modelId="{FFEA564E-CDC6-4173-A79D-59A6D8C9058A}" type="presParOf" srcId="{1AE8165F-333D-4497-B0E4-DAE153938EB3}" destId="{27952934-E4C1-4816-87A7-875686A18836}" srcOrd="0" destOrd="0" presId="urn:microsoft.com/office/officeart/2005/8/layout/hierarchy1"/>
    <dgm:cxn modelId="{9160AFCB-D4A5-4BAB-8258-1297C9CD7664}" type="presParOf" srcId="{27952934-E4C1-4816-87A7-875686A18836}" destId="{08CA63D1-D188-46B3-ABCB-305261D10938}" srcOrd="0" destOrd="0" presId="urn:microsoft.com/office/officeart/2005/8/layout/hierarchy1"/>
    <dgm:cxn modelId="{36BB15E8-A711-4CD7-A17D-0073CBC35CDD}" type="presParOf" srcId="{27952934-E4C1-4816-87A7-875686A18836}" destId="{37A877B5-5FE7-43C3-8C80-6CC5D1FDD4F1}" srcOrd="1" destOrd="0" presId="urn:microsoft.com/office/officeart/2005/8/layout/hierarchy1"/>
    <dgm:cxn modelId="{8511D61E-5F7C-463C-A921-F91E219499E0}" type="presParOf" srcId="{1AE8165F-333D-4497-B0E4-DAE153938EB3}" destId="{EADEEC79-1E5D-4471-B0DE-B399D7E65D32}" srcOrd="1" destOrd="0" presId="urn:microsoft.com/office/officeart/2005/8/layout/hierarchy1"/>
    <dgm:cxn modelId="{31194152-B0EB-4E84-98AB-C3897E361007}" type="presParOf" srcId="{D55047A3-A6A0-44C3-9300-579669DF2388}" destId="{69043165-D3E3-4092-9B5D-4B07A0057340}" srcOrd="1" destOrd="0" presId="urn:microsoft.com/office/officeart/2005/8/layout/hierarchy1"/>
    <dgm:cxn modelId="{B97BDFE4-CE09-4078-B0EE-8DBC47D3DA33}" type="presParOf" srcId="{69043165-D3E3-4092-9B5D-4B07A0057340}" destId="{5ED635EE-EA9F-41FD-BDB2-3D15842357D2}" srcOrd="0" destOrd="0" presId="urn:microsoft.com/office/officeart/2005/8/layout/hierarchy1"/>
    <dgm:cxn modelId="{CBFC9F2B-9598-4D59-A9B5-05614C3C0413}" type="presParOf" srcId="{5ED635EE-EA9F-41FD-BDB2-3D15842357D2}" destId="{EE773673-DDDF-439D-A554-061B98A64A6C}" srcOrd="0" destOrd="0" presId="urn:microsoft.com/office/officeart/2005/8/layout/hierarchy1"/>
    <dgm:cxn modelId="{245AB261-4B33-4213-8D47-494E9828006E}" type="presParOf" srcId="{5ED635EE-EA9F-41FD-BDB2-3D15842357D2}" destId="{39CA9D42-357C-4486-988E-F037557FD42E}" srcOrd="1" destOrd="0" presId="urn:microsoft.com/office/officeart/2005/8/layout/hierarchy1"/>
    <dgm:cxn modelId="{EF56399D-9EE3-44D9-B54F-5E7E5FC5C8AD}" type="presParOf" srcId="{69043165-D3E3-4092-9B5D-4B07A0057340}" destId="{1CBB07C9-1EC6-4023-B6DC-44455CB781F0}"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541EF4D-6D25-4CE0-9EA5-F2E59964BF59}"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D11BBFB-1A5F-489C-ABE3-A4308F734241}">
      <dgm:prSet/>
      <dgm:spPr/>
      <dgm:t>
        <a:bodyPr/>
        <a:lstStyle/>
        <a:p>
          <a:r>
            <a:rPr lang="en-US" dirty="0">
              <a:latin typeface="Arial" panose="020B0604020202020204" pitchFamily="34" charset="0"/>
              <a:cs typeface="Arial" panose="020B0604020202020204" pitchFamily="34" charset="0"/>
            </a:rPr>
            <a:t>Automatically reading your personal calendar updates from different servers. Monotonic Reads guarantees that the user sees all updates, no matter from which server the automatic reading takes place.</a:t>
          </a:r>
        </a:p>
      </dgm:t>
    </dgm:pt>
    <dgm:pt modelId="{CA57F6BF-AA78-41AC-8514-FE073036F659}" type="parTrans" cxnId="{0A82E28E-09B9-4B85-8E2E-07FBF2CA458B}">
      <dgm:prSet/>
      <dgm:spPr/>
      <dgm:t>
        <a:bodyPr/>
        <a:lstStyle/>
        <a:p>
          <a:endParaRPr lang="en-US"/>
        </a:p>
      </dgm:t>
    </dgm:pt>
    <dgm:pt modelId="{BFAA9A22-EF33-4F2E-89B0-63BC84225A1B}" type="sibTrans" cxnId="{0A82E28E-09B9-4B85-8E2E-07FBF2CA458B}">
      <dgm:prSet/>
      <dgm:spPr/>
      <dgm:t>
        <a:bodyPr/>
        <a:lstStyle/>
        <a:p>
          <a:endParaRPr lang="en-US"/>
        </a:p>
      </dgm:t>
    </dgm:pt>
    <dgm:pt modelId="{00F59584-ADC3-4A6D-A1B9-B5ACD4E3BF9A}">
      <dgm:prSet/>
      <dgm:spPr/>
      <dgm:t>
        <a:bodyPr/>
        <a:lstStyle/>
        <a:p>
          <a:r>
            <a:rPr lang="en-US" dirty="0">
              <a:latin typeface="Arial" panose="020B0604020202020204" pitchFamily="34" charset="0"/>
              <a:cs typeface="Arial" panose="020B0604020202020204" pitchFamily="34" charset="0"/>
            </a:rPr>
            <a:t>Reading (not modifying) incoming mail while you are on the move. Each time you connect to a different e-mail server, that server fetches (at least) all the updates from the server you previously visited.</a:t>
          </a:r>
        </a:p>
      </dgm:t>
    </dgm:pt>
    <dgm:pt modelId="{E54AD064-3A82-465C-AE04-07DE4FB67886}" type="parTrans" cxnId="{D2C2F77A-7221-4497-9387-DD789CBE7256}">
      <dgm:prSet/>
      <dgm:spPr/>
      <dgm:t>
        <a:bodyPr/>
        <a:lstStyle/>
        <a:p>
          <a:endParaRPr lang="en-US"/>
        </a:p>
      </dgm:t>
    </dgm:pt>
    <dgm:pt modelId="{B89FA267-5815-4EA2-A43A-D282D63877DE}" type="sibTrans" cxnId="{D2C2F77A-7221-4497-9387-DD789CBE7256}">
      <dgm:prSet/>
      <dgm:spPr/>
      <dgm:t>
        <a:bodyPr/>
        <a:lstStyle/>
        <a:p>
          <a:endParaRPr lang="en-US"/>
        </a:p>
      </dgm:t>
    </dgm:pt>
    <dgm:pt modelId="{89D0B167-6C2E-44B2-9452-798E45CB8AEB}" type="pres">
      <dgm:prSet presAssocID="{B541EF4D-6D25-4CE0-9EA5-F2E59964BF59}" presName="hierChild1" presStyleCnt="0">
        <dgm:presLayoutVars>
          <dgm:chPref val="1"/>
          <dgm:dir/>
          <dgm:animOne val="branch"/>
          <dgm:animLvl val="lvl"/>
          <dgm:resizeHandles/>
        </dgm:presLayoutVars>
      </dgm:prSet>
      <dgm:spPr/>
    </dgm:pt>
    <dgm:pt modelId="{F3339AB5-8C5A-4EF4-8821-C7C3A519EA4A}" type="pres">
      <dgm:prSet presAssocID="{BD11BBFB-1A5F-489C-ABE3-A4308F734241}" presName="hierRoot1" presStyleCnt="0"/>
      <dgm:spPr/>
    </dgm:pt>
    <dgm:pt modelId="{4F2F09D2-8366-43D2-A2C0-C693A4468E0E}" type="pres">
      <dgm:prSet presAssocID="{BD11BBFB-1A5F-489C-ABE3-A4308F734241}" presName="composite" presStyleCnt="0"/>
      <dgm:spPr/>
    </dgm:pt>
    <dgm:pt modelId="{8F1C3B91-F4F0-4533-9967-56186CDC21E6}" type="pres">
      <dgm:prSet presAssocID="{BD11BBFB-1A5F-489C-ABE3-A4308F734241}" presName="background" presStyleLbl="node0" presStyleIdx="0" presStyleCnt="2"/>
      <dgm:spPr/>
    </dgm:pt>
    <dgm:pt modelId="{3E7DB19F-19F8-4AE9-83D7-70F4D1C7E4EB}" type="pres">
      <dgm:prSet presAssocID="{BD11BBFB-1A5F-489C-ABE3-A4308F734241}" presName="text" presStyleLbl="fgAcc0" presStyleIdx="0" presStyleCnt="2">
        <dgm:presLayoutVars>
          <dgm:chPref val="3"/>
        </dgm:presLayoutVars>
      </dgm:prSet>
      <dgm:spPr/>
    </dgm:pt>
    <dgm:pt modelId="{AB000CF2-4450-4F9E-8F2A-A308EA669AE7}" type="pres">
      <dgm:prSet presAssocID="{BD11BBFB-1A5F-489C-ABE3-A4308F734241}" presName="hierChild2" presStyleCnt="0"/>
      <dgm:spPr/>
    </dgm:pt>
    <dgm:pt modelId="{D0731E36-2EC6-49E5-89FE-8C64B1711F8D}" type="pres">
      <dgm:prSet presAssocID="{00F59584-ADC3-4A6D-A1B9-B5ACD4E3BF9A}" presName="hierRoot1" presStyleCnt="0"/>
      <dgm:spPr/>
    </dgm:pt>
    <dgm:pt modelId="{9776288B-A689-4BF5-8FED-445FE1E81151}" type="pres">
      <dgm:prSet presAssocID="{00F59584-ADC3-4A6D-A1B9-B5ACD4E3BF9A}" presName="composite" presStyleCnt="0"/>
      <dgm:spPr/>
    </dgm:pt>
    <dgm:pt modelId="{4255CAF0-84F2-42B3-AF04-66ACBDCB2EF2}" type="pres">
      <dgm:prSet presAssocID="{00F59584-ADC3-4A6D-A1B9-B5ACD4E3BF9A}" presName="background" presStyleLbl="node0" presStyleIdx="1" presStyleCnt="2"/>
      <dgm:spPr/>
    </dgm:pt>
    <dgm:pt modelId="{04F7C0A6-28DF-4067-8BB9-677AE36485CD}" type="pres">
      <dgm:prSet presAssocID="{00F59584-ADC3-4A6D-A1B9-B5ACD4E3BF9A}" presName="text" presStyleLbl="fgAcc0" presStyleIdx="1" presStyleCnt="2">
        <dgm:presLayoutVars>
          <dgm:chPref val="3"/>
        </dgm:presLayoutVars>
      </dgm:prSet>
      <dgm:spPr/>
    </dgm:pt>
    <dgm:pt modelId="{8FDDC498-2F1E-435C-BD69-39BFABB118CE}" type="pres">
      <dgm:prSet presAssocID="{00F59584-ADC3-4A6D-A1B9-B5ACD4E3BF9A}" presName="hierChild2" presStyleCnt="0"/>
      <dgm:spPr/>
    </dgm:pt>
  </dgm:ptLst>
  <dgm:cxnLst>
    <dgm:cxn modelId="{7B057D46-B4DE-423A-9C0E-D4ECC9AA95D6}" type="presOf" srcId="{00F59584-ADC3-4A6D-A1B9-B5ACD4E3BF9A}" destId="{04F7C0A6-28DF-4067-8BB9-677AE36485CD}" srcOrd="0" destOrd="0" presId="urn:microsoft.com/office/officeart/2005/8/layout/hierarchy1"/>
    <dgm:cxn modelId="{D2C2F77A-7221-4497-9387-DD789CBE7256}" srcId="{B541EF4D-6D25-4CE0-9EA5-F2E59964BF59}" destId="{00F59584-ADC3-4A6D-A1B9-B5ACD4E3BF9A}" srcOrd="1" destOrd="0" parTransId="{E54AD064-3A82-465C-AE04-07DE4FB67886}" sibTransId="{B89FA267-5815-4EA2-A43A-D282D63877DE}"/>
    <dgm:cxn modelId="{4CF5B787-11AD-4FB8-8CD5-2366CE9C2AE1}" type="presOf" srcId="{B541EF4D-6D25-4CE0-9EA5-F2E59964BF59}" destId="{89D0B167-6C2E-44B2-9452-798E45CB8AEB}" srcOrd="0" destOrd="0" presId="urn:microsoft.com/office/officeart/2005/8/layout/hierarchy1"/>
    <dgm:cxn modelId="{0A82E28E-09B9-4B85-8E2E-07FBF2CA458B}" srcId="{B541EF4D-6D25-4CE0-9EA5-F2E59964BF59}" destId="{BD11BBFB-1A5F-489C-ABE3-A4308F734241}" srcOrd="0" destOrd="0" parTransId="{CA57F6BF-AA78-41AC-8514-FE073036F659}" sibTransId="{BFAA9A22-EF33-4F2E-89B0-63BC84225A1B}"/>
    <dgm:cxn modelId="{20746D93-E008-4D10-88C3-CA174FDCE4D8}" type="presOf" srcId="{BD11BBFB-1A5F-489C-ABE3-A4308F734241}" destId="{3E7DB19F-19F8-4AE9-83D7-70F4D1C7E4EB}" srcOrd="0" destOrd="0" presId="urn:microsoft.com/office/officeart/2005/8/layout/hierarchy1"/>
    <dgm:cxn modelId="{C44F0C88-7B33-47AB-9FA1-2D28CAF2BB7B}" type="presParOf" srcId="{89D0B167-6C2E-44B2-9452-798E45CB8AEB}" destId="{F3339AB5-8C5A-4EF4-8821-C7C3A519EA4A}" srcOrd="0" destOrd="0" presId="urn:microsoft.com/office/officeart/2005/8/layout/hierarchy1"/>
    <dgm:cxn modelId="{F110AFA1-269B-484D-9CB1-572A1A4F40BA}" type="presParOf" srcId="{F3339AB5-8C5A-4EF4-8821-C7C3A519EA4A}" destId="{4F2F09D2-8366-43D2-A2C0-C693A4468E0E}" srcOrd="0" destOrd="0" presId="urn:microsoft.com/office/officeart/2005/8/layout/hierarchy1"/>
    <dgm:cxn modelId="{F015B84B-099F-4460-BBF3-5F97DD29025F}" type="presParOf" srcId="{4F2F09D2-8366-43D2-A2C0-C693A4468E0E}" destId="{8F1C3B91-F4F0-4533-9967-56186CDC21E6}" srcOrd="0" destOrd="0" presId="urn:microsoft.com/office/officeart/2005/8/layout/hierarchy1"/>
    <dgm:cxn modelId="{A5054A88-6413-44D0-9678-8B4BC639041C}" type="presParOf" srcId="{4F2F09D2-8366-43D2-A2C0-C693A4468E0E}" destId="{3E7DB19F-19F8-4AE9-83D7-70F4D1C7E4EB}" srcOrd="1" destOrd="0" presId="urn:microsoft.com/office/officeart/2005/8/layout/hierarchy1"/>
    <dgm:cxn modelId="{8DC69B70-F88A-49CE-BC0B-F3DE78F7C48F}" type="presParOf" srcId="{F3339AB5-8C5A-4EF4-8821-C7C3A519EA4A}" destId="{AB000CF2-4450-4F9E-8F2A-A308EA669AE7}" srcOrd="1" destOrd="0" presId="urn:microsoft.com/office/officeart/2005/8/layout/hierarchy1"/>
    <dgm:cxn modelId="{905504ED-4E12-4FF0-AE82-DBABDDEEFD39}" type="presParOf" srcId="{89D0B167-6C2E-44B2-9452-798E45CB8AEB}" destId="{D0731E36-2EC6-49E5-89FE-8C64B1711F8D}" srcOrd="1" destOrd="0" presId="urn:microsoft.com/office/officeart/2005/8/layout/hierarchy1"/>
    <dgm:cxn modelId="{280A4CB7-1AEF-448F-8DC5-259E1042C22A}" type="presParOf" srcId="{D0731E36-2EC6-49E5-89FE-8C64B1711F8D}" destId="{9776288B-A689-4BF5-8FED-445FE1E81151}" srcOrd="0" destOrd="0" presId="urn:microsoft.com/office/officeart/2005/8/layout/hierarchy1"/>
    <dgm:cxn modelId="{20A2658E-3D9A-46EC-86EB-079C23AFBAB9}" type="presParOf" srcId="{9776288B-A689-4BF5-8FED-445FE1E81151}" destId="{4255CAF0-84F2-42B3-AF04-66ACBDCB2EF2}" srcOrd="0" destOrd="0" presId="urn:microsoft.com/office/officeart/2005/8/layout/hierarchy1"/>
    <dgm:cxn modelId="{06DDE62A-E8C8-4820-A4C7-5E678759DF53}" type="presParOf" srcId="{9776288B-A689-4BF5-8FED-445FE1E81151}" destId="{04F7C0A6-28DF-4067-8BB9-677AE36485CD}" srcOrd="1" destOrd="0" presId="urn:microsoft.com/office/officeart/2005/8/layout/hierarchy1"/>
    <dgm:cxn modelId="{8665241F-335C-490E-BAF0-C1F9B5C2C5C0}" type="presParOf" srcId="{D0731E36-2EC6-49E5-89FE-8C64B1711F8D}" destId="{8FDDC498-2F1E-435C-BD69-39BFABB118CE}"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Understanding of Monotonic Writes.</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Monotonic Writes Example.</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2"/>
      <dgm:spPr/>
    </dgm:pt>
    <dgm:pt modelId="{D881F5EF-E907-4B70-B27C-A1BEE31A375E}" type="pres">
      <dgm:prSet presAssocID="{AD97C7EA-A52E-4807-91FC-7F73ACA10A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2">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2"/>
      <dgm:spPr/>
    </dgm:pt>
    <dgm:pt modelId="{506C0FB1-07FE-4287-8822-A312BB62CC32}" type="pres">
      <dgm:prSet presAssocID="{13132748-EF84-4804-85DC-B5D259AD20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2">
        <dgm:presLayoutVars>
          <dgm:chMax val="0"/>
          <dgm:chPref val="0"/>
        </dgm:presLayoutVars>
      </dgm:prSet>
      <dgm:spPr/>
    </dgm:pt>
  </dgm:ptLst>
  <dgm:cxnLst>
    <dgm:cxn modelId="{1D5F7927-FA0D-46D1-8C91-FF5F26216785}" srcId="{33284D22-5FBB-4E6B-B09D-FBF016189D2A}" destId="{AD97C7EA-A52E-4807-91FC-7F73ACA10AEF}" srcOrd="0" destOrd="0" parTransId="{C71A38FA-4936-49B3-A787-599066C56025}" sibTransId="{21989FB5-9492-48A8-96CF-3AC5D9A84B6B}"/>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71EC1C3C-C95E-4A4E-9003-D0DA3D3F3E5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6BE8BFE1-689F-4DA8-8C7C-90F5172C7632}">
      <dgm:prSet/>
      <dgm:spPr/>
      <dgm:t>
        <a:bodyPr/>
        <a:lstStyle/>
        <a:p>
          <a:r>
            <a:rPr lang="en-US" dirty="0">
              <a:latin typeface="Arial" panose="020B0604020202020204" pitchFamily="34" charset="0"/>
              <a:cs typeface="Arial" panose="020B0604020202020204" pitchFamily="34" charset="0"/>
            </a:rPr>
            <a:t>A write operation by a process on a data item x is completed before any successive write operation on X by the same process.</a:t>
          </a:r>
        </a:p>
      </dgm:t>
    </dgm:pt>
    <dgm:pt modelId="{D52F7412-A8DC-4F96-B641-0B60F52AEBF7}" type="parTrans" cxnId="{11B685F4-1594-4DE3-8648-EE7152298556}">
      <dgm:prSet/>
      <dgm:spPr/>
      <dgm:t>
        <a:bodyPr/>
        <a:lstStyle/>
        <a:p>
          <a:endParaRPr lang="en-US"/>
        </a:p>
      </dgm:t>
    </dgm:pt>
    <dgm:pt modelId="{A034D27F-EB8A-4FA4-BCB7-B2665C9529FE}" type="sibTrans" cxnId="{11B685F4-1594-4DE3-8648-EE7152298556}">
      <dgm:prSet/>
      <dgm:spPr/>
      <dgm:t>
        <a:bodyPr/>
        <a:lstStyle/>
        <a:p>
          <a:endParaRPr lang="en-US"/>
        </a:p>
      </dgm:t>
    </dgm:pt>
    <dgm:pt modelId="{71AF4BA3-4CF1-4F3E-9F64-F27D58CCF06B}">
      <dgm:prSet/>
      <dgm:spPr/>
      <dgm:t>
        <a:bodyPr/>
        <a:lstStyle/>
        <a:p>
          <a:r>
            <a:rPr lang="en-US" dirty="0">
              <a:latin typeface="Arial" panose="020B0604020202020204" pitchFamily="34" charset="0"/>
              <a:cs typeface="Arial" panose="020B0604020202020204" pitchFamily="34" charset="0"/>
            </a:rPr>
            <a:t>A write operation on a copy of item x is performed only if that copy has been brought up to date by means of any preceding write operation, which may have taken place on other copies of x. If need be, the new write must wait for old ones to finish.</a:t>
          </a:r>
        </a:p>
      </dgm:t>
    </dgm:pt>
    <dgm:pt modelId="{375B40C3-BE47-43E9-8881-2DA6D3220B9F}" type="parTrans" cxnId="{2DE1E1B0-A29D-4909-A5D8-2C270DF9CB9F}">
      <dgm:prSet/>
      <dgm:spPr/>
      <dgm:t>
        <a:bodyPr/>
        <a:lstStyle/>
        <a:p>
          <a:endParaRPr lang="en-US"/>
        </a:p>
      </dgm:t>
    </dgm:pt>
    <dgm:pt modelId="{079988ED-FD09-41C9-AF3D-C78BDDBC5131}" type="sibTrans" cxnId="{2DE1E1B0-A29D-4909-A5D8-2C270DF9CB9F}">
      <dgm:prSet/>
      <dgm:spPr/>
      <dgm:t>
        <a:bodyPr/>
        <a:lstStyle/>
        <a:p>
          <a:endParaRPr lang="en-US"/>
        </a:p>
      </dgm:t>
    </dgm:pt>
    <dgm:pt modelId="{1E459568-37D0-475F-9E57-F4D658289E1C}" type="pres">
      <dgm:prSet presAssocID="{71EC1C3C-C95E-4A4E-9003-D0DA3D3F3E53}" presName="hierChild1" presStyleCnt="0">
        <dgm:presLayoutVars>
          <dgm:chPref val="1"/>
          <dgm:dir/>
          <dgm:animOne val="branch"/>
          <dgm:animLvl val="lvl"/>
          <dgm:resizeHandles/>
        </dgm:presLayoutVars>
      </dgm:prSet>
      <dgm:spPr/>
    </dgm:pt>
    <dgm:pt modelId="{31DF32E0-20B8-4746-9EB7-927B58A34E01}" type="pres">
      <dgm:prSet presAssocID="{6BE8BFE1-689F-4DA8-8C7C-90F5172C7632}" presName="hierRoot1" presStyleCnt="0"/>
      <dgm:spPr/>
    </dgm:pt>
    <dgm:pt modelId="{7DE8E099-4903-46C8-9E99-FF6FE9B7B4D1}" type="pres">
      <dgm:prSet presAssocID="{6BE8BFE1-689F-4DA8-8C7C-90F5172C7632}" presName="composite" presStyleCnt="0"/>
      <dgm:spPr/>
    </dgm:pt>
    <dgm:pt modelId="{76ABF488-9B49-417E-90AC-2D5EB03BD522}" type="pres">
      <dgm:prSet presAssocID="{6BE8BFE1-689F-4DA8-8C7C-90F5172C7632}" presName="background" presStyleLbl="node0" presStyleIdx="0" presStyleCnt="2"/>
      <dgm:spPr/>
    </dgm:pt>
    <dgm:pt modelId="{02C6B60C-8F1D-4862-8D6D-47FB887F1BA6}" type="pres">
      <dgm:prSet presAssocID="{6BE8BFE1-689F-4DA8-8C7C-90F5172C7632}" presName="text" presStyleLbl="fgAcc0" presStyleIdx="0" presStyleCnt="2">
        <dgm:presLayoutVars>
          <dgm:chPref val="3"/>
        </dgm:presLayoutVars>
      </dgm:prSet>
      <dgm:spPr/>
    </dgm:pt>
    <dgm:pt modelId="{F79675A0-25FD-41DF-9389-F2A7994055EA}" type="pres">
      <dgm:prSet presAssocID="{6BE8BFE1-689F-4DA8-8C7C-90F5172C7632}" presName="hierChild2" presStyleCnt="0"/>
      <dgm:spPr/>
    </dgm:pt>
    <dgm:pt modelId="{1F53713E-304B-4FF6-97A0-66EA5662D1B0}" type="pres">
      <dgm:prSet presAssocID="{71AF4BA3-4CF1-4F3E-9F64-F27D58CCF06B}" presName="hierRoot1" presStyleCnt="0"/>
      <dgm:spPr/>
    </dgm:pt>
    <dgm:pt modelId="{71F99FE6-7D07-4530-BD2C-5FB36386C93C}" type="pres">
      <dgm:prSet presAssocID="{71AF4BA3-4CF1-4F3E-9F64-F27D58CCF06B}" presName="composite" presStyleCnt="0"/>
      <dgm:spPr/>
    </dgm:pt>
    <dgm:pt modelId="{ACBD67D4-F49B-4D27-8C14-F925AB929FA0}" type="pres">
      <dgm:prSet presAssocID="{71AF4BA3-4CF1-4F3E-9F64-F27D58CCF06B}" presName="background" presStyleLbl="node0" presStyleIdx="1" presStyleCnt="2"/>
      <dgm:spPr/>
    </dgm:pt>
    <dgm:pt modelId="{6A7BDCAE-1DED-4597-93DD-F6639FD5D4AE}" type="pres">
      <dgm:prSet presAssocID="{71AF4BA3-4CF1-4F3E-9F64-F27D58CCF06B}" presName="text" presStyleLbl="fgAcc0" presStyleIdx="1" presStyleCnt="2">
        <dgm:presLayoutVars>
          <dgm:chPref val="3"/>
        </dgm:presLayoutVars>
      </dgm:prSet>
      <dgm:spPr/>
    </dgm:pt>
    <dgm:pt modelId="{EC1DC504-7475-489E-983F-99C07E9DF68E}" type="pres">
      <dgm:prSet presAssocID="{71AF4BA3-4CF1-4F3E-9F64-F27D58CCF06B}" presName="hierChild2" presStyleCnt="0"/>
      <dgm:spPr/>
    </dgm:pt>
  </dgm:ptLst>
  <dgm:cxnLst>
    <dgm:cxn modelId="{1D84E401-EF7B-4D91-AB33-779FFEB17B5A}" type="presOf" srcId="{6BE8BFE1-689F-4DA8-8C7C-90F5172C7632}" destId="{02C6B60C-8F1D-4862-8D6D-47FB887F1BA6}" srcOrd="0" destOrd="0" presId="urn:microsoft.com/office/officeart/2005/8/layout/hierarchy1"/>
    <dgm:cxn modelId="{2DE1E1B0-A29D-4909-A5D8-2C270DF9CB9F}" srcId="{71EC1C3C-C95E-4A4E-9003-D0DA3D3F3E53}" destId="{71AF4BA3-4CF1-4F3E-9F64-F27D58CCF06B}" srcOrd="1" destOrd="0" parTransId="{375B40C3-BE47-43E9-8881-2DA6D3220B9F}" sibTransId="{079988ED-FD09-41C9-AF3D-C78BDDBC5131}"/>
    <dgm:cxn modelId="{038412BE-4B19-4B81-B233-5C078F4BA27E}" type="presOf" srcId="{71EC1C3C-C95E-4A4E-9003-D0DA3D3F3E53}" destId="{1E459568-37D0-475F-9E57-F4D658289E1C}" srcOrd="0" destOrd="0" presId="urn:microsoft.com/office/officeart/2005/8/layout/hierarchy1"/>
    <dgm:cxn modelId="{0A19CBE6-FC00-4B8D-A821-52442C3E78C3}" type="presOf" srcId="{71AF4BA3-4CF1-4F3E-9F64-F27D58CCF06B}" destId="{6A7BDCAE-1DED-4597-93DD-F6639FD5D4AE}" srcOrd="0" destOrd="0" presId="urn:microsoft.com/office/officeart/2005/8/layout/hierarchy1"/>
    <dgm:cxn modelId="{11B685F4-1594-4DE3-8648-EE7152298556}" srcId="{71EC1C3C-C95E-4A4E-9003-D0DA3D3F3E53}" destId="{6BE8BFE1-689F-4DA8-8C7C-90F5172C7632}" srcOrd="0" destOrd="0" parTransId="{D52F7412-A8DC-4F96-B641-0B60F52AEBF7}" sibTransId="{A034D27F-EB8A-4FA4-BCB7-B2665C9529FE}"/>
    <dgm:cxn modelId="{845A4DA4-B7F7-40D1-A4BF-C6D2F2A844F9}" type="presParOf" srcId="{1E459568-37D0-475F-9E57-F4D658289E1C}" destId="{31DF32E0-20B8-4746-9EB7-927B58A34E01}" srcOrd="0" destOrd="0" presId="urn:microsoft.com/office/officeart/2005/8/layout/hierarchy1"/>
    <dgm:cxn modelId="{23D25A1F-CE50-4123-8A93-1003B98D1D09}" type="presParOf" srcId="{31DF32E0-20B8-4746-9EB7-927B58A34E01}" destId="{7DE8E099-4903-46C8-9E99-FF6FE9B7B4D1}" srcOrd="0" destOrd="0" presId="urn:microsoft.com/office/officeart/2005/8/layout/hierarchy1"/>
    <dgm:cxn modelId="{74F0A59A-0414-44B2-A432-3D434154AE4C}" type="presParOf" srcId="{7DE8E099-4903-46C8-9E99-FF6FE9B7B4D1}" destId="{76ABF488-9B49-417E-90AC-2D5EB03BD522}" srcOrd="0" destOrd="0" presId="urn:microsoft.com/office/officeart/2005/8/layout/hierarchy1"/>
    <dgm:cxn modelId="{955746F8-6B2F-42E0-B30F-C0607FE9E9F4}" type="presParOf" srcId="{7DE8E099-4903-46C8-9E99-FF6FE9B7B4D1}" destId="{02C6B60C-8F1D-4862-8D6D-47FB887F1BA6}" srcOrd="1" destOrd="0" presId="urn:microsoft.com/office/officeart/2005/8/layout/hierarchy1"/>
    <dgm:cxn modelId="{1126ABFB-D2FF-4DBB-A7FC-E84B3DF60596}" type="presParOf" srcId="{31DF32E0-20B8-4746-9EB7-927B58A34E01}" destId="{F79675A0-25FD-41DF-9389-F2A7994055EA}" srcOrd="1" destOrd="0" presId="urn:microsoft.com/office/officeart/2005/8/layout/hierarchy1"/>
    <dgm:cxn modelId="{6863FA25-FB64-4138-8C60-88D983057350}" type="presParOf" srcId="{1E459568-37D0-475F-9E57-F4D658289E1C}" destId="{1F53713E-304B-4FF6-97A0-66EA5662D1B0}" srcOrd="1" destOrd="0" presId="urn:microsoft.com/office/officeart/2005/8/layout/hierarchy1"/>
    <dgm:cxn modelId="{8098EFF1-3EEA-4735-9800-4000C502B487}" type="presParOf" srcId="{1F53713E-304B-4FF6-97A0-66EA5662D1B0}" destId="{71F99FE6-7D07-4530-BD2C-5FB36386C93C}" srcOrd="0" destOrd="0" presId="urn:microsoft.com/office/officeart/2005/8/layout/hierarchy1"/>
    <dgm:cxn modelId="{53A250D7-9708-45C0-9228-9B22487F8F2C}" type="presParOf" srcId="{71F99FE6-7D07-4530-BD2C-5FB36386C93C}" destId="{ACBD67D4-F49B-4D27-8C14-F925AB929FA0}" srcOrd="0" destOrd="0" presId="urn:microsoft.com/office/officeart/2005/8/layout/hierarchy1"/>
    <dgm:cxn modelId="{BFC727E0-CE36-4BE7-BC4D-ACDCE518B6B6}" type="presParOf" srcId="{71F99FE6-7D07-4530-BD2C-5FB36386C93C}" destId="{6A7BDCAE-1DED-4597-93DD-F6639FD5D4AE}" srcOrd="1" destOrd="0" presId="urn:microsoft.com/office/officeart/2005/8/layout/hierarchy1"/>
    <dgm:cxn modelId="{4983E947-26B8-4F21-A592-F3D743BDBE6E}" type="presParOf" srcId="{1F53713E-304B-4FF6-97A0-66EA5662D1B0}" destId="{EC1DC504-7475-489E-983F-99C07E9DF68E}"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4785DAE3-0AD3-4AFB-B5E9-C778EF5D1227}" type="doc">
      <dgm:prSet loTypeId="urn:microsoft.com/office/officeart/2016/7/layout/HorizontalActionList" loCatId="List" qsTypeId="urn:microsoft.com/office/officeart/2005/8/quickstyle/simple1" qsCatId="simple" csTypeId="urn:microsoft.com/office/officeart/2005/8/colors/colorful2" csCatId="colorful"/>
      <dgm:spPr/>
      <dgm:t>
        <a:bodyPr/>
        <a:lstStyle/>
        <a:p>
          <a:endParaRPr lang="en-US"/>
        </a:p>
      </dgm:t>
    </dgm:pt>
    <dgm:pt modelId="{A2629397-9F02-4DD1-BD9B-6AA0A1F356D7}">
      <dgm:prSet/>
      <dgm:spPr/>
      <dgm:t>
        <a:bodyPr/>
        <a:lstStyle/>
        <a:p>
          <a:r>
            <a:rPr lang="en-US" dirty="0"/>
            <a:t>Updating</a:t>
          </a:r>
        </a:p>
      </dgm:t>
    </dgm:pt>
    <dgm:pt modelId="{0DE39E8F-2021-4CBA-8A0A-AA9EB78DBAB3}" type="parTrans" cxnId="{A11E6CC6-64E1-4B61-8474-186DDA470716}">
      <dgm:prSet/>
      <dgm:spPr/>
      <dgm:t>
        <a:bodyPr/>
        <a:lstStyle/>
        <a:p>
          <a:endParaRPr lang="en-US"/>
        </a:p>
      </dgm:t>
    </dgm:pt>
    <dgm:pt modelId="{719D2BFC-39F6-474D-9813-FC6A3C43790C}" type="sibTrans" cxnId="{A11E6CC6-64E1-4B61-8474-186DDA470716}">
      <dgm:prSet/>
      <dgm:spPr/>
      <dgm:t>
        <a:bodyPr/>
        <a:lstStyle/>
        <a:p>
          <a:endParaRPr lang="en-US"/>
        </a:p>
      </dgm:t>
    </dgm:pt>
    <dgm:pt modelId="{322A23C8-D14C-47EA-B904-F7B3831773B0}">
      <dgm:prSet/>
      <dgm:spPr/>
      <dgm:t>
        <a:bodyPr/>
        <a:lstStyle/>
        <a:p>
          <a:r>
            <a:rPr lang="en-US"/>
            <a:t>Updating a program at server S2, and ensuring that all components on which compilation and linking depends, are also placed at S2.</a:t>
          </a:r>
        </a:p>
      </dgm:t>
    </dgm:pt>
    <dgm:pt modelId="{6F12DCB6-ED92-46AD-A408-2825435186CF}" type="parTrans" cxnId="{BC3EF11F-FA20-4F8A-883B-93D8950956BC}">
      <dgm:prSet/>
      <dgm:spPr/>
      <dgm:t>
        <a:bodyPr/>
        <a:lstStyle/>
        <a:p>
          <a:endParaRPr lang="en-US"/>
        </a:p>
      </dgm:t>
    </dgm:pt>
    <dgm:pt modelId="{7AFB14C2-F427-4618-BB0D-FB748BA699E2}" type="sibTrans" cxnId="{BC3EF11F-FA20-4F8A-883B-93D8950956BC}">
      <dgm:prSet/>
      <dgm:spPr/>
      <dgm:t>
        <a:bodyPr/>
        <a:lstStyle/>
        <a:p>
          <a:endParaRPr lang="en-US"/>
        </a:p>
      </dgm:t>
    </dgm:pt>
    <dgm:pt modelId="{E3F7A2E9-F019-4055-A149-617ACAC7A3BC}">
      <dgm:prSet/>
      <dgm:spPr/>
      <dgm:t>
        <a:bodyPr/>
        <a:lstStyle/>
        <a:p>
          <a:r>
            <a:rPr lang="en-US"/>
            <a:t>Maintaining</a:t>
          </a:r>
        </a:p>
      </dgm:t>
    </dgm:pt>
    <dgm:pt modelId="{5A472294-ABF8-4A97-BCB7-C8B69E3B8B6E}" type="parTrans" cxnId="{8EDFB651-8262-4046-B160-025DEA792DB9}">
      <dgm:prSet/>
      <dgm:spPr/>
      <dgm:t>
        <a:bodyPr/>
        <a:lstStyle/>
        <a:p>
          <a:endParaRPr lang="en-US"/>
        </a:p>
      </dgm:t>
    </dgm:pt>
    <dgm:pt modelId="{364FCC71-FD78-4ECA-8CB5-FFDFB0F3B71C}" type="sibTrans" cxnId="{8EDFB651-8262-4046-B160-025DEA792DB9}">
      <dgm:prSet/>
      <dgm:spPr/>
      <dgm:t>
        <a:bodyPr/>
        <a:lstStyle/>
        <a:p>
          <a:endParaRPr lang="en-US"/>
        </a:p>
      </dgm:t>
    </dgm:pt>
    <dgm:pt modelId="{2FA50A06-76A3-48A0-A137-45F89CF33DF3}">
      <dgm:prSet/>
      <dgm:spPr/>
      <dgm:t>
        <a:bodyPr/>
        <a:lstStyle/>
        <a:p>
          <a:r>
            <a:rPr lang="en-US"/>
            <a:t>Maintaining versions of replicated files in the correct order everywhere (propagate the previous version to the server where the newest version is installed).</a:t>
          </a:r>
        </a:p>
      </dgm:t>
    </dgm:pt>
    <dgm:pt modelId="{DB2AB760-E065-4864-B1DB-4E46FEBB3022}" type="parTrans" cxnId="{E4680A84-B118-4609-867E-D1AC73F91C78}">
      <dgm:prSet/>
      <dgm:spPr/>
      <dgm:t>
        <a:bodyPr/>
        <a:lstStyle/>
        <a:p>
          <a:endParaRPr lang="en-US"/>
        </a:p>
      </dgm:t>
    </dgm:pt>
    <dgm:pt modelId="{BBCDF4B9-954E-4368-8623-FEC3B9AB891C}" type="sibTrans" cxnId="{E4680A84-B118-4609-867E-D1AC73F91C78}">
      <dgm:prSet/>
      <dgm:spPr/>
      <dgm:t>
        <a:bodyPr/>
        <a:lstStyle/>
        <a:p>
          <a:endParaRPr lang="en-US"/>
        </a:p>
      </dgm:t>
    </dgm:pt>
    <dgm:pt modelId="{F6B809C2-146C-4C69-BF20-FAFB78B24017}" type="pres">
      <dgm:prSet presAssocID="{4785DAE3-0AD3-4AFB-B5E9-C778EF5D1227}" presName="Name0" presStyleCnt="0">
        <dgm:presLayoutVars>
          <dgm:dir/>
          <dgm:animLvl val="lvl"/>
          <dgm:resizeHandles val="exact"/>
        </dgm:presLayoutVars>
      </dgm:prSet>
      <dgm:spPr/>
    </dgm:pt>
    <dgm:pt modelId="{45E6E8CE-9211-4815-92A6-642955EF318A}" type="pres">
      <dgm:prSet presAssocID="{A2629397-9F02-4DD1-BD9B-6AA0A1F356D7}" presName="composite" presStyleCnt="0"/>
      <dgm:spPr/>
    </dgm:pt>
    <dgm:pt modelId="{09F1BF55-2A9A-4685-852A-EDE26200E0C8}" type="pres">
      <dgm:prSet presAssocID="{A2629397-9F02-4DD1-BD9B-6AA0A1F356D7}" presName="parTx" presStyleLbl="alignNode1" presStyleIdx="0" presStyleCnt="2">
        <dgm:presLayoutVars>
          <dgm:chMax val="0"/>
          <dgm:chPref val="0"/>
        </dgm:presLayoutVars>
      </dgm:prSet>
      <dgm:spPr/>
    </dgm:pt>
    <dgm:pt modelId="{8B42B7B4-2797-4FCB-B8D1-66A073D68744}" type="pres">
      <dgm:prSet presAssocID="{A2629397-9F02-4DD1-BD9B-6AA0A1F356D7}" presName="desTx" presStyleLbl="alignAccFollowNode1" presStyleIdx="0" presStyleCnt="2">
        <dgm:presLayoutVars/>
      </dgm:prSet>
      <dgm:spPr/>
    </dgm:pt>
    <dgm:pt modelId="{C59E027B-CA4C-404F-88C7-5454F4ED7C93}" type="pres">
      <dgm:prSet presAssocID="{719D2BFC-39F6-474D-9813-FC6A3C43790C}" presName="space" presStyleCnt="0"/>
      <dgm:spPr/>
    </dgm:pt>
    <dgm:pt modelId="{9F7D2C48-8544-4225-8B7D-3ACA64A33536}" type="pres">
      <dgm:prSet presAssocID="{E3F7A2E9-F019-4055-A149-617ACAC7A3BC}" presName="composite" presStyleCnt="0"/>
      <dgm:spPr/>
    </dgm:pt>
    <dgm:pt modelId="{4A5C1690-CF09-4489-8B3C-468235C9A5ED}" type="pres">
      <dgm:prSet presAssocID="{E3F7A2E9-F019-4055-A149-617ACAC7A3BC}" presName="parTx" presStyleLbl="alignNode1" presStyleIdx="1" presStyleCnt="2">
        <dgm:presLayoutVars>
          <dgm:chMax val="0"/>
          <dgm:chPref val="0"/>
        </dgm:presLayoutVars>
      </dgm:prSet>
      <dgm:spPr/>
    </dgm:pt>
    <dgm:pt modelId="{1047A705-CF7F-4EBB-9384-4F85911A8C76}" type="pres">
      <dgm:prSet presAssocID="{E3F7A2E9-F019-4055-A149-617ACAC7A3BC}" presName="desTx" presStyleLbl="alignAccFollowNode1" presStyleIdx="1" presStyleCnt="2">
        <dgm:presLayoutVars/>
      </dgm:prSet>
      <dgm:spPr/>
    </dgm:pt>
  </dgm:ptLst>
  <dgm:cxnLst>
    <dgm:cxn modelId="{BC3EF11F-FA20-4F8A-883B-93D8950956BC}" srcId="{A2629397-9F02-4DD1-BD9B-6AA0A1F356D7}" destId="{322A23C8-D14C-47EA-B904-F7B3831773B0}" srcOrd="0" destOrd="0" parTransId="{6F12DCB6-ED92-46AD-A408-2825435186CF}" sibTransId="{7AFB14C2-F427-4618-BB0D-FB748BA699E2}"/>
    <dgm:cxn modelId="{B654D968-E765-4D2D-9F29-7E2293389D2D}" type="presOf" srcId="{A2629397-9F02-4DD1-BD9B-6AA0A1F356D7}" destId="{09F1BF55-2A9A-4685-852A-EDE26200E0C8}" srcOrd="0" destOrd="0" presId="urn:microsoft.com/office/officeart/2016/7/layout/HorizontalActionList"/>
    <dgm:cxn modelId="{8EDFB651-8262-4046-B160-025DEA792DB9}" srcId="{4785DAE3-0AD3-4AFB-B5E9-C778EF5D1227}" destId="{E3F7A2E9-F019-4055-A149-617ACAC7A3BC}" srcOrd="1" destOrd="0" parTransId="{5A472294-ABF8-4A97-BCB7-C8B69E3B8B6E}" sibTransId="{364FCC71-FD78-4ECA-8CB5-FFDFB0F3B71C}"/>
    <dgm:cxn modelId="{E0C2CB7A-D4AA-4C9A-9D67-8BCEDE6002F5}" type="presOf" srcId="{E3F7A2E9-F019-4055-A149-617ACAC7A3BC}" destId="{4A5C1690-CF09-4489-8B3C-468235C9A5ED}" srcOrd="0" destOrd="0" presId="urn:microsoft.com/office/officeart/2016/7/layout/HorizontalActionList"/>
    <dgm:cxn modelId="{E4680A84-B118-4609-867E-D1AC73F91C78}" srcId="{E3F7A2E9-F019-4055-A149-617ACAC7A3BC}" destId="{2FA50A06-76A3-48A0-A137-45F89CF33DF3}" srcOrd="0" destOrd="0" parTransId="{DB2AB760-E065-4864-B1DB-4E46FEBB3022}" sibTransId="{BBCDF4B9-954E-4368-8623-FEC3B9AB891C}"/>
    <dgm:cxn modelId="{B7588B88-A5D8-4DB1-9F4C-811985034400}" type="presOf" srcId="{4785DAE3-0AD3-4AFB-B5E9-C778EF5D1227}" destId="{F6B809C2-146C-4C69-BF20-FAFB78B24017}" srcOrd="0" destOrd="0" presId="urn:microsoft.com/office/officeart/2016/7/layout/HorizontalActionList"/>
    <dgm:cxn modelId="{7C1B30A8-3DDE-4613-97A8-65DBBEF19891}" type="presOf" srcId="{322A23C8-D14C-47EA-B904-F7B3831773B0}" destId="{8B42B7B4-2797-4FCB-B8D1-66A073D68744}" srcOrd="0" destOrd="0" presId="urn:microsoft.com/office/officeart/2016/7/layout/HorizontalActionList"/>
    <dgm:cxn modelId="{A11E6CC6-64E1-4B61-8474-186DDA470716}" srcId="{4785DAE3-0AD3-4AFB-B5E9-C778EF5D1227}" destId="{A2629397-9F02-4DD1-BD9B-6AA0A1F356D7}" srcOrd="0" destOrd="0" parTransId="{0DE39E8F-2021-4CBA-8A0A-AA9EB78DBAB3}" sibTransId="{719D2BFC-39F6-474D-9813-FC6A3C43790C}"/>
    <dgm:cxn modelId="{38F768DA-D269-4C9C-97D7-12AA0EA73ABE}" type="presOf" srcId="{2FA50A06-76A3-48A0-A137-45F89CF33DF3}" destId="{1047A705-CF7F-4EBB-9384-4F85911A8C76}" srcOrd="0" destOrd="0" presId="urn:microsoft.com/office/officeart/2016/7/layout/HorizontalActionList"/>
    <dgm:cxn modelId="{E876CD47-8C0D-48A0-8CCE-9B5AAA573369}" type="presParOf" srcId="{F6B809C2-146C-4C69-BF20-FAFB78B24017}" destId="{45E6E8CE-9211-4815-92A6-642955EF318A}" srcOrd="0" destOrd="0" presId="urn:microsoft.com/office/officeart/2016/7/layout/HorizontalActionList"/>
    <dgm:cxn modelId="{C2C94D88-22EB-416E-994C-161B7562FD67}" type="presParOf" srcId="{45E6E8CE-9211-4815-92A6-642955EF318A}" destId="{09F1BF55-2A9A-4685-852A-EDE26200E0C8}" srcOrd="0" destOrd="0" presId="urn:microsoft.com/office/officeart/2016/7/layout/HorizontalActionList"/>
    <dgm:cxn modelId="{7477F0BA-246B-423E-9419-596F05DA9B45}" type="presParOf" srcId="{45E6E8CE-9211-4815-92A6-642955EF318A}" destId="{8B42B7B4-2797-4FCB-B8D1-66A073D68744}" srcOrd="1" destOrd="0" presId="urn:microsoft.com/office/officeart/2016/7/layout/HorizontalActionList"/>
    <dgm:cxn modelId="{070A8BB8-8CD2-49A9-817C-AB2BC6B388AB}" type="presParOf" srcId="{F6B809C2-146C-4C69-BF20-FAFB78B24017}" destId="{C59E027B-CA4C-404F-88C7-5454F4ED7C93}" srcOrd="1" destOrd="0" presId="urn:microsoft.com/office/officeart/2016/7/layout/HorizontalActionList"/>
    <dgm:cxn modelId="{3E7BD146-936D-4B88-88C6-FAFC5CCA3979}" type="presParOf" srcId="{F6B809C2-146C-4C69-BF20-FAFB78B24017}" destId="{9F7D2C48-8544-4225-8B7D-3ACA64A33536}" srcOrd="2" destOrd="0" presId="urn:microsoft.com/office/officeart/2016/7/layout/HorizontalActionList"/>
    <dgm:cxn modelId="{6E9FADCB-C486-476D-89D1-1261F89D01E4}" type="presParOf" srcId="{9F7D2C48-8544-4225-8B7D-3ACA64A33536}" destId="{4A5C1690-CF09-4489-8B3C-468235C9A5ED}" srcOrd="0" destOrd="0" presId="urn:microsoft.com/office/officeart/2016/7/layout/HorizontalActionList"/>
    <dgm:cxn modelId="{92B72314-36D3-4113-86A7-C87C362996AD}" type="presParOf" srcId="{9F7D2C48-8544-4225-8B7D-3ACA64A33536}" destId="{1047A705-CF7F-4EBB-9384-4F85911A8C76}" srcOrd="1" destOrd="0" presId="urn:microsoft.com/office/officeart/2016/7/layout/HorizontalAc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Understanding of </a:t>
          </a:r>
          <a:r>
            <a:rPr lang="en-US" b="0" dirty="0">
              <a:solidFill>
                <a:schemeClr val="tx2"/>
              </a:solidFill>
              <a:latin typeface="Arial" panose="020B0604020202020204" pitchFamily="34" charset="0"/>
              <a:cs typeface="Arial" panose="020B0604020202020204" pitchFamily="34" charset="0"/>
            </a:rPr>
            <a:t>Read Your Writes</a:t>
          </a:r>
          <a:r>
            <a:rPr lang="en-US" b="0" dirty="0">
              <a:latin typeface="Arial" panose="020B0604020202020204" pitchFamily="34" charset="0"/>
              <a:cs typeface="Arial" panose="020B0604020202020204" pitchFamily="34" charset="0"/>
            </a:rPr>
            <a:t>.</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b="0" dirty="0">
              <a:solidFill>
                <a:schemeClr val="tx2"/>
              </a:solidFill>
              <a:latin typeface="Arial" panose="020B0604020202020204" pitchFamily="34" charset="0"/>
              <a:cs typeface="Arial" panose="020B0604020202020204" pitchFamily="34" charset="0"/>
            </a:rPr>
            <a:t>Read Your Writes</a:t>
          </a:r>
          <a:r>
            <a:rPr lang="en-US" altLang="en-PK" dirty="0">
              <a:latin typeface="Arial" panose="020B0604020202020204" pitchFamily="34" charset="0"/>
              <a:ea typeface="ＭＳ Ｐゴシック" panose="020B0600070205080204" pitchFamily="34" charset="-128"/>
              <a:cs typeface="Arial" panose="020B0604020202020204" pitchFamily="34" charset="0"/>
            </a:rPr>
            <a:t> Example.</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2"/>
      <dgm:spPr/>
    </dgm:pt>
    <dgm:pt modelId="{D881F5EF-E907-4B70-B27C-A1BEE31A375E}" type="pres">
      <dgm:prSet presAssocID="{AD97C7EA-A52E-4807-91FC-7F73ACA10A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2">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2"/>
      <dgm:spPr/>
    </dgm:pt>
    <dgm:pt modelId="{506C0FB1-07FE-4287-8822-A312BB62CC32}" type="pres">
      <dgm:prSet presAssocID="{13132748-EF84-4804-85DC-B5D259AD20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2">
        <dgm:presLayoutVars>
          <dgm:chMax val="0"/>
          <dgm:chPref val="0"/>
        </dgm:presLayoutVars>
      </dgm:prSet>
      <dgm:spPr/>
    </dgm:pt>
  </dgm:ptLst>
  <dgm:cxnLst>
    <dgm:cxn modelId="{1D5F7927-FA0D-46D1-8C91-FF5F26216785}" srcId="{33284D22-5FBB-4E6B-B09D-FBF016189D2A}" destId="{AD97C7EA-A52E-4807-91FC-7F73ACA10AEF}" srcOrd="0" destOrd="0" parTransId="{C71A38FA-4936-49B3-A787-599066C56025}" sibTransId="{21989FB5-9492-48A8-96CF-3AC5D9A84B6B}"/>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2E277BFC-118C-4C8A-9465-91552FC2143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2B47F0EF-C9AE-456D-9072-4517DF3ED53B}">
      <dgm:prSet/>
      <dgm:spPr/>
      <dgm:t>
        <a:bodyPr/>
        <a:lstStyle/>
        <a:p>
          <a:r>
            <a:rPr lang="en-US" dirty="0">
              <a:latin typeface="Arial" panose="020B0604020202020204" pitchFamily="34" charset="0"/>
              <a:cs typeface="Arial" panose="020B0604020202020204" pitchFamily="34" charset="0"/>
            </a:rPr>
            <a:t>The effect of a write operation by a process on data item x will always be seen by a successive read operation on x by the same process.</a:t>
          </a:r>
        </a:p>
      </dgm:t>
    </dgm:pt>
    <dgm:pt modelId="{AA7DF2A7-D92D-4931-96A2-0A134B0DC508}" type="parTrans" cxnId="{9F55E87F-B886-41B4-86D6-5DE7D0C3BFF1}">
      <dgm:prSet/>
      <dgm:spPr/>
      <dgm:t>
        <a:bodyPr/>
        <a:lstStyle/>
        <a:p>
          <a:endParaRPr lang="en-US"/>
        </a:p>
      </dgm:t>
    </dgm:pt>
    <dgm:pt modelId="{A6459609-F40A-408E-9463-EB46FA9CD665}" type="sibTrans" cxnId="{9F55E87F-B886-41B4-86D6-5DE7D0C3BFF1}">
      <dgm:prSet/>
      <dgm:spPr/>
      <dgm:t>
        <a:bodyPr/>
        <a:lstStyle/>
        <a:p>
          <a:endParaRPr lang="en-US"/>
        </a:p>
      </dgm:t>
    </dgm:pt>
    <dgm:pt modelId="{956B4AA1-242C-4F4E-8992-3EDFD906E2B8}">
      <dgm:prSet/>
      <dgm:spPr/>
      <dgm:t>
        <a:bodyPr/>
        <a:lstStyle/>
        <a:p>
          <a:r>
            <a:rPr lang="en-US" dirty="0">
              <a:latin typeface="Arial" panose="020B0604020202020204" pitchFamily="34" charset="0"/>
              <a:cs typeface="Arial" panose="020B0604020202020204" pitchFamily="34" charset="0"/>
            </a:rPr>
            <a:t>A write operation is always completed before a successive read operation by the same process, no matter where that read operation takes place.</a:t>
          </a:r>
        </a:p>
      </dgm:t>
    </dgm:pt>
    <dgm:pt modelId="{B98ADD99-4F44-4B5D-9CC6-5C3BFA3CF3F0}" type="parTrans" cxnId="{DD0546AF-12AA-49F9-BDF2-F28230C99680}">
      <dgm:prSet/>
      <dgm:spPr/>
      <dgm:t>
        <a:bodyPr/>
        <a:lstStyle/>
        <a:p>
          <a:endParaRPr lang="en-US"/>
        </a:p>
      </dgm:t>
    </dgm:pt>
    <dgm:pt modelId="{C1DAA804-3E50-42E3-9CDB-42CA57E36A1C}" type="sibTrans" cxnId="{DD0546AF-12AA-49F9-BDF2-F28230C99680}">
      <dgm:prSet/>
      <dgm:spPr/>
      <dgm:t>
        <a:bodyPr/>
        <a:lstStyle/>
        <a:p>
          <a:endParaRPr lang="en-US"/>
        </a:p>
      </dgm:t>
    </dgm:pt>
    <dgm:pt modelId="{70C4C5F3-DF04-48B1-B85E-A26C758DB401}">
      <dgm:prSet/>
      <dgm:spPr/>
      <dgm:t>
        <a:bodyPr/>
        <a:lstStyle/>
        <a:p>
          <a:r>
            <a:rPr lang="en-US" dirty="0">
              <a:latin typeface="Arial" panose="020B0604020202020204" pitchFamily="34" charset="0"/>
              <a:cs typeface="Arial" panose="020B0604020202020204" pitchFamily="34" charset="0"/>
            </a:rPr>
            <a:t>Example: Updating your Web page and guaranteeing that your Web browser shows the newest version instead of its cached copy.</a:t>
          </a:r>
        </a:p>
      </dgm:t>
    </dgm:pt>
    <dgm:pt modelId="{1DE47401-4565-47AD-98D8-09A225BF70A8}" type="parTrans" cxnId="{DEF812AB-C7E7-4A93-B986-41C790C50866}">
      <dgm:prSet/>
      <dgm:spPr/>
      <dgm:t>
        <a:bodyPr/>
        <a:lstStyle/>
        <a:p>
          <a:endParaRPr lang="en-US"/>
        </a:p>
      </dgm:t>
    </dgm:pt>
    <dgm:pt modelId="{61881EFC-2C24-4A5E-B8CE-AD3D16A9B4F5}" type="sibTrans" cxnId="{DEF812AB-C7E7-4A93-B986-41C790C50866}">
      <dgm:prSet/>
      <dgm:spPr/>
      <dgm:t>
        <a:bodyPr/>
        <a:lstStyle/>
        <a:p>
          <a:endParaRPr lang="en-US"/>
        </a:p>
      </dgm:t>
    </dgm:pt>
    <dgm:pt modelId="{AB284742-352F-4428-BEDA-8865681EF44A}" type="pres">
      <dgm:prSet presAssocID="{2E277BFC-118C-4C8A-9465-91552FC2143F}" presName="hierChild1" presStyleCnt="0">
        <dgm:presLayoutVars>
          <dgm:chPref val="1"/>
          <dgm:dir/>
          <dgm:animOne val="branch"/>
          <dgm:animLvl val="lvl"/>
          <dgm:resizeHandles/>
        </dgm:presLayoutVars>
      </dgm:prSet>
      <dgm:spPr/>
    </dgm:pt>
    <dgm:pt modelId="{8A1E874C-1E4A-4234-AA1E-86F84778D843}" type="pres">
      <dgm:prSet presAssocID="{2B47F0EF-C9AE-456D-9072-4517DF3ED53B}" presName="hierRoot1" presStyleCnt="0"/>
      <dgm:spPr/>
    </dgm:pt>
    <dgm:pt modelId="{DCDD26E3-26B0-4D3B-A6A6-4FA20247AF81}" type="pres">
      <dgm:prSet presAssocID="{2B47F0EF-C9AE-456D-9072-4517DF3ED53B}" presName="composite" presStyleCnt="0"/>
      <dgm:spPr/>
    </dgm:pt>
    <dgm:pt modelId="{23AD1897-0C0C-4869-B62C-144608FAD3A6}" type="pres">
      <dgm:prSet presAssocID="{2B47F0EF-C9AE-456D-9072-4517DF3ED53B}" presName="background" presStyleLbl="node0" presStyleIdx="0" presStyleCnt="3"/>
      <dgm:spPr/>
    </dgm:pt>
    <dgm:pt modelId="{769088EB-9E09-489E-BB0B-CB3568E0B245}" type="pres">
      <dgm:prSet presAssocID="{2B47F0EF-C9AE-456D-9072-4517DF3ED53B}" presName="text" presStyleLbl="fgAcc0" presStyleIdx="0" presStyleCnt="3">
        <dgm:presLayoutVars>
          <dgm:chPref val="3"/>
        </dgm:presLayoutVars>
      </dgm:prSet>
      <dgm:spPr/>
    </dgm:pt>
    <dgm:pt modelId="{0A96DBF5-1AEB-4D63-BF1A-6C780C748654}" type="pres">
      <dgm:prSet presAssocID="{2B47F0EF-C9AE-456D-9072-4517DF3ED53B}" presName="hierChild2" presStyleCnt="0"/>
      <dgm:spPr/>
    </dgm:pt>
    <dgm:pt modelId="{FA8A95A6-2C44-4C17-B10B-F4E3AC039E1D}" type="pres">
      <dgm:prSet presAssocID="{956B4AA1-242C-4F4E-8992-3EDFD906E2B8}" presName="hierRoot1" presStyleCnt="0"/>
      <dgm:spPr/>
    </dgm:pt>
    <dgm:pt modelId="{966C74D5-D13F-4790-9670-7FD75175921A}" type="pres">
      <dgm:prSet presAssocID="{956B4AA1-242C-4F4E-8992-3EDFD906E2B8}" presName="composite" presStyleCnt="0"/>
      <dgm:spPr/>
    </dgm:pt>
    <dgm:pt modelId="{401B1383-888A-45C4-AFB6-DC4A9E69FDEB}" type="pres">
      <dgm:prSet presAssocID="{956B4AA1-242C-4F4E-8992-3EDFD906E2B8}" presName="background" presStyleLbl="node0" presStyleIdx="1" presStyleCnt="3"/>
      <dgm:spPr/>
    </dgm:pt>
    <dgm:pt modelId="{119D0ECF-8A40-4793-AD9F-91870B0A9476}" type="pres">
      <dgm:prSet presAssocID="{956B4AA1-242C-4F4E-8992-3EDFD906E2B8}" presName="text" presStyleLbl="fgAcc0" presStyleIdx="1" presStyleCnt="3">
        <dgm:presLayoutVars>
          <dgm:chPref val="3"/>
        </dgm:presLayoutVars>
      </dgm:prSet>
      <dgm:spPr/>
    </dgm:pt>
    <dgm:pt modelId="{63E46D2A-440A-41BD-8F67-9DEC9F8A07FA}" type="pres">
      <dgm:prSet presAssocID="{956B4AA1-242C-4F4E-8992-3EDFD906E2B8}" presName="hierChild2" presStyleCnt="0"/>
      <dgm:spPr/>
    </dgm:pt>
    <dgm:pt modelId="{9F4363BA-7C01-4061-996C-98DBB49963D1}" type="pres">
      <dgm:prSet presAssocID="{70C4C5F3-DF04-48B1-B85E-A26C758DB401}" presName="hierRoot1" presStyleCnt="0"/>
      <dgm:spPr/>
    </dgm:pt>
    <dgm:pt modelId="{BBB95383-4593-4C33-8B88-7ECDAC959BEA}" type="pres">
      <dgm:prSet presAssocID="{70C4C5F3-DF04-48B1-B85E-A26C758DB401}" presName="composite" presStyleCnt="0"/>
      <dgm:spPr/>
    </dgm:pt>
    <dgm:pt modelId="{4523DB6A-EE46-42B3-B1AD-376D88600C11}" type="pres">
      <dgm:prSet presAssocID="{70C4C5F3-DF04-48B1-B85E-A26C758DB401}" presName="background" presStyleLbl="node0" presStyleIdx="2" presStyleCnt="3"/>
      <dgm:spPr/>
    </dgm:pt>
    <dgm:pt modelId="{EC7706CC-5B24-4BD4-936B-D9BB8FD32005}" type="pres">
      <dgm:prSet presAssocID="{70C4C5F3-DF04-48B1-B85E-A26C758DB401}" presName="text" presStyleLbl="fgAcc0" presStyleIdx="2" presStyleCnt="3">
        <dgm:presLayoutVars>
          <dgm:chPref val="3"/>
        </dgm:presLayoutVars>
      </dgm:prSet>
      <dgm:spPr/>
    </dgm:pt>
    <dgm:pt modelId="{09D3E6A5-4D14-42B8-B782-49E1A210CF2F}" type="pres">
      <dgm:prSet presAssocID="{70C4C5F3-DF04-48B1-B85E-A26C758DB401}" presName="hierChild2" presStyleCnt="0"/>
      <dgm:spPr/>
    </dgm:pt>
  </dgm:ptLst>
  <dgm:cxnLst>
    <dgm:cxn modelId="{09CA2E2F-C714-431A-83E4-FCCD7B17AAAE}" type="presOf" srcId="{2E277BFC-118C-4C8A-9465-91552FC2143F}" destId="{AB284742-352F-4428-BEDA-8865681EF44A}" srcOrd="0" destOrd="0" presId="urn:microsoft.com/office/officeart/2005/8/layout/hierarchy1"/>
    <dgm:cxn modelId="{7F9EA97C-053E-4CF0-B8B9-13A23EADC0ED}" type="presOf" srcId="{70C4C5F3-DF04-48B1-B85E-A26C758DB401}" destId="{EC7706CC-5B24-4BD4-936B-D9BB8FD32005}" srcOrd="0" destOrd="0" presId="urn:microsoft.com/office/officeart/2005/8/layout/hierarchy1"/>
    <dgm:cxn modelId="{9F55E87F-B886-41B4-86D6-5DE7D0C3BFF1}" srcId="{2E277BFC-118C-4C8A-9465-91552FC2143F}" destId="{2B47F0EF-C9AE-456D-9072-4517DF3ED53B}" srcOrd="0" destOrd="0" parTransId="{AA7DF2A7-D92D-4931-96A2-0A134B0DC508}" sibTransId="{A6459609-F40A-408E-9463-EB46FA9CD665}"/>
    <dgm:cxn modelId="{DEF812AB-C7E7-4A93-B986-41C790C50866}" srcId="{2E277BFC-118C-4C8A-9465-91552FC2143F}" destId="{70C4C5F3-DF04-48B1-B85E-A26C758DB401}" srcOrd="2" destOrd="0" parTransId="{1DE47401-4565-47AD-98D8-09A225BF70A8}" sibTransId="{61881EFC-2C24-4A5E-B8CE-AD3D16A9B4F5}"/>
    <dgm:cxn modelId="{DD0546AF-12AA-49F9-BDF2-F28230C99680}" srcId="{2E277BFC-118C-4C8A-9465-91552FC2143F}" destId="{956B4AA1-242C-4F4E-8992-3EDFD906E2B8}" srcOrd="1" destOrd="0" parTransId="{B98ADD99-4F44-4B5D-9CC6-5C3BFA3CF3F0}" sibTransId="{C1DAA804-3E50-42E3-9CDB-42CA57E36A1C}"/>
    <dgm:cxn modelId="{044875CA-09E3-4EBF-BDFF-C573CE09A356}" type="presOf" srcId="{956B4AA1-242C-4F4E-8992-3EDFD906E2B8}" destId="{119D0ECF-8A40-4793-AD9F-91870B0A9476}" srcOrd="0" destOrd="0" presId="urn:microsoft.com/office/officeart/2005/8/layout/hierarchy1"/>
    <dgm:cxn modelId="{80D6F4D2-32D8-4BEF-A659-795B7D6A2E45}" type="presOf" srcId="{2B47F0EF-C9AE-456D-9072-4517DF3ED53B}" destId="{769088EB-9E09-489E-BB0B-CB3568E0B245}" srcOrd="0" destOrd="0" presId="urn:microsoft.com/office/officeart/2005/8/layout/hierarchy1"/>
    <dgm:cxn modelId="{16F59432-6BEA-4EAE-BB19-1D9AE960B0C1}" type="presParOf" srcId="{AB284742-352F-4428-BEDA-8865681EF44A}" destId="{8A1E874C-1E4A-4234-AA1E-86F84778D843}" srcOrd="0" destOrd="0" presId="urn:microsoft.com/office/officeart/2005/8/layout/hierarchy1"/>
    <dgm:cxn modelId="{EE19D6D2-A8B4-4636-A0C3-80CB2601BFC5}" type="presParOf" srcId="{8A1E874C-1E4A-4234-AA1E-86F84778D843}" destId="{DCDD26E3-26B0-4D3B-A6A6-4FA20247AF81}" srcOrd="0" destOrd="0" presId="urn:microsoft.com/office/officeart/2005/8/layout/hierarchy1"/>
    <dgm:cxn modelId="{BB49E5D4-0233-40DD-8A03-E8CC177DA4B4}" type="presParOf" srcId="{DCDD26E3-26B0-4D3B-A6A6-4FA20247AF81}" destId="{23AD1897-0C0C-4869-B62C-144608FAD3A6}" srcOrd="0" destOrd="0" presId="urn:microsoft.com/office/officeart/2005/8/layout/hierarchy1"/>
    <dgm:cxn modelId="{A1267340-58F4-4D25-9F3F-8861566BD6CE}" type="presParOf" srcId="{DCDD26E3-26B0-4D3B-A6A6-4FA20247AF81}" destId="{769088EB-9E09-489E-BB0B-CB3568E0B245}" srcOrd="1" destOrd="0" presId="urn:microsoft.com/office/officeart/2005/8/layout/hierarchy1"/>
    <dgm:cxn modelId="{0DD2980C-24CE-4E26-82BC-211EADBB57E7}" type="presParOf" srcId="{8A1E874C-1E4A-4234-AA1E-86F84778D843}" destId="{0A96DBF5-1AEB-4D63-BF1A-6C780C748654}" srcOrd="1" destOrd="0" presId="urn:microsoft.com/office/officeart/2005/8/layout/hierarchy1"/>
    <dgm:cxn modelId="{1170903E-710F-42F3-9345-00093110D0EF}" type="presParOf" srcId="{AB284742-352F-4428-BEDA-8865681EF44A}" destId="{FA8A95A6-2C44-4C17-B10B-F4E3AC039E1D}" srcOrd="1" destOrd="0" presId="urn:microsoft.com/office/officeart/2005/8/layout/hierarchy1"/>
    <dgm:cxn modelId="{7C9E277F-2761-4875-8A40-55BB0F02DEBB}" type="presParOf" srcId="{FA8A95A6-2C44-4C17-B10B-F4E3AC039E1D}" destId="{966C74D5-D13F-4790-9670-7FD75175921A}" srcOrd="0" destOrd="0" presId="urn:microsoft.com/office/officeart/2005/8/layout/hierarchy1"/>
    <dgm:cxn modelId="{E930D86C-17DD-4DA9-A49E-904CEDC48805}" type="presParOf" srcId="{966C74D5-D13F-4790-9670-7FD75175921A}" destId="{401B1383-888A-45C4-AFB6-DC4A9E69FDEB}" srcOrd="0" destOrd="0" presId="urn:microsoft.com/office/officeart/2005/8/layout/hierarchy1"/>
    <dgm:cxn modelId="{CDDB749E-366E-4590-B51C-3143264298AD}" type="presParOf" srcId="{966C74D5-D13F-4790-9670-7FD75175921A}" destId="{119D0ECF-8A40-4793-AD9F-91870B0A9476}" srcOrd="1" destOrd="0" presId="urn:microsoft.com/office/officeart/2005/8/layout/hierarchy1"/>
    <dgm:cxn modelId="{8453A7F9-B348-4895-944B-85351B37517A}" type="presParOf" srcId="{FA8A95A6-2C44-4C17-B10B-F4E3AC039E1D}" destId="{63E46D2A-440A-41BD-8F67-9DEC9F8A07FA}" srcOrd="1" destOrd="0" presId="urn:microsoft.com/office/officeart/2005/8/layout/hierarchy1"/>
    <dgm:cxn modelId="{E006CABF-868C-480B-86D4-295BC70FFE81}" type="presParOf" srcId="{AB284742-352F-4428-BEDA-8865681EF44A}" destId="{9F4363BA-7C01-4061-996C-98DBB49963D1}" srcOrd="2" destOrd="0" presId="urn:microsoft.com/office/officeart/2005/8/layout/hierarchy1"/>
    <dgm:cxn modelId="{795C5DE5-00C1-496A-889E-C860E501239C}" type="presParOf" srcId="{9F4363BA-7C01-4061-996C-98DBB49963D1}" destId="{BBB95383-4593-4C33-8B88-7ECDAC959BEA}" srcOrd="0" destOrd="0" presId="urn:microsoft.com/office/officeart/2005/8/layout/hierarchy1"/>
    <dgm:cxn modelId="{89FA8BA4-2B0E-4378-AF97-6B6DDB502BE9}" type="presParOf" srcId="{BBB95383-4593-4C33-8B88-7ECDAC959BEA}" destId="{4523DB6A-EE46-42B3-B1AD-376D88600C11}" srcOrd="0" destOrd="0" presId="urn:microsoft.com/office/officeart/2005/8/layout/hierarchy1"/>
    <dgm:cxn modelId="{105DD5E2-7FF9-425D-BC1D-D1949D7D37E4}" type="presParOf" srcId="{BBB95383-4593-4C33-8B88-7ECDAC959BEA}" destId="{EC7706CC-5B24-4BD4-936B-D9BB8FD32005}" srcOrd="1" destOrd="0" presId="urn:microsoft.com/office/officeart/2005/8/layout/hierarchy1"/>
    <dgm:cxn modelId="{67021371-7CAA-4672-88AF-2CB2ECACD656}" type="presParOf" srcId="{9F4363BA-7C01-4061-996C-98DBB49963D1}" destId="{09D3E6A5-4D14-42B8-B782-49E1A210CF2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pPr>
            <a:lnSpc>
              <a:spcPct val="100000"/>
            </a:lnSpc>
          </a:pPr>
          <a:r>
            <a:rPr lang="en-US" dirty="0">
              <a:latin typeface="Arial" panose="020B0604020202020204" pitchFamily="34" charset="0"/>
              <a:cs typeface="Arial" panose="020B0604020202020204" pitchFamily="34" charset="0"/>
            </a:rPr>
            <a:t>Understanding Writes Follow Reads Model.</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pPr>
            <a:lnSpc>
              <a:spcPct val="100000"/>
            </a:lnSpc>
          </a:pPr>
          <a:endParaRPr lang="en-US" dirty="0"/>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0BC42B0C-F81E-4CC1-BF16-F863B680E705}">
      <dgm:prSet/>
      <dgm:spPr/>
      <dgm:t>
        <a:bodyPr/>
        <a:lstStyle/>
        <a:p>
          <a:pPr>
            <a:lnSpc>
              <a:spcPct val="100000"/>
            </a:lnSpc>
          </a:pPr>
          <a:r>
            <a:rPr lang="en-US" dirty="0">
              <a:latin typeface="Arial" panose="020B0604020202020204" pitchFamily="34" charset="0"/>
              <a:cs typeface="Arial" panose="020B0604020202020204" pitchFamily="34" charset="0"/>
            </a:rPr>
            <a:t>Example of Writes Follow Reads Model.</a:t>
          </a:r>
        </a:p>
      </dgm:t>
    </dgm:pt>
    <dgm:pt modelId="{4861D514-CC3E-4CA0-AFE5-A33E41EC8F46}" type="parTrans" cxnId="{1ACB56E1-A763-4BE0-8114-AEA6667EDFB1}">
      <dgm:prSet/>
      <dgm:spPr/>
      <dgm:t>
        <a:bodyPr/>
        <a:lstStyle/>
        <a:p>
          <a:endParaRPr lang="en-PK"/>
        </a:p>
      </dgm:t>
    </dgm:pt>
    <dgm:pt modelId="{277D8C4E-C524-488E-B11D-99F834ACF6AC}" type="sibTrans" cxnId="{1ACB56E1-A763-4BE0-8114-AEA6667EDFB1}">
      <dgm:prSet/>
      <dgm:spPr/>
      <dgm:t>
        <a:bodyPr/>
        <a:lstStyle/>
        <a:p>
          <a:endParaRPr lang="en-PK"/>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3" custLinFactNeighborX="-3359" custLinFactNeighborY="-1172"/>
      <dgm:spPr/>
    </dgm:pt>
    <dgm:pt modelId="{C11A7D35-1FE6-446D-AE68-CDC0EA75C5EF}" type="pres">
      <dgm:prSet presAssocID="{ED44C359-7308-4379-89E9-19E66492F1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3">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3"/>
      <dgm:spPr/>
    </dgm:pt>
    <dgm:pt modelId="{3807B6D7-BF48-4FDE-BD86-4D161441F3BF}" type="pres">
      <dgm:prSet presAssocID="{B52304F7-9CCF-4381-9DB7-D65E8FF69D98}" presName="iconRect" presStyleLbl="node1" presStyleIdx="1" presStyleCnt="3"/>
      <dgm:spPr>
        <a:ln>
          <a:noFill/>
        </a:ln>
      </dgm:spPr>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3">
        <dgm:presLayoutVars>
          <dgm:chMax val="0"/>
          <dgm:chPref val="0"/>
        </dgm:presLayoutVars>
      </dgm:prSet>
      <dgm:spPr/>
    </dgm:pt>
    <dgm:pt modelId="{67F5668B-F02F-45B7-ADA6-3FDB0471455D}" type="pres">
      <dgm:prSet presAssocID="{3B0ED119-AD1B-484D-96A0-C81E45281368}" presName="sibTrans" presStyleCnt="0"/>
      <dgm:spPr/>
    </dgm:pt>
    <dgm:pt modelId="{96F83DA9-6B2F-49EE-9E8F-4BEE9E22B478}" type="pres">
      <dgm:prSet presAssocID="{0BC42B0C-F81E-4CC1-BF16-F863B680E705}" presName="compNode" presStyleCnt="0"/>
      <dgm:spPr/>
    </dgm:pt>
    <dgm:pt modelId="{58BF8020-FC31-4EA0-A31D-D4F5D2CD9DF0}" type="pres">
      <dgm:prSet presAssocID="{0BC42B0C-F81E-4CC1-BF16-F863B680E705}" presName="bgRect" presStyleLbl="bgShp" presStyleIdx="2" presStyleCnt="3"/>
      <dgm:spPr/>
    </dgm:pt>
    <dgm:pt modelId="{EE7C9529-8930-4105-AD05-47210E222C26}" type="pres">
      <dgm:prSet presAssocID="{0BC42B0C-F81E-4CC1-BF16-F863B680E705}" presName="iconRect" presStyleLbl="node1" presStyleIdx="2" presStyleCnt="3"/>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Calculator"/>
        </a:ext>
      </dgm:extLst>
    </dgm:pt>
    <dgm:pt modelId="{6A17B43D-5935-4475-BD6F-7FCD100F9ECF}" type="pres">
      <dgm:prSet presAssocID="{0BC42B0C-F81E-4CC1-BF16-F863B680E705}" presName="spaceRect" presStyleCnt="0"/>
      <dgm:spPr/>
    </dgm:pt>
    <dgm:pt modelId="{50630256-6ACA-4844-986E-E0375A799E67}" type="pres">
      <dgm:prSet presAssocID="{0BC42B0C-F81E-4CC1-BF16-F863B680E705}" presName="parTx" presStyleLbl="revTx" presStyleIdx="2" presStyleCnt="3">
        <dgm:presLayoutVars>
          <dgm:chMax val="0"/>
          <dgm:chPref val="0"/>
        </dgm:presLayoutVars>
      </dgm:prSet>
      <dgm:spPr/>
    </dgm:pt>
  </dgm:ptLst>
  <dgm:cxnLst>
    <dgm:cxn modelId="{6E362A64-DA8B-4CCF-A317-D92044A00F80}" type="presOf" srcId="{0BC42B0C-F81E-4CC1-BF16-F863B680E705}" destId="{50630256-6ACA-4844-986E-E0375A799E67}" srcOrd="0" destOrd="0" presId="urn:microsoft.com/office/officeart/2018/2/layout/IconVerticalSolidLi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1ACB56E1-A763-4BE0-8114-AEA6667EDFB1}" srcId="{AC605FAC-F4E1-443B-91BE-22C6277E36A9}" destId="{0BC42B0C-F81E-4CC1-BF16-F863B680E705}" srcOrd="2" destOrd="0" parTransId="{4861D514-CC3E-4CA0-AFE5-A33E41EC8F46}" sibTransId="{277D8C4E-C524-488E-B11D-99F834ACF6AC}"/>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 modelId="{326B9ACA-0C57-4A72-A9F7-D9C9B3C15B05}" type="presParOf" srcId="{203A11AC-6691-4719-A18C-2D6C7EA9F1B7}" destId="{67F5668B-F02F-45B7-ADA6-3FDB0471455D}" srcOrd="3" destOrd="0" presId="urn:microsoft.com/office/officeart/2018/2/layout/IconVerticalSolidList"/>
    <dgm:cxn modelId="{8C2ADFD6-603D-4589-AEDC-444D3352892B}" type="presParOf" srcId="{203A11AC-6691-4719-A18C-2D6C7EA9F1B7}" destId="{96F83DA9-6B2F-49EE-9E8F-4BEE9E22B478}" srcOrd="4" destOrd="0" presId="urn:microsoft.com/office/officeart/2018/2/layout/IconVerticalSolidList"/>
    <dgm:cxn modelId="{28CAC273-55C4-49C1-A842-882FE66F4C4E}" type="presParOf" srcId="{96F83DA9-6B2F-49EE-9E8F-4BEE9E22B478}" destId="{58BF8020-FC31-4EA0-A31D-D4F5D2CD9DF0}" srcOrd="0" destOrd="0" presId="urn:microsoft.com/office/officeart/2018/2/layout/IconVerticalSolidList"/>
    <dgm:cxn modelId="{25867B12-5B1A-4A22-85D5-EE83C66FE8E9}" type="presParOf" srcId="{96F83DA9-6B2F-49EE-9E8F-4BEE9E22B478}" destId="{EE7C9529-8930-4105-AD05-47210E222C26}" srcOrd="1" destOrd="0" presId="urn:microsoft.com/office/officeart/2018/2/layout/IconVerticalSolidList"/>
    <dgm:cxn modelId="{B3F0394A-D76D-452D-98FE-6B8548E8BC71}" type="presParOf" srcId="{96F83DA9-6B2F-49EE-9E8F-4BEE9E22B478}" destId="{6A17B43D-5935-4475-BD6F-7FCD100F9ECF}" srcOrd="2" destOrd="0" presId="urn:microsoft.com/office/officeart/2018/2/layout/IconVerticalSolidList"/>
    <dgm:cxn modelId="{4195A0ED-7FD5-44FE-9A27-9AAA817DE718}" type="presParOf" srcId="{96F83DA9-6B2F-49EE-9E8F-4BEE9E22B478}" destId="{50630256-6ACA-4844-986E-E0375A799E6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9F356648-3F28-40AA-82B9-A7702E4A1548}"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27ED1BC-3FD8-4642-8B9E-8DC31412F7A0}">
      <dgm:prSet/>
      <dgm:spPr/>
      <dgm:t>
        <a:bodyPr/>
        <a:lstStyle/>
        <a:p>
          <a:r>
            <a:rPr lang="en-US" dirty="0">
              <a:latin typeface="Arial" panose="020B0604020202020204" pitchFamily="34" charset="0"/>
              <a:cs typeface="Arial" panose="020B0604020202020204" pitchFamily="34" charset="0"/>
            </a:rPr>
            <a:t>A write operation by a process on a data item x following a previous read operation on x by the same process is guaranteed to take place on the same or a more recent value of x that was read.</a:t>
          </a:r>
        </a:p>
      </dgm:t>
    </dgm:pt>
    <dgm:pt modelId="{4D5412E4-D148-42F0-B3FD-2E3E9FB4750A}" type="parTrans" cxnId="{29CA284D-8C5E-41D0-98B7-B8786746FA96}">
      <dgm:prSet/>
      <dgm:spPr/>
      <dgm:t>
        <a:bodyPr/>
        <a:lstStyle/>
        <a:p>
          <a:endParaRPr lang="en-US"/>
        </a:p>
      </dgm:t>
    </dgm:pt>
    <dgm:pt modelId="{DB0113A8-551E-44C4-A081-A113FBBDE61C}" type="sibTrans" cxnId="{29CA284D-8C5E-41D0-98B7-B8786746FA96}">
      <dgm:prSet/>
      <dgm:spPr/>
      <dgm:t>
        <a:bodyPr/>
        <a:lstStyle/>
        <a:p>
          <a:endParaRPr lang="en-US"/>
        </a:p>
      </dgm:t>
    </dgm:pt>
    <dgm:pt modelId="{C276A9FB-908F-47B0-99C8-D81B6EDCFDC1}">
      <dgm:prSet/>
      <dgm:spPr/>
      <dgm:t>
        <a:bodyPr/>
        <a:lstStyle/>
        <a:p>
          <a:r>
            <a:rPr lang="en-US" dirty="0">
              <a:latin typeface="Arial" panose="020B0604020202020204" pitchFamily="34" charset="0"/>
              <a:cs typeface="Arial" panose="020B0604020202020204" pitchFamily="34" charset="0"/>
            </a:rPr>
            <a:t>Any successive write operation by a process on a data item x will be performed on a copy of x that is up to date with the value most recently read by that process.</a:t>
          </a:r>
        </a:p>
      </dgm:t>
    </dgm:pt>
    <dgm:pt modelId="{09D6495B-7B52-47FC-B4DA-9B8DB2052A3F}" type="parTrans" cxnId="{FA5088A8-7E1D-48B0-B9B1-EC21DC61DB53}">
      <dgm:prSet/>
      <dgm:spPr/>
      <dgm:t>
        <a:bodyPr/>
        <a:lstStyle/>
        <a:p>
          <a:endParaRPr lang="en-US"/>
        </a:p>
      </dgm:t>
    </dgm:pt>
    <dgm:pt modelId="{E20B2506-0801-4B21-8170-6E22445D2CC3}" type="sibTrans" cxnId="{FA5088A8-7E1D-48B0-B9B1-EC21DC61DB53}">
      <dgm:prSet/>
      <dgm:spPr/>
      <dgm:t>
        <a:bodyPr/>
        <a:lstStyle/>
        <a:p>
          <a:endParaRPr lang="en-US"/>
        </a:p>
      </dgm:t>
    </dgm:pt>
    <dgm:pt modelId="{28F6D6EA-09CA-4856-9C47-5E817EE99FAE}">
      <dgm:prSet/>
      <dgm:spPr/>
      <dgm:t>
        <a:bodyPr/>
        <a:lstStyle/>
        <a:p>
          <a:r>
            <a:rPr lang="en-US" dirty="0">
              <a:latin typeface="Arial" panose="020B0604020202020204" pitchFamily="34" charset="0"/>
              <a:cs typeface="Arial" panose="020B0604020202020204" pitchFamily="34" charset="0"/>
            </a:rPr>
            <a:t>Example: See reactions to posted articles only if you have the original posting (a read .pulls in. the corresponding write operation).</a:t>
          </a:r>
        </a:p>
      </dgm:t>
    </dgm:pt>
    <dgm:pt modelId="{6CC7969B-85F0-4C35-BB7A-68857B5E71D6}" type="parTrans" cxnId="{E63C8877-479E-4BCA-8E1F-255EF58BEF1C}">
      <dgm:prSet/>
      <dgm:spPr/>
      <dgm:t>
        <a:bodyPr/>
        <a:lstStyle/>
        <a:p>
          <a:endParaRPr lang="en-US"/>
        </a:p>
      </dgm:t>
    </dgm:pt>
    <dgm:pt modelId="{7807130C-E666-47DF-85F3-CCEE10D82E1B}" type="sibTrans" cxnId="{E63C8877-479E-4BCA-8E1F-255EF58BEF1C}">
      <dgm:prSet/>
      <dgm:spPr/>
      <dgm:t>
        <a:bodyPr/>
        <a:lstStyle/>
        <a:p>
          <a:endParaRPr lang="en-US"/>
        </a:p>
      </dgm:t>
    </dgm:pt>
    <dgm:pt modelId="{9CDEA6E1-C450-4A61-A755-DB2EDD41EAF7}" type="pres">
      <dgm:prSet presAssocID="{9F356648-3F28-40AA-82B9-A7702E4A1548}" presName="hierChild1" presStyleCnt="0">
        <dgm:presLayoutVars>
          <dgm:chPref val="1"/>
          <dgm:dir/>
          <dgm:animOne val="branch"/>
          <dgm:animLvl val="lvl"/>
          <dgm:resizeHandles/>
        </dgm:presLayoutVars>
      </dgm:prSet>
      <dgm:spPr/>
    </dgm:pt>
    <dgm:pt modelId="{5376E768-FBE2-4F00-B07C-CC49936B3E53}" type="pres">
      <dgm:prSet presAssocID="{327ED1BC-3FD8-4642-8B9E-8DC31412F7A0}" presName="hierRoot1" presStyleCnt="0"/>
      <dgm:spPr/>
    </dgm:pt>
    <dgm:pt modelId="{2B3A121F-34B1-4E86-AD27-EA8778F19588}" type="pres">
      <dgm:prSet presAssocID="{327ED1BC-3FD8-4642-8B9E-8DC31412F7A0}" presName="composite" presStyleCnt="0"/>
      <dgm:spPr/>
    </dgm:pt>
    <dgm:pt modelId="{3979827B-B2F0-46CA-9619-7F382998BD1A}" type="pres">
      <dgm:prSet presAssocID="{327ED1BC-3FD8-4642-8B9E-8DC31412F7A0}" presName="background" presStyleLbl="node0" presStyleIdx="0" presStyleCnt="3"/>
      <dgm:spPr/>
    </dgm:pt>
    <dgm:pt modelId="{0BD76163-6EED-4F6C-86B9-5483CD73F1BB}" type="pres">
      <dgm:prSet presAssocID="{327ED1BC-3FD8-4642-8B9E-8DC31412F7A0}" presName="text" presStyleLbl="fgAcc0" presStyleIdx="0" presStyleCnt="3">
        <dgm:presLayoutVars>
          <dgm:chPref val="3"/>
        </dgm:presLayoutVars>
      </dgm:prSet>
      <dgm:spPr/>
    </dgm:pt>
    <dgm:pt modelId="{D37A8A3A-AAF0-43D9-BF10-CD3C4160B323}" type="pres">
      <dgm:prSet presAssocID="{327ED1BC-3FD8-4642-8B9E-8DC31412F7A0}" presName="hierChild2" presStyleCnt="0"/>
      <dgm:spPr/>
    </dgm:pt>
    <dgm:pt modelId="{29AE6F2F-CE21-4A16-B26F-6A9ACB9009DA}" type="pres">
      <dgm:prSet presAssocID="{C276A9FB-908F-47B0-99C8-D81B6EDCFDC1}" presName="hierRoot1" presStyleCnt="0"/>
      <dgm:spPr/>
    </dgm:pt>
    <dgm:pt modelId="{986DB65D-5CB2-45DF-AB93-A2AE87FAFCB5}" type="pres">
      <dgm:prSet presAssocID="{C276A9FB-908F-47B0-99C8-D81B6EDCFDC1}" presName="composite" presStyleCnt="0"/>
      <dgm:spPr/>
    </dgm:pt>
    <dgm:pt modelId="{30CD1736-0E27-4BBD-B70D-9BB2B32150E8}" type="pres">
      <dgm:prSet presAssocID="{C276A9FB-908F-47B0-99C8-D81B6EDCFDC1}" presName="background" presStyleLbl="node0" presStyleIdx="1" presStyleCnt="3"/>
      <dgm:spPr/>
    </dgm:pt>
    <dgm:pt modelId="{689C8629-8666-48C9-8D33-D7748AB8086C}" type="pres">
      <dgm:prSet presAssocID="{C276A9FB-908F-47B0-99C8-D81B6EDCFDC1}" presName="text" presStyleLbl="fgAcc0" presStyleIdx="1" presStyleCnt="3">
        <dgm:presLayoutVars>
          <dgm:chPref val="3"/>
        </dgm:presLayoutVars>
      </dgm:prSet>
      <dgm:spPr/>
    </dgm:pt>
    <dgm:pt modelId="{B754F3C5-1027-4EB8-AB46-09336D333ECC}" type="pres">
      <dgm:prSet presAssocID="{C276A9FB-908F-47B0-99C8-D81B6EDCFDC1}" presName="hierChild2" presStyleCnt="0"/>
      <dgm:spPr/>
    </dgm:pt>
    <dgm:pt modelId="{96D2F74B-57CE-4F99-942B-6DE091E754A8}" type="pres">
      <dgm:prSet presAssocID="{28F6D6EA-09CA-4856-9C47-5E817EE99FAE}" presName="hierRoot1" presStyleCnt="0"/>
      <dgm:spPr/>
    </dgm:pt>
    <dgm:pt modelId="{BC8D3DFC-ED32-4716-A4E9-9EBF86FAD098}" type="pres">
      <dgm:prSet presAssocID="{28F6D6EA-09CA-4856-9C47-5E817EE99FAE}" presName="composite" presStyleCnt="0"/>
      <dgm:spPr/>
    </dgm:pt>
    <dgm:pt modelId="{9A227D94-6761-4816-9A71-0BF541024E43}" type="pres">
      <dgm:prSet presAssocID="{28F6D6EA-09CA-4856-9C47-5E817EE99FAE}" presName="background" presStyleLbl="node0" presStyleIdx="2" presStyleCnt="3"/>
      <dgm:spPr/>
    </dgm:pt>
    <dgm:pt modelId="{FB5418BC-6A91-421E-81B5-E2705B60170D}" type="pres">
      <dgm:prSet presAssocID="{28F6D6EA-09CA-4856-9C47-5E817EE99FAE}" presName="text" presStyleLbl="fgAcc0" presStyleIdx="2" presStyleCnt="3">
        <dgm:presLayoutVars>
          <dgm:chPref val="3"/>
        </dgm:presLayoutVars>
      </dgm:prSet>
      <dgm:spPr/>
    </dgm:pt>
    <dgm:pt modelId="{94202224-B6FE-4EDF-9068-BCA988E8769E}" type="pres">
      <dgm:prSet presAssocID="{28F6D6EA-09CA-4856-9C47-5E817EE99FAE}" presName="hierChild2" presStyleCnt="0"/>
      <dgm:spPr/>
    </dgm:pt>
  </dgm:ptLst>
  <dgm:cxnLst>
    <dgm:cxn modelId="{9C374011-DA11-4238-8FF2-BDA5DA2B90AB}" type="presOf" srcId="{327ED1BC-3FD8-4642-8B9E-8DC31412F7A0}" destId="{0BD76163-6EED-4F6C-86B9-5483CD73F1BB}" srcOrd="0" destOrd="0" presId="urn:microsoft.com/office/officeart/2005/8/layout/hierarchy1"/>
    <dgm:cxn modelId="{6F7EE05D-C0E8-4A6E-B326-68B4E3B5896F}" type="presOf" srcId="{C276A9FB-908F-47B0-99C8-D81B6EDCFDC1}" destId="{689C8629-8666-48C9-8D33-D7748AB8086C}" srcOrd="0" destOrd="0" presId="urn:microsoft.com/office/officeart/2005/8/layout/hierarchy1"/>
    <dgm:cxn modelId="{29CA284D-8C5E-41D0-98B7-B8786746FA96}" srcId="{9F356648-3F28-40AA-82B9-A7702E4A1548}" destId="{327ED1BC-3FD8-4642-8B9E-8DC31412F7A0}" srcOrd="0" destOrd="0" parTransId="{4D5412E4-D148-42F0-B3FD-2E3E9FB4750A}" sibTransId="{DB0113A8-551E-44C4-A081-A113FBBDE61C}"/>
    <dgm:cxn modelId="{E63C8877-479E-4BCA-8E1F-255EF58BEF1C}" srcId="{9F356648-3F28-40AA-82B9-A7702E4A1548}" destId="{28F6D6EA-09CA-4856-9C47-5E817EE99FAE}" srcOrd="2" destOrd="0" parTransId="{6CC7969B-85F0-4C35-BB7A-68857B5E71D6}" sibTransId="{7807130C-E666-47DF-85F3-CCEE10D82E1B}"/>
    <dgm:cxn modelId="{C968028F-1280-41ED-AB4B-32F5552C350F}" type="presOf" srcId="{9F356648-3F28-40AA-82B9-A7702E4A1548}" destId="{9CDEA6E1-C450-4A61-A755-DB2EDD41EAF7}" srcOrd="0" destOrd="0" presId="urn:microsoft.com/office/officeart/2005/8/layout/hierarchy1"/>
    <dgm:cxn modelId="{A50EA493-7028-49E0-BBF9-0FDB1200E539}" type="presOf" srcId="{28F6D6EA-09CA-4856-9C47-5E817EE99FAE}" destId="{FB5418BC-6A91-421E-81B5-E2705B60170D}" srcOrd="0" destOrd="0" presId="urn:microsoft.com/office/officeart/2005/8/layout/hierarchy1"/>
    <dgm:cxn modelId="{FA5088A8-7E1D-48B0-B9B1-EC21DC61DB53}" srcId="{9F356648-3F28-40AA-82B9-A7702E4A1548}" destId="{C276A9FB-908F-47B0-99C8-D81B6EDCFDC1}" srcOrd="1" destOrd="0" parTransId="{09D6495B-7B52-47FC-B4DA-9B8DB2052A3F}" sibTransId="{E20B2506-0801-4B21-8170-6E22445D2CC3}"/>
    <dgm:cxn modelId="{4E2B7D1F-424A-44F8-A225-0DA8B980F829}" type="presParOf" srcId="{9CDEA6E1-C450-4A61-A755-DB2EDD41EAF7}" destId="{5376E768-FBE2-4F00-B07C-CC49936B3E53}" srcOrd="0" destOrd="0" presId="urn:microsoft.com/office/officeart/2005/8/layout/hierarchy1"/>
    <dgm:cxn modelId="{720816F6-26CB-4B8A-8460-610D1B65F019}" type="presParOf" srcId="{5376E768-FBE2-4F00-B07C-CC49936B3E53}" destId="{2B3A121F-34B1-4E86-AD27-EA8778F19588}" srcOrd="0" destOrd="0" presId="urn:microsoft.com/office/officeart/2005/8/layout/hierarchy1"/>
    <dgm:cxn modelId="{4A7A9DB9-C78B-4237-AD52-E9D84FEF8A62}" type="presParOf" srcId="{2B3A121F-34B1-4E86-AD27-EA8778F19588}" destId="{3979827B-B2F0-46CA-9619-7F382998BD1A}" srcOrd="0" destOrd="0" presId="urn:microsoft.com/office/officeart/2005/8/layout/hierarchy1"/>
    <dgm:cxn modelId="{03C3A5B9-56F1-4593-B2A7-06BC0393D912}" type="presParOf" srcId="{2B3A121F-34B1-4E86-AD27-EA8778F19588}" destId="{0BD76163-6EED-4F6C-86B9-5483CD73F1BB}" srcOrd="1" destOrd="0" presId="urn:microsoft.com/office/officeart/2005/8/layout/hierarchy1"/>
    <dgm:cxn modelId="{4DD4CE19-759C-4E2C-B171-5218DBE1B44B}" type="presParOf" srcId="{5376E768-FBE2-4F00-B07C-CC49936B3E53}" destId="{D37A8A3A-AAF0-43D9-BF10-CD3C4160B323}" srcOrd="1" destOrd="0" presId="urn:microsoft.com/office/officeart/2005/8/layout/hierarchy1"/>
    <dgm:cxn modelId="{2D192CFB-1D09-415B-94CD-76D3ADAD7F84}" type="presParOf" srcId="{9CDEA6E1-C450-4A61-A755-DB2EDD41EAF7}" destId="{29AE6F2F-CE21-4A16-B26F-6A9ACB9009DA}" srcOrd="1" destOrd="0" presId="urn:microsoft.com/office/officeart/2005/8/layout/hierarchy1"/>
    <dgm:cxn modelId="{95B390E0-A064-4513-94D5-DE7B48A7C35E}" type="presParOf" srcId="{29AE6F2F-CE21-4A16-B26F-6A9ACB9009DA}" destId="{986DB65D-5CB2-45DF-AB93-A2AE87FAFCB5}" srcOrd="0" destOrd="0" presId="urn:microsoft.com/office/officeart/2005/8/layout/hierarchy1"/>
    <dgm:cxn modelId="{91529B3F-1279-4882-9D9F-B9E42F3EB078}" type="presParOf" srcId="{986DB65D-5CB2-45DF-AB93-A2AE87FAFCB5}" destId="{30CD1736-0E27-4BBD-B70D-9BB2B32150E8}" srcOrd="0" destOrd="0" presId="urn:microsoft.com/office/officeart/2005/8/layout/hierarchy1"/>
    <dgm:cxn modelId="{30C97269-44ED-4705-9C5D-37A786DDF193}" type="presParOf" srcId="{986DB65D-5CB2-45DF-AB93-A2AE87FAFCB5}" destId="{689C8629-8666-48C9-8D33-D7748AB8086C}" srcOrd="1" destOrd="0" presId="urn:microsoft.com/office/officeart/2005/8/layout/hierarchy1"/>
    <dgm:cxn modelId="{64E751D8-493A-4D3C-A045-E0860DF16C64}" type="presParOf" srcId="{29AE6F2F-CE21-4A16-B26F-6A9ACB9009DA}" destId="{B754F3C5-1027-4EB8-AB46-09336D333ECC}" srcOrd="1" destOrd="0" presId="urn:microsoft.com/office/officeart/2005/8/layout/hierarchy1"/>
    <dgm:cxn modelId="{DEC72771-F327-4E89-B91F-94D28866B3BD}" type="presParOf" srcId="{9CDEA6E1-C450-4A61-A755-DB2EDD41EAF7}" destId="{96D2F74B-57CE-4F99-942B-6DE091E754A8}" srcOrd="2" destOrd="0" presId="urn:microsoft.com/office/officeart/2005/8/layout/hierarchy1"/>
    <dgm:cxn modelId="{74D40BF6-93D2-46D4-B367-1D76B8BA2A4C}" type="presParOf" srcId="{96D2F74B-57CE-4F99-942B-6DE091E754A8}" destId="{BC8D3DFC-ED32-4716-A4E9-9EBF86FAD098}" srcOrd="0" destOrd="0" presId="urn:microsoft.com/office/officeart/2005/8/layout/hierarchy1"/>
    <dgm:cxn modelId="{A95705A7-1D3C-47E9-979D-410726FAB4B1}" type="presParOf" srcId="{BC8D3DFC-ED32-4716-A4E9-9EBF86FAD098}" destId="{9A227D94-6761-4816-9A71-0BF541024E43}" srcOrd="0" destOrd="0" presId="urn:microsoft.com/office/officeart/2005/8/layout/hierarchy1"/>
    <dgm:cxn modelId="{0C9145D3-9DA0-4906-BCA5-73280BF6E168}" type="presParOf" srcId="{BC8D3DFC-ED32-4716-A4E9-9EBF86FAD098}" destId="{FB5418BC-6A91-421E-81B5-E2705B60170D}" srcOrd="1" destOrd="0" presId="urn:microsoft.com/office/officeart/2005/8/layout/hierarchy1"/>
    <dgm:cxn modelId="{4FF894AF-4E8E-4C22-9D12-B7D4FB83B5C1}" type="presParOf" srcId="{96D2F74B-57CE-4F99-942B-6DE091E754A8}" destId="{94202224-B6FE-4EDF-9068-BCA988E8769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113967" y="957278"/>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414271" y="1350183"/>
          <a:ext cx="960433" cy="9604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902943" y="957278"/>
          <a:ext cx="4982920"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Concept of Replication of Data.</a:t>
          </a:r>
        </a:p>
      </dsp:txBody>
      <dsp:txXfrm>
        <a:off x="1902943" y="957278"/>
        <a:ext cx="4982920" cy="1746243"/>
      </dsp:txXfrm>
    </dsp:sp>
    <dsp:sp modelId="{D75562AD-F78D-4876-92B4-3DD0643FB177}">
      <dsp:nvSpPr>
        <dsp:cNvPr id="0" name=""/>
        <dsp:cNvSpPr/>
      </dsp:nvSpPr>
      <dsp:spPr>
        <a:xfrm>
          <a:off x="-113967" y="3140082"/>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414271" y="3532987"/>
          <a:ext cx="960433" cy="960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671063" y="3140082"/>
          <a:ext cx="5446681"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 Replication as Scaling Technique.</a:t>
          </a:r>
        </a:p>
      </dsp:txBody>
      <dsp:txXfrm>
        <a:off x="1671063" y="3140082"/>
        <a:ext cx="5446681" cy="17462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EFA4F-6AD7-4863-8134-FD78EA34D9A2}">
      <dsp:nvSpPr>
        <dsp:cNvPr id="0" name=""/>
        <dsp:cNvSpPr/>
      </dsp:nvSpPr>
      <dsp:spPr>
        <a:xfrm>
          <a:off x="0" y="68291"/>
          <a:ext cx="3286125" cy="197167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i="0" kern="1200" dirty="0"/>
            <a:t>Data are replicated to increase the reliability of a system.</a:t>
          </a:r>
          <a:endParaRPr lang="en-PK" sz="2300" kern="1200" dirty="0"/>
        </a:p>
      </dsp:txBody>
      <dsp:txXfrm>
        <a:off x="96247" y="164538"/>
        <a:ext cx="3093631" cy="1779181"/>
      </dsp:txXfrm>
    </dsp:sp>
    <dsp:sp modelId="{0E0B8AE5-D6DB-44F5-B4AF-C1AE52F4CA0E}">
      <dsp:nvSpPr>
        <dsp:cNvPr id="0" name=""/>
        <dsp:cNvSpPr/>
      </dsp:nvSpPr>
      <dsp:spPr>
        <a:xfrm>
          <a:off x="3614737" y="68291"/>
          <a:ext cx="3286125" cy="197167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a:t>Replication for performance:</a:t>
          </a:r>
          <a:endParaRPr lang="en-PK" sz="2300" kern="1200"/>
        </a:p>
        <a:p>
          <a:pPr marL="171450" lvl="1" indent="-171450" algn="l" defTabSz="800100">
            <a:lnSpc>
              <a:spcPct val="90000"/>
            </a:lnSpc>
            <a:spcBef>
              <a:spcPct val="0"/>
            </a:spcBef>
            <a:spcAft>
              <a:spcPct val="15000"/>
            </a:spcAft>
            <a:buChar char="•"/>
          </a:pPr>
          <a:r>
            <a:rPr lang="en-US" sz="1800" b="0" i="0" kern="1200" dirty="0"/>
            <a:t>Scaling in numbers.</a:t>
          </a:r>
          <a:endParaRPr lang="en-PK" sz="1800" kern="1200" dirty="0"/>
        </a:p>
        <a:p>
          <a:pPr marL="171450" lvl="1" indent="-171450" algn="l" defTabSz="800100">
            <a:lnSpc>
              <a:spcPct val="90000"/>
            </a:lnSpc>
            <a:spcBef>
              <a:spcPct val="0"/>
            </a:spcBef>
            <a:spcAft>
              <a:spcPct val="15000"/>
            </a:spcAft>
            <a:buChar char="•"/>
          </a:pPr>
          <a:r>
            <a:rPr lang="en-US" sz="1800" b="0" i="0" kern="1200"/>
            <a:t>Scaling in geographical area.</a:t>
          </a:r>
          <a:endParaRPr lang="en-PK" sz="1800" kern="1200"/>
        </a:p>
      </dsp:txBody>
      <dsp:txXfrm>
        <a:off x="3710984" y="164538"/>
        <a:ext cx="3093631" cy="1779181"/>
      </dsp:txXfrm>
    </dsp:sp>
    <dsp:sp modelId="{398D8262-21C3-4CC0-ADAC-1900350D505F}">
      <dsp:nvSpPr>
        <dsp:cNvPr id="0" name=""/>
        <dsp:cNvSpPr/>
      </dsp:nvSpPr>
      <dsp:spPr>
        <a:xfrm>
          <a:off x="7229475" y="68291"/>
          <a:ext cx="3286125" cy="197167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i="0" kern="1200" dirty="0"/>
            <a:t>Replicas allows remote sites to continue working in the event of local failures. </a:t>
          </a:r>
          <a:endParaRPr lang="en-PK" sz="2300" kern="1200" dirty="0"/>
        </a:p>
      </dsp:txBody>
      <dsp:txXfrm>
        <a:off x="7325722" y="164538"/>
        <a:ext cx="3093631" cy="1779181"/>
      </dsp:txXfrm>
    </dsp:sp>
    <dsp:sp modelId="{2CD5D608-3559-4DAB-ADFA-89E758D13880}">
      <dsp:nvSpPr>
        <dsp:cNvPr id="0" name=""/>
        <dsp:cNvSpPr/>
      </dsp:nvSpPr>
      <dsp:spPr>
        <a:xfrm>
          <a:off x="1807368" y="2368579"/>
          <a:ext cx="3286125" cy="197167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i="0" kern="1200" dirty="0"/>
            <a:t>It is also possible to protect against data corruption.</a:t>
          </a:r>
          <a:endParaRPr lang="en-PK" sz="2300" kern="1200" dirty="0"/>
        </a:p>
      </dsp:txBody>
      <dsp:txXfrm>
        <a:off x="1903615" y="2464826"/>
        <a:ext cx="3093631" cy="1779181"/>
      </dsp:txXfrm>
    </dsp:sp>
    <dsp:sp modelId="{0DB45E9D-2F02-4541-A5B8-AA010CC6C724}">
      <dsp:nvSpPr>
        <dsp:cNvPr id="0" name=""/>
        <dsp:cNvSpPr/>
      </dsp:nvSpPr>
      <dsp:spPr>
        <a:xfrm>
          <a:off x="5422106" y="2368579"/>
          <a:ext cx="3286125" cy="197167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i="0" kern="1200"/>
            <a:t>Replicas allow data to reside close to where it is used.</a:t>
          </a:r>
          <a:endParaRPr lang="en-PK" sz="2300" kern="1200"/>
        </a:p>
      </dsp:txBody>
      <dsp:txXfrm>
        <a:off x="5518353" y="2464826"/>
        <a:ext cx="3093631" cy="17791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18CC5-0DD1-40AF-AF5A-AB8657F050C7}">
      <dsp:nvSpPr>
        <dsp:cNvPr id="0" name=""/>
        <dsp:cNvSpPr/>
      </dsp:nvSpPr>
      <dsp:spPr>
        <a:xfrm>
          <a:off x="0" y="4398790"/>
          <a:ext cx="7003777" cy="144378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When systems scale:</a:t>
          </a:r>
        </a:p>
      </dsp:txBody>
      <dsp:txXfrm>
        <a:off x="0" y="4398790"/>
        <a:ext cx="7003777" cy="779641"/>
      </dsp:txXfrm>
    </dsp:sp>
    <dsp:sp modelId="{4BA456FC-26E2-40BE-9B4F-618178FCAC4F}">
      <dsp:nvSpPr>
        <dsp:cNvPr id="0" name=""/>
        <dsp:cNvSpPr/>
      </dsp:nvSpPr>
      <dsp:spPr>
        <a:xfrm>
          <a:off x="0" y="5149557"/>
          <a:ext cx="3501888" cy="66413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The first problems to surface are those associated with performance as the systems get bigger, they get often slower.</a:t>
          </a:r>
        </a:p>
      </dsp:txBody>
      <dsp:txXfrm>
        <a:off x="0" y="5149557"/>
        <a:ext cx="3501888" cy="664139"/>
      </dsp:txXfrm>
    </dsp:sp>
    <dsp:sp modelId="{043589F9-805C-435A-8494-E4E8D5AE01E5}">
      <dsp:nvSpPr>
        <dsp:cNvPr id="0" name=""/>
        <dsp:cNvSpPr/>
      </dsp:nvSpPr>
      <dsp:spPr>
        <a:xfrm>
          <a:off x="3501888" y="5149557"/>
          <a:ext cx="3501888" cy="66413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Another problem is how to efficiently synchronize all of the replicas created to solve the scalability issue?</a:t>
          </a:r>
        </a:p>
      </dsp:txBody>
      <dsp:txXfrm>
        <a:off x="3501888" y="5149557"/>
        <a:ext cx="3501888" cy="664139"/>
      </dsp:txXfrm>
    </dsp:sp>
    <dsp:sp modelId="{9C1979E2-E694-4FF1-B2D6-1D864CD9D602}">
      <dsp:nvSpPr>
        <dsp:cNvPr id="0" name=""/>
        <dsp:cNvSpPr/>
      </dsp:nvSpPr>
      <dsp:spPr>
        <a:xfrm rot="10800000">
          <a:off x="0" y="2199911"/>
          <a:ext cx="7003777" cy="2220535"/>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Replicating the data and moving it closer to where it is needed helps to solve the scalability problem.</a:t>
          </a:r>
        </a:p>
      </dsp:txBody>
      <dsp:txXfrm rot="10800000">
        <a:off x="0" y="2199911"/>
        <a:ext cx="7003777" cy="1442837"/>
      </dsp:txXfrm>
    </dsp:sp>
    <dsp:sp modelId="{6BD58CA6-5ED0-4B69-A8FC-8B7F4ECC97CE}">
      <dsp:nvSpPr>
        <dsp:cNvPr id="0" name=""/>
        <dsp:cNvSpPr/>
      </dsp:nvSpPr>
      <dsp:spPr>
        <a:xfrm rot="10800000">
          <a:off x="0" y="1032"/>
          <a:ext cx="7003777" cy="2220535"/>
        </a:xfrm>
        <a:prstGeom prst="upArrowCallou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Replication and caching for performance are widely applied as scaling techniques.</a:t>
          </a:r>
        </a:p>
      </dsp:txBody>
      <dsp:txXfrm rot="10800000">
        <a:off x="0" y="1032"/>
        <a:ext cx="7003777" cy="14428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Replication and Consistency.</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Data Consistency Models.</a:t>
          </a:r>
        </a:p>
      </dsp:txBody>
      <dsp:txXfrm>
        <a:off x="2024809" y="3140937"/>
        <a:ext cx="4978967" cy="17530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FE963-6049-4F1A-8868-39A2A6CA241D}">
      <dsp:nvSpPr>
        <dsp:cNvPr id="0" name=""/>
        <dsp:cNvSpPr/>
      </dsp:nvSpPr>
      <dsp:spPr>
        <a:xfrm>
          <a:off x="0" y="3526925"/>
          <a:ext cx="7003777" cy="231404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a:t>If there are many replicas of the same thing, it is not easy to keep all those replicas consistent. Two principal keys are:</a:t>
          </a:r>
        </a:p>
      </dsp:txBody>
      <dsp:txXfrm>
        <a:off x="0" y="3526925"/>
        <a:ext cx="7003777" cy="1249584"/>
      </dsp:txXfrm>
    </dsp:sp>
    <dsp:sp modelId="{B7B94033-F79B-4A83-BAE7-8C55C6FCA2C6}">
      <dsp:nvSpPr>
        <dsp:cNvPr id="0" name=""/>
        <dsp:cNvSpPr/>
      </dsp:nvSpPr>
      <dsp:spPr>
        <a:xfrm>
          <a:off x="0" y="4730228"/>
          <a:ext cx="3501888" cy="10644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a:t>How do we keep all of them up-to-date? </a:t>
          </a:r>
        </a:p>
      </dsp:txBody>
      <dsp:txXfrm>
        <a:off x="0" y="4730228"/>
        <a:ext cx="3501888" cy="1064460"/>
      </dsp:txXfrm>
    </dsp:sp>
    <dsp:sp modelId="{A3903695-66D4-4999-923C-951CD2C97CCA}">
      <dsp:nvSpPr>
        <dsp:cNvPr id="0" name=""/>
        <dsp:cNvSpPr/>
      </dsp:nvSpPr>
      <dsp:spPr>
        <a:xfrm>
          <a:off x="3501888" y="4730228"/>
          <a:ext cx="3501888" cy="1064460"/>
        </a:xfrm>
        <a:prstGeom prst="rect">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a:t>How do we keep the replicas consistent?</a:t>
          </a:r>
        </a:p>
      </dsp:txBody>
      <dsp:txXfrm>
        <a:off x="3501888" y="4730228"/>
        <a:ext cx="3501888" cy="1064460"/>
      </dsp:txXfrm>
    </dsp:sp>
    <dsp:sp modelId="{E6A64E6D-1D3E-4992-9304-9D41D4FA450C}">
      <dsp:nvSpPr>
        <dsp:cNvPr id="0" name=""/>
        <dsp:cNvSpPr/>
      </dsp:nvSpPr>
      <dsp:spPr>
        <a:xfrm rot="10800000">
          <a:off x="0" y="2635"/>
          <a:ext cx="7003777" cy="3559000"/>
        </a:xfrm>
        <a:prstGeom prst="upArrowCallou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Adding replicas improves scalability but provoke the overhead of keeping the replicas up-to-date. The solution often results in a relaxation of any consistency constraints.</a:t>
          </a:r>
        </a:p>
      </dsp:txBody>
      <dsp:txXfrm rot="10800000">
        <a:off x="0" y="2635"/>
        <a:ext cx="7003777" cy="231253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BA25FC-A425-46F4-9051-94F5B963D1B1}">
      <dsp:nvSpPr>
        <dsp:cNvPr id="0" name=""/>
        <dsp:cNvSpPr/>
      </dsp:nvSpPr>
      <dsp:spPr>
        <a:xfrm>
          <a:off x="0" y="3526925"/>
          <a:ext cx="7003777" cy="231404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The consistency models are classified into two broader categories: </a:t>
          </a:r>
        </a:p>
      </dsp:txBody>
      <dsp:txXfrm>
        <a:off x="0" y="3526925"/>
        <a:ext cx="7003777" cy="1249584"/>
      </dsp:txXfrm>
    </dsp:sp>
    <dsp:sp modelId="{7660FA4F-FA14-4F43-BF3D-847C2CB93DF4}">
      <dsp:nvSpPr>
        <dsp:cNvPr id="0" name=""/>
        <dsp:cNvSpPr/>
      </dsp:nvSpPr>
      <dsp:spPr>
        <a:xfrm>
          <a:off x="0" y="4730228"/>
          <a:ext cx="3501888" cy="10644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a:t>Data-centric Consistency Models</a:t>
          </a:r>
        </a:p>
      </dsp:txBody>
      <dsp:txXfrm>
        <a:off x="0" y="4730228"/>
        <a:ext cx="3501888" cy="1064460"/>
      </dsp:txXfrm>
    </dsp:sp>
    <dsp:sp modelId="{5B993E74-FB29-4A30-9F43-6451BB5460B0}">
      <dsp:nvSpPr>
        <dsp:cNvPr id="0" name=""/>
        <dsp:cNvSpPr/>
      </dsp:nvSpPr>
      <dsp:spPr>
        <a:xfrm>
          <a:off x="3501888" y="4730228"/>
          <a:ext cx="3501888" cy="106446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a:t>Client-Centric Consistency Models</a:t>
          </a:r>
        </a:p>
      </dsp:txBody>
      <dsp:txXfrm>
        <a:off x="3501888" y="4730228"/>
        <a:ext cx="3501888" cy="1064460"/>
      </dsp:txXfrm>
    </dsp:sp>
    <dsp:sp modelId="{6C4DBE36-B517-4025-BBC9-97C398CC5CAF}">
      <dsp:nvSpPr>
        <dsp:cNvPr id="0" name=""/>
        <dsp:cNvSpPr/>
      </dsp:nvSpPr>
      <dsp:spPr>
        <a:xfrm rot="10800000">
          <a:off x="0" y="2635"/>
          <a:ext cx="7003777" cy="3559000"/>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Consistency can be achieved in a number of ways. We will study a number of consistency models, as well as protocols for implementing the models.</a:t>
          </a:r>
        </a:p>
      </dsp:txBody>
      <dsp:txXfrm rot="10800000">
        <a:off x="0" y="2635"/>
        <a:ext cx="7003777" cy="231253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91F19C-63BC-41E5-AA83-F8C46F5A3310}">
      <dsp:nvSpPr>
        <dsp:cNvPr id="0" name=""/>
        <dsp:cNvSpPr/>
      </dsp:nvSpPr>
      <dsp:spPr>
        <a:xfrm>
          <a:off x="0" y="852702"/>
          <a:ext cx="7003777" cy="20097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3571" tIns="458216" rIns="543571"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a:t>Continuous Consistency</a:t>
          </a:r>
        </a:p>
        <a:p>
          <a:pPr marL="228600" lvl="1" indent="-228600" algn="l" defTabSz="977900">
            <a:lnSpc>
              <a:spcPct val="90000"/>
            </a:lnSpc>
            <a:spcBef>
              <a:spcPct val="0"/>
            </a:spcBef>
            <a:spcAft>
              <a:spcPct val="15000"/>
            </a:spcAft>
            <a:buChar char="•"/>
          </a:pPr>
          <a:r>
            <a:rPr lang="en-US" sz="2200" kern="1200"/>
            <a:t>Consistent Ordering of Operations</a:t>
          </a:r>
        </a:p>
        <a:p>
          <a:pPr marL="457200" lvl="2" indent="-228600" algn="l" defTabSz="977900">
            <a:lnSpc>
              <a:spcPct val="90000"/>
            </a:lnSpc>
            <a:spcBef>
              <a:spcPct val="0"/>
            </a:spcBef>
            <a:spcAft>
              <a:spcPct val="15000"/>
            </a:spcAft>
            <a:buChar char="•"/>
          </a:pPr>
          <a:r>
            <a:rPr lang="en-US" sz="2200" kern="1200" dirty="0"/>
            <a:t>Causal Consistency</a:t>
          </a:r>
        </a:p>
        <a:p>
          <a:pPr marL="457200" lvl="2" indent="-228600" algn="l" defTabSz="977900">
            <a:lnSpc>
              <a:spcPct val="90000"/>
            </a:lnSpc>
            <a:spcBef>
              <a:spcPct val="0"/>
            </a:spcBef>
            <a:spcAft>
              <a:spcPct val="15000"/>
            </a:spcAft>
            <a:buChar char="•"/>
          </a:pPr>
          <a:r>
            <a:rPr lang="en-US" sz="2200" kern="1200"/>
            <a:t>Grouping Operations</a:t>
          </a:r>
        </a:p>
      </dsp:txBody>
      <dsp:txXfrm>
        <a:off x="0" y="852702"/>
        <a:ext cx="7003777" cy="2009700"/>
      </dsp:txXfrm>
    </dsp:sp>
    <dsp:sp modelId="{F022C789-829D-4A70-B462-C1F7926E5170}">
      <dsp:nvSpPr>
        <dsp:cNvPr id="0" name=""/>
        <dsp:cNvSpPr/>
      </dsp:nvSpPr>
      <dsp:spPr>
        <a:xfrm>
          <a:off x="350188" y="527982"/>
          <a:ext cx="4902643"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5308" tIns="0" rIns="185308" bIns="0" numCol="1" spcCol="1270" anchor="ctr" anchorCtr="0">
          <a:noAutofit/>
        </a:bodyPr>
        <a:lstStyle/>
        <a:p>
          <a:pPr marL="0" lvl="0" indent="0" algn="l" defTabSz="977900">
            <a:lnSpc>
              <a:spcPct val="90000"/>
            </a:lnSpc>
            <a:spcBef>
              <a:spcPct val="0"/>
            </a:spcBef>
            <a:spcAft>
              <a:spcPct val="35000"/>
            </a:spcAft>
            <a:buNone/>
          </a:pPr>
          <a:r>
            <a:rPr lang="en-US" sz="2200" kern="1200"/>
            <a:t>Data-centric Consistency Models</a:t>
          </a:r>
        </a:p>
      </dsp:txBody>
      <dsp:txXfrm>
        <a:off x="381891" y="559685"/>
        <a:ext cx="4839237" cy="586034"/>
      </dsp:txXfrm>
    </dsp:sp>
    <dsp:sp modelId="{3870DC66-F3C7-4A21-92D5-DBEC989F241E}">
      <dsp:nvSpPr>
        <dsp:cNvPr id="0" name=""/>
        <dsp:cNvSpPr/>
      </dsp:nvSpPr>
      <dsp:spPr>
        <a:xfrm>
          <a:off x="0" y="3305922"/>
          <a:ext cx="7003777" cy="20097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3571" tIns="458216" rIns="543571"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a:t>Eventual Consistency</a:t>
          </a:r>
        </a:p>
        <a:p>
          <a:pPr marL="228600" lvl="1" indent="-228600" algn="l" defTabSz="977900">
            <a:lnSpc>
              <a:spcPct val="90000"/>
            </a:lnSpc>
            <a:spcBef>
              <a:spcPct val="0"/>
            </a:spcBef>
            <a:spcAft>
              <a:spcPct val="15000"/>
            </a:spcAft>
            <a:buChar char="•"/>
          </a:pPr>
          <a:r>
            <a:rPr lang="en-US" sz="2200" kern="1200"/>
            <a:t>Monotonic Writes</a:t>
          </a:r>
        </a:p>
        <a:p>
          <a:pPr marL="228600" lvl="1" indent="-228600" algn="l" defTabSz="977900">
            <a:lnSpc>
              <a:spcPct val="90000"/>
            </a:lnSpc>
            <a:spcBef>
              <a:spcPct val="0"/>
            </a:spcBef>
            <a:spcAft>
              <a:spcPct val="15000"/>
            </a:spcAft>
            <a:buChar char="•"/>
          </a:pPr>
          <a:r>
            <a:rPr lang="en-US" sz="2200" kern="1200"/>
            <a:t>Read Your Writes</a:t>
          </a:r>
        </a:p>
        <a:p>
          <a:pPr marL="228600" lvl="1" indent="-228600" algn="l" defTabSz="977900">
            <a:lnSpc>
              <a:spcPct val="90000"/>
            </a:lnSpc>
            <a:spcBef>
              <a:spcPct val="0"/>
            </a:spcBef>
            <a:spcAft>
              <a:spcPct val="15000"/>
            </a:spcAft>
            <a:buChar char="•"/>
          </a:pPr>
          <a:r>
            <a:rPr lang="en-US" sz="2200" kern="1200"/>
            <a:t>Writes Follow Reads</a:t>
          </a:r>
        </a:p>
      </dsp:txBody>
      <dsp:txXfrm>
        <a:off x="0" y="3305922"/>
        <a:ext cx="7003777" cy="2009700"/>
      </dsp:txXfrm>
    </dsp:sp>
    <dsp:sp modelId="{F3667BB1-E12E-41F5-8698-6D15132EE171}">
      <dsp:nvSpPr>
        <dsp:cNvPr id="0" name=""/>
        <dsp:cNvSpPr/>
      </dsp:nvSpPr>
      <dsp:spPr>
        <a:xfrm>
          <a:off x="350188" y="2981202"/>
          <a:ext cx="4902643"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5308" tIns="0" rIns="185308" bIns="0" numCol="1" spcCol="1270" anchor="ctr" anchorCtr="0">
          <a:noAutofit/>
        </a:bodyPr>
        <a:lstStyle/>
        <a:p>
          <a:pPr marL="0" lvl="0" indent="0" algn="l" defTabSz="977900">
            <a:lnSpc>
              <a:spcPct val="90000"/>
            </a:lnSpc>
            <a:spcBef>
              <a:spcPct val="0"/>
            </a:spcBef>
            <a:spcAft>
              <a:spcPct val="35000"/>
            </a:spcAft>
            <a:buNone/>
          </a:pPr>
          <a:r>
            <a:rPr lang="en-US" sz="2200" kern="1200"/>
            <a:t>Client-Centric Consistency Models</a:t>
          </a:r>
        </a:p>
      </dsp:txBody>
      <dsp:txXfrm>
        <a:off x="381891" y="3012905"/>
        <a:ext cx="4839237" cy="5860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713"/>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04931" y="376281"/>
          <a:ext cx="918056" cy="918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1927918" y="713"/>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Understanding of </a:t>
          </a:r>
          <a:r>
            <a:rPr lang="en-US" sz="2500" kern="1200" dirty="0">
              <a:latin typeface="Arial" panose="020B0604020202020204" pitchFamily="34" charset="0"/>
              <a:cs typeface="Arial" panose="020B0604020202020204" pitchFamily="34" charset="0"/>
            </a:rPr>
            <a:t>Data-Centric Consistency Models.</a:t>
          </a:r>
          <a:endParaRPr lang="en-PK" sz="2500" kern="1200" dirty="0"/>
        </a:p>
      </dsp:txBody>
      <dsp:txXfrm>
        <a:off x="1927918" y="713"/>
        <a:ext cx="5075858" cy="1669193"/>
      </dsp:txXfrm>
    </dsp:sp>
    <dsp:sp modelId="{86AFC238-F655-46AB-B4B9-6CFAB4EEE339}">
      <dsp:nvSpPr>
        <dsp:cNvPr id="0" name=""/>
        <dsp:cNvSpPr/>
      </dsp:nvSpPr>
      <dsp:spPr>
        <a:xfrm>
          <a:off x="0" y="2087205"/>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04931" y="2462774"/>
          <a:ext cx="918056" cy="918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1927918" y="2087205"/>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Understanding of </a:t>
          </a:r>
          <a:r>
            <a:rPr lang="en-US" sz="2500" kern="1200" dirty="0">
              <a:latin typeface="Arial" panose="020B0604020202020204" pitchFamily="34" charset="0"/>
              <a:cs typeface="Arial" panose="020B0604020202020204" pitchFamily="34" charset="0"/>
            </a:rPr>
            <a:t>Continuous Consistency</a:t>
          </a: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a:t>
          </a:r>
          <a:endParaRPr lang="en-PK" sz="2500" kern="1200" dirty="0"/>
        </a:p>
      </dsp:txBody>
      <dsp:txXfrm>
        <a:off x="1927918" y="2087205"/>
        <a:ext cx="5075858" cy="1669193"/>
      </dsp:txXfrm>
    </dsp:sp>
    <dsp:sp modelId="{D49CD649-114A-4301-899A-7AB712C48F82}">
      <dsp:nvSpPr>
        <dsp:cNvPr id="0" name=""/>
        <dsp:cNvSpPr/>
      </dsp:nvSpPr>
      <dsp:spPr>
        <a:xfrm>
          <a:off x="0" y="4173697"/>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B3E142-0DF4-49A1-B939-883B8F6C6A69}">
      <dsp:nvSpPr>
        <dsp:cNvPr id="0" name=""/>
        <dsp:cNvSpPr/>
      </dsp:nvSpPr>
      <dsp:spPr>
        <a:xfrm>
          <a:off x="504931" y="4549266"/>
          <a:ext cx="918056" cy="918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8D50D3-A939-446E-9D71-966B0D8C8EA9}">
      <dsp:nvSpPr>
        <dsp:cNvPr id="0" name=""/>
        <dsp:cNvSpPr/>
      </dsp:nvSpPr>
      <dsp:spPr>
        <a:xfrm>
          <a:off x="1927918" y="4173697"/>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Understanding of </a:t>
          </a:r>
          <a:r>
            <a:rPr lang="en-US" altLang="en-PK" sz="2500" kern="1200" dirty="0" err="1">
              <a:latin typeface="Arial" panose="020B0604020202020204" pitchFamily="34" charset="0"/>
              <a:ea typeface="ＭＳ Ｐゴシック" panose="020B0600070205080204" pitchFamily="34" charset="-128"/>
              <a:cs typeface="Arial" panose="020B0604020202020204" pitchFamily="34" charset="0"/>
            </a:rPr>
            <a:t>Conit</a:t>
          </a: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 with example.</a:t>
          </a:r>
          <a:endParaRPr lang="en-PK" sz="2500" kern="1200" dirty="0"/>
        </a:p>
      </dsp:txBody>
      <dsp:txXfrm>
        <a:off x="1927918" y="4173697"/>
        <a:ext cx="5075858" cy="166919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F63CF4-D9B3-4B16-958A-783946F4B8FD}">
      <dsp:nvSpPr>
        <dsp:cNvPr id="0" name=""/>
        <dsp:cNvSpPr/>
      </dsp:nvSpPr>
      <dsp:spPr>
        <a:xfrm rot="5400000">
          <a:off x="4747792" y="-1083372"/>
          <a:ext cx="2953209" cy="585825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kern="1200"/>
            <a:t>Replicas may differ in their numerical value.</a:t>
          </a:r>
          <a:endParaRPr lang="en-PK" sz="2500" kern="1200"/>
        </a:p>
        <a:p>
          <a:pPr marL="228600" lvl="1" indent="-228600" algn="l" defTabSz="1111250">
            <a:lnSpc>
              <a:spcPct val="90000"/>
            </a:lnSpc>
            <a:spcBef>
              <a:spcPct val="0"/>
            </a:spcBef>
            <a:spcAft>
              <a:spcPct val="15000"/>
            </a:spcAft>
            <a:buChar char="•"/>
          </a:pPr>
          <a:r>
            <a:rPr lang="en-US" sz="2500" kern="1200"/>
            <a:t>Replicas may differ in their relative staleness.</a:t>
          </a:r>
          <a:endParaRPr lang="en-PK" sz="2500" kern="1200"/>
        </a:p>
        <a:p>
          <a:pPr marL="228600" lvl="1" indent="-228600" algn="l" defTabSz="1111250">
            <a:lnSpc>
              <a:spcPct val="90000"/>
            </a:lnSpc>
            <a:spcBef>
              <a:spcPct val="0"/>
            </a:spcBef>
            <a:spcAft>
              <a:spcPct val="15000"/>
            </a:spcAft>
            <a:buChar char="•"/>
          </a:pPr>
          <a:r>
            <a:rPr lang="en-US" sz="2500" kern="1200"/>
            <a:t>There may differences with respect to order of performed update operations.   </a:t>
          </a:r>
          <a:endParaRPr lang="en-PK" sz="2500" kern="1200"/>
        </a:p>
      </dsp:txBody>
      <dsp:txXfrm rot="-5400000">
        <a:off x="3295269" y="513315"/>
        <a:ext cx="5714092" cy="2664881"/>
      </dsp:txXfrm>
    </dsp:sp>
    <dsp:sp modelId="{2FD9E013-15A1-455B-98C5-0A01CB96856B}">
      <dsp:nvSpPr>
        <dsp:cNvPr id="0" name=""/>
        <dsp:cNvSpPr/>
      </dsp:nvSpPr>
      <dsp:spPr>
        <a:xfrm>
          <a:off x="0" y="0"/>
          <a:ext cx="3295269" cy="36915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Degree of consistency: Yu and Vahdat (2002) take a general approach by distinguishing three independent axes for defining inconsistencies: </a:t>
          </a:r>
          <a:endParaRPr lang="en-PK" sz="2500" kern="1200"/>
        </a:p>
      </dsp:txBody>
      <dsp:txXfrm>
        <a:off x="160862" y="160862"/>
        <a:ext cx="2973545" cy="336978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b="0" kern="1200" dirty="0">
              <a:solidFill>
                <a:schemeClr val="tx1"/>
              </a:solidFill>
              <a:latin typeface="Arial" panose="020B0604020202020204" pitchFamily="34" charset="0"/>
              <a:cs typeface="Arial" panose="020B0604020202020204" pitchFamily="34" charset="0"/>
            </a:rPr>
            <a:t>Introduction of Sequential Consistency</a:t>
          </a:r>
          <a:r>
            <a:rPr lang="en-US" sz="2500" kern="1200" dirty="0">
              <a:solidFill>
                <a:schemeClr val="tx1"/>
              </a:solidFill>
              <a:latin typeface="Arial" panose="020B0604020202020204" pitchFamily="34" charset="0"/>
              <a:cs typeface="Arial" panose="020B0604020202020204" pitchFamily="34" charset="0"/>
            </a:rPr>
            <a:t>.</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b="0" kern="1200" dirty="0">
              <a:solidFill>
                <a:schemeClr val="tx1"/>
              </a:solidFill>
              <a:latin typeface="Arial" panose="020B0604020202020204" pitchFamily="34" charset="0"/>
              <a:cs typeface="Arial" panose="020B0604020202020204" pitchFamily="34" charset="0"/>
            </a:rPr>
            <a:t>Example of Sequential Consistency</a:t>
          </a:r>
          <a:r>
            <a:rPr lang="en-US" sz="2500" kern="1200" dirty="0">
              <a:latin typeface="Arial" panose="020B0604020202020204" pitchFamily="34" charset="0"/>
              <a:cs typeface="Arial" panose="020B0604020202020204" pitchFamily="34" charset="0"/>
            </a:rPr>
            <a:t>.</a:t>
          </a:r>
        </a:p>
      </dsp:txBody>
      <dsp:txXfrm>
        <a:off x="2024809" y="3140937"/>
        <a:ext cx="4978967" cy="175308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b="0" kern="1200" dirty="0">
              <a:solidFill>
                <a:schemeClr val="tx1"/>
              </a:solidFill>
              <a:latin typeface="Arial" panose="020B0604020202020204" pitchFamily="34" charset="0"/>
              <a:cs typeface="Arial" panose="020B0604020202020204" pitchFamily="34" charset="0"/>
            </a:rPr>
            <a:t>Introduction of Casual Consistency</a:t>
          </a:r>
          <a:r>
            <a:rPr lang="en-US" sz="2500" kern="1200" dirty="0">
              <a:solidFill>
                <a:schemeClr val="tx1"/>
              </a:solidFill>
              <a:latin typeface="Arial" panose="020B0604020202020204" pitchFamily="34" charset="0"/>
              <a:cs typeface="Arial" panose="020B0604020202020204" pitchFamily="34" charset="0"/>
            </a:rPr>
            <a:t>.</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b="0" kern="1200" dirty="0">
              <a:solidFill>
                <a:schemeClr val="tx1"/>
              </a:solidFill>
              <a:latin typeface="Arial" panose="020B0604020202020204" pitchFamily="34" charset="0"/>
              <a:cs typeface="Arial" panose="020B0604020202020204" pitchFamily="34" charset="0"/>
            </a:rPr>
            <a:t>Example of Casual Consistency</a:t>
          </a:r>
          <a:r>
            <a:rPr lang="en-US" sz="2500" kern="1200" dirty="0">
              <a:latin typeface="Arial" panose="020B0604020202020204" pitchFamily="34" charset="0"/>
              <a:cs typeface="Arial" panose="020B0604020202020204" pitchFamily="34" charset="0"/>
            </a:rPr>
            <a:t>.</a:t>
          </a:r>
        </a:p>
      </dsp:txBody>
      <dsp:txXfrm>
        <a:off x="2024809" y="3140937"/>
        <a:ext cx="4978967" cy="175308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C50EE0-F38E-43D1-843D-F0FB0904E71B}">
      <dsp:nvSpPr>
        <dsp:cNvPr id="0" name=""/>
        <dsp:cNvSpPr/>
      </dsp:nvSpPr>
      <dsp:spPr>
        <a:xfrm rot="5400000">
          <a:off x="5195437" y="-1122023"/>
          <a:ext cx="3394581" cy="648727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57150" rIns="114300" bIns="57150" numCol="1" spcCol="1270" anchor="ctr" anchorCtr="0">
          <a:noAutofit/>
        </a:bodyPr>
        <a:lstStyle/>
        <a:p>
          <a:pPr marL="285750" lvl="1" indent="-285750" algn="l" defTabSz="1333500">
            <a:lnSpc>
              <a:spcPct val="90000"/>
            </a:lnSpc>
            <a:spcBef>
              <a:spcPct val="0"/>
            </a:spcBef>
            <a:spcAft>
              <a:spcPct val="15000"/>
            </a:spcAft>
            <a:buChar char="•"/>
          </a:pPr>
          <a:r>
            <a:rPr lang="en-US" sz="3000" kern="1200"/>
            <a:t>Writes that are potentially causally related must be seen by all processes in the same order. </a:t>
          </a:r>
          <a:endParaRPr lang="en-PK" sz="3000" kern="1200"/>
        </a:p>
        <a:p>
          <a:pPr marL="285750" lvl="1" indent="-285750" algn="l" defTabSz="1333500">
            <a:lnSpc>
              <a:spcPct val="90000"/>
            </a:lnSpc>
            <a:spcBef>
              <a:spcPct val="0"/>
            </a:spcBef>
            <a:spcAft>
              <a:spcPct val="15000"/>
            </a:spcAft>
            <a:buChar char="•"/>
          </a:pPr>
          <a:r>
            <a:rPr lang="en-US" sz="3000" kern="1200"/>
            <a:t>Concurrent writes may be seen in a different order on different machines</a:t>
          </a:r>
          <a:r>
            <a:rPr lang="en-US" sz="3000" b="0" i="0" kern="1200"/>
            <a:t>.</a:t>
          </a:r>
          <a:endParaRPr lang="en-PK" sz="3000" kern="1200"/>
        </a:p>
      </dsp:txBody>
      <dsp:txXfrm rot="-5400000">
        <a:off x="3649091" y="590033"/>
        <a:ext cx="6321563" cy="3063161"/>
      </dsp:txXfrm>
    </dsp:sp>
    <dsp:sp modelId="{AE3A4CDD-989B-4A7C-84FD-749B54C8AB35}">
      <dsp:nvSpPr>
        <dsp:cNvPr id="0" name=""/>
        <dsp:cNvSpPr/>
      </dsp:nvSpPr>
      <dsp:spPr>
        <a:xfrm>
          <a:off x="0" y="0"/>
          <a:ext cx="3649091" cy="42432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dirty="0"/>
            <a:t>For a data store to be considered causally consistent, it is necessary that the store obeys the following condition:</a:t>
          </a:r>
          <a:endParaRPr lang="en-PK" sz="3000" kern="1200" dirty="0"/>
        </a:p>
      </dsp:txBody>
      <dsp:txXfrm>
        <a:off x="178134" y="178134"/>
        <a:ext cx="3292823" cy="388695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634675-4DCF-4CE6-9320-3288894E9365}">
      <dsp:nvSpPr>
        <dsp:cNvPr id="0" name=""/>
        <dsp:cNvSpPr/>
      </dsp:nvSpPr>
      <dsp:spPr>
        <a:xfrm>
          <a:off x="0" y="1889"/>
          <a:ext cx="10515600"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Interaction through a distributed shared database.</a:t>
          </a:r>
          <a:endParaRPr lang="en-PK" sz="1900" kern="1200"/>
        </a:p>
      </dsp:txBody>
      <dsp:txXfrm>
        <a:off x="0" y="1889"/>
        <a:ext cx="10515600" cy="547200"/>
      </dsp:txXfrm>
    </dsp:sp>
    <dsp:sp modelId="{A420073F-03E9-4D0A-A20A-92726B73C700}">
      <dsp:nvSpPr>
        <dsp:cNvPr id="0" name=""/>
        <dsp:cNvSpPr/>
      </dsp:nvSpPr>
      <dsp:spPr>
        <a:xfrm>
          <a:off x="0" y="549089"/>
          <a:ext cx="10515600" cy="37551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a:t>Process P1 writes data item x.</a:t>
          </a:r>
          <a:endParaRPr lang="en-PK" sz="1900" kern="1200"/>
        </a:p>
        <a:p>
          <a:pPr marL="171450" lvl="1" indent="-171450" algn="l" defTabSz="844550">
            <a:lnSpc>
              <a:spcPct val="90000"/>
            </a:lnSpc>
            <a:spcBef>
              <a:spcPct val="0"/>
            </a:spcBef>
            <a:spcAft>
              <a:spcPct val="15000"/>
            </a:spcAft>
            <a:buChar char="•"/>
          </a:pPr>
          <a:r>
            <a:rPr lang="en-US" sz="1900" kern="1200"/>
            <a:t>Then P2 reads x and writes y.</a:t>
          </a:r>
          <a:endParaRPr lang="en-PK" sz="1900" kern="1200"/>
        </a:p>
        <a:p>
          <a:pPr marL="171450" lvl="1" indent="-171450" algn="l" defTabSz="844550">
            <a:lnSpc>
              <a:spcPct val="90000"/>
            </a:lnSpc>
            <a:spcBef>
              <a:spcPct val="0"/>
            </a:spcBef>
            <a:spcAft>
              <a:spcPct val="15000"/>
            </a:spcAft>
            <a:buChar char="•"/>
          </a:pPr>
          <a:r>
            <a:rPr lang="en-US" sz="1900" kern="1200"/>
            <a:t>Reading of x and writing of y are potentially causally related because the computation of y may have depended on the value of x as read by P2 (i.e., the value written by P1).</a:t>
          </a:r>
          <a:endParaRPr lang="en-PK" sz="1900" kern="1200"/>
        </a:p>
        <a:p>
          <a:pPr marL="171450" lvl="1" indent="-171450" algn="l" defTabSz="844550">
            <a:lnSpc>
              <a:spcPct val="90000"/>
            </a:lnSpc>
            <a:spcBef>
              <a:spcPct val="0"/>
            </a:spcBef>
            <a:spcAft>
              <a:spcPct val="15000"/>
            </a:spcAft>
            <a:buChar char="•"/>
          </a:pPr>
          <a:r>
            <a:rPr lang="en-US" sz="1900" kern="1200"/>
            <a:t>Conversely, if two processes spontaneously and simultaneously write two different data items, these are not causally related.</a:t>
          </a:r>
          <a:endParaRPr lang="en-PK" sz="1900" kern="1200"/>
        </a:p>
        <a:p>
          <a:pPr marL="171450" lvl="1" indent="-171450" algn="l" defTabSz="844550">
            <a:lnSpc>
              <a:spcPct val="90000"/>
            </a:lnSpc>
            <a:spcBef>
              <a:spcPct val="0"/>
            </a:spcBef>
            <a:spcAft>
              <a:spcPct val="15000"/>
            </a:spcAft>
            <a:buChar char="•"/>
          </a:pPr>
          <a:r>
            <a:rPr lang="en-US" sz="1900" kern="1200"/>
            <a:t>Operations that are not causally related are said to be concurrent.</a:t>
          </a:r>
          <a:endParaRPr lang="en-PK" sz="1900" kern="1200"/>
        </a:p>
        <a:p>
          <a:pPr marL="171450" lvl="1" indent="-171450" algn="l" defTabSz="844550">
            <a:lnSpc>
              <a:spcPct val="90000"/>
            </a:lnSpc>
            <a:spcBef>
              <a:spcPct val="0"/>
            </a:spcBef>
            <a:spcAft>
              <a:spcPct val="15000"/>
            </a:spcAft>
            <a:buChar char="•"/>
          </a:pPr>
          <a:r>
            <a:rPr lang="en-US" sz="1900" kern="1200"/>
            <a:t>For a data store to be considered causally consistent, it is necessary that the store obeys the following condition:</a:t>
          </a:r>
          <a:endParaRPr lang="en-PK" sz="1900" kern="1200"/>
        </a:p>
        <a:p>
          <a:pPr marL="342900" lvl="2" indent="-171450" algn="l" defTabSz="844550">
            <a:lnSpc>
              <a:spcPct val="90000"/>
            </a:lnSpc>
            <a:spcBef>
              <a:spcPct val="0"/>
            </a:spcBef>
            <a:spcAft>
              <a:spcPct val="15000"/>
            </a:spcAft>
            <a:buChar char="•"/>
          </a:pPr>
          <a:r>
            <a:rPr lang="en-US" sz="1900" kern="1200"/>
            <a:t>Writes that are potentially causally related must be seen by all processes in the same order.</a:t>
          </a:r>
          <a:endParaRPr lang="en-PK" sz="1900" kern="1200"/>
        </a:p>
        <a:p>
          <a:pPr marL="342900" lvl="2" indent="-171450" algn="l" defTabSz="844550">
            <a:lnSpc>
              <a:spcPct val="90000"/>
            </a:lnSpc>
            <a:spcBef>
              <a:spcPct val="0"/>
            </a:spcBef>
            <a:spcAft>
              <a:spcPct val="15000"/>
            </a:spcAft>
            <a:buChar char="•"/>
          </a:pPr>
          <a:r>
            <a:rPr lang="en-US" sz="1900" kern="1200"/>
            <a:t>Concurrent writes may be seen in a different order on different machines.</a:t>
          </a:r>
          <a:endParaRPr lang="en-PK" sz="1900" kern="1200"/>
        </a:p>
      </dsp:txBody>
      <dsp:txXfrm>
        <a:off x="0" y="549089"/>
        <a:ext cx="10515600" cy="375515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Client-Centric Consistency Models.</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Eventual Consistency.</a:t>
          </a:r>
        </a:p>
      </dsp:txBody>
      <dsp:txXfrm>
        <a:off x="2024809" y="3140937"/>
        <a:ext cx="4978967" cy="175308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3FF885-D6FE-4F84-ADC6-237064407549}">
      <dsp:nvSpPr>
        <dsp:cNvPr id="0" name=""/>
        <dsp:cNvSpPr/>
      </dsp:nvSpPr>
      <dsp:spPr>
        <a:xfrm rot="5400000">
          <a:off x="-629364" y="629364"/>
          <a:ext cx="4195763" cy="293703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Client-centric consistency models are described using the following notations.</a:t>
          </a:r>
          <a:endParaRPr lang="en-PK" sz="2100" kern="1200"/>
        </a:p>
      </dsp:txBody>
      <dsp:txXfrm rot="-5400000">
        <a:off x="1" y="1468516"/>
        <a:ext cx="2937034" cy="1258729"/>
      </dsp:txXfrm>
    </dsp:sp>
    <dsp:sp modelId="{FB6AF245-604E-43E2-A4D6-1BC67C24DE1B}">
      <dsp:nvSpPr>
        <dsp:cNvPr id="0" name=""/>
        <dsp:cNvSpPr/>
      </dsp:nvSpPr>
      <dsp:spPr>
        <a:xfrm rot="5400000">
          <a:off x="5362694" y="-2425659"/>
          <a:ext cx="2727245" cy="757856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a:t>X: data item</a:t>
          </a:r>
          <a:endParaRPr lang="en-PK" sz="2000" kern="1200"/>
        </a:p>
        <a:p>
          <a:pPr marL="228600" lvl="1" indent="-228600" algn="l" defTabSz="889000">
            <a:lnSpc>
              <a:spcPct val="90000"/>
            </a:lnSpc>
            <a:spcBef>
              <a:spcPct val="0"/>
            </a:spcBef>
            <a:spcAft>
              <a:spcPct val="15000"/>
            </a:spcAft>
            <a:buChar char="•"/>
          </a:pPr>
          <a:r>
            <a:rPr lang="en-US" sz="2000" kern="1200"/>
            <a:t>Xi: ith version of x</a:t>
          </a:r>
          <a:endParaRPr lang="en-PK" sz="2000" kern="1200"/>
        </a:p>
        <a:p>
          <a:pPr marL="228600" lvl="1" indent="-228600" algn="l" defTabSz="889000">
            <a:lnSpc>
              <a:spcPct val="90000"/>
            </a:lnSpc>
            <a:spcBef>
              <a:spcPct val="0"/>
            </a:spcBef>
            <a:spcAft>
              <a:spcPct val="15000"/>
            </a:spcAft>
            <a:buChar char="•"/>
          </a:pPr>
          <a:r>
            <a:rPr lang="en-US" sz="2000" kern="1200"/>
            <a:t>WS xi[t] is the set of write operations at Li that lead to version xi  of x (at time t);</a:t>
          </a:r>
          <a:endParaRPr lang="en-PK" sz="2000" kern="1200"/>
        </a:p>
        <a:p>
          <a:pPr marL="228600" lvl="1" indent="-228600" algn="l" defTabSz="889000">
            <a:lnSpc>
              <a:spcPct val="90000"/>
            </a:lnSpc>
            <a:spcBef>
              <a:spcPct val="0"/>
            </a:spcBef>
            <a:spcAft>
              <a:spcPct val="15000"/>
            </a:spcAft>
            <a:buChar char="•"/>
          </a:pPr>
          <a:r>
            <a:rPr lang="en-US" sz="2000" kern="1200"/>
            <a:t>If operations in WS xi[t1]  have also been performed at local copy Lj at a later time t2, we write WS (xi[t1] , xj[t2] ).</a:t>
          </a:r>
          <a:endParaRPr lang="en-PK" sz="2000" kern="1200"/>
        </a:p>
        <a:p>
          <a:pPr marL="228600" lvl="1" indent="-228600" algn="l" defTabSz="889000">
            <a:lnSpc>
              <a:spcPct val="90000"/>
            </a:lnSpc>
            <a:spcBef>
              <a:spcPct val="0"/>
            </a:spcBef>
            <a:spcAft>
              <a:spcPct val="15000"/>
            </a:spcAft>
            <a:buChar char="•"/>
          </a:pPr>
          <a:r>
            <a:rPr lang="en-US" sz="2000" kern="1200"/>
            <a:t>If the ordering of operations or the timing is clear from the context, the time index will be omitted.</a:t>
          </a:r>
          <a:endParaRPr lang="en-PK" sz="2000" kern="1200"/>
        </a:p>
      </dsp:txBody>
      <dsp:txXfrm rot="-5400000">
        <a:off x="2937035" y="133133"/>
        <a:ext cx="7445432" cy="246097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24EFC4-0376-43B5-ACD2-EC9B03008A53}">
      <dsp:nvSpPr>
        <dsp:cNvPr id="0" name=""/>
        <dsp:cNvSpPr/>
      </dsp:nvSpPr>
      <dsp:spPr>
        <a:xfrm>
          <a:off x="0" y="0"/>
          <a:ext cx="4195763" cy="41957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E31A71-C554-4F76-A106-0C824D6427A2}">
      <dsp:nvSpPr>
        <dsp:cNvPr id="0" name=""/>
        <dsp:cNvSpPr/>
      </dsp:nvSpPr>
      <dsp:spPr>
        <a:xfrm>
          <a:off x="2097881" y="0"/>
          <a:ext cx="8417718" cy="41957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Client-centric consistency models originate from the work on Bayou.</a:t>
          </a:r>
          <a:endParaRPr lang="en-PK" sz="1800" kern="1200"/>
        </a:p>
      </dsp:txBody>
      <dsp:txXfrm>
        <a:off x="2097881" y="0"/>
        <a:ext cx="8417718" cy="891599"/>
      </dsp:txXfrm>
    </dsp:sp>
    <dsp:sp modelId="{C596F071-4BCF-47EE-9C81-DDD62AE9A996}">
      <dsp:nvSpPr>
        <dsp:cNvPr id="0" name=""/>
        <dsp:cNvSpPr/>
      </dsp:nvSpPr>
      <dsp:spPr>
        <a:xfrm>
          <a:off x="550693" y="891599"/>
          <a:ext cx="3094375" cy="309437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BCDD87-AC9E-4E62-B8D9-3BF9E8607660}">
      <dsp:nvSpPr>
        <dsp:cNvPr id="0" name=""/>
        <dsp:cNvSpPr/>
      </dsp:nvSpPr>
      <dsp:spPr>
        <a:xfrm>
          <a:off x="2097881" y="891599"/>
          <a:ext cx="8417718" cy="30943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Bayou is a database system developed for mobile computing, where it is assumed that network connectivity is unreliable and subject to various performance problems.</a:t>
          </a:r>
          <a:endParaRPr lang="en-PK" sz="1800" kern="1200"/>
        </a:p>
      </dsp:txBody>
      <dsp:txXfrm>
        <a:off x="2097881" y="891599"/>
        <a:ext cx="8417718" cy="891599"/>
      </dsp:txXfrm>
    </dsp:sp>
    <dsp:sp modelId="{F8FC106B-B2C7-4149-9036-B179C5F98151}">
      <dsp:nvSpPr>
        <dsp:cNvPr id="0" name=""/>
        <dsp:cNvSpPr/>
      </dsp:nvSpPr>
      <dsp:spPr>
        <a:xfrm>
          <a:off x="1101387" y="1783199"/>
          <a:ext cx="1992987" cy="199298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504F64-5591-4CAE-AD75-B4F7550EC6D8}">
      <dsp:nvSpPr>
        <dsp:cNvPr id="0" name=""/>
        <dsp:cNvSpPr/>
      </dsp:nvSpPr>
      <dsp:spPr>
        <a:xfrm>
          <a:off x="2097881" y="1783199"/>
          <a:ext cx="8417718" cy="19929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Wireless networks and networks that span large areas, such as the Internet, fall into this category.</a:t>
          </a:r>
          <a:endParaRPr lang="en-PK" sz="1800" kern="1200"/>
        </a:p>
      </dsp:txBody>
      <dsp:txXfrm>
        <a:off x="2097881" y="1783199"/>
        <a:ext cx="8417718" cy="891599"/>
      </dsp:txXfrm>
    </dsp:sp>
    <dsp:sp modelId="{4CFD5961-A8C6-4A26-BFD0-E44A1E25750B}">
      <dsp:nvSpPr>
        <dsp:cNvPr id="0" name=""/>
        <dsp:cNvSpPr/>
      </dsp:nvSpPr>
      <dsp:spPr>
        <a:xfrm>
          <a:off x="1652081" y="2674798"/>
          <a:ext cx="891599" cy="89159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0ACD7E-5BA3-400A-BED6-C0F82C39D6B5}">
      <dsp:nvSpPr>
        <dsp:cNvPr id="0" name=""/>
        <dsp:cNvSpPr/>
      </dsp:nvSpPr>
      <dsp:spPr>
        <a:xfrm>
          <a:off x="2097881" y="2674798"/>
          <a:ext cx="8417718" cy="8915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Eventual consistency essentially requires only updates are guaranteed to propagate to all replicas.</a:t>
          </a:r>
          <a:endParaRPr lang="en-PK" sz="1800" kern="1200"/>
        </a:p>
      </dsp:txBody>
      <dsp:txXfrm>
        <a:off x="2097881" y="2674798"/>
        <a:ext cx="8417718" cy="89159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B0327F-3D12-4021-983E-93C39C65738B}">
      <dsp:nvSpPr>
        <dsp:cNvPr id="0" name=""/>
        <dsp:cNvSpPr/>
      </dsp:nvSpPr>
      <dsp:spPr>
        <a:xfrm>
          <a:off x="0" y="90161"/>
          <a:ext cx="10515600" cy="633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a:t>Example: Consistency for Mobile Users</a:t>
          </a:r>
          <a:endParaRPr lang="en-PK" sz="2200" kern="1200"/>
        </a:p>
      </dsp:txBody>
      <dsp:txXfrm>
        <a:off x="0" y="90161"/>
        <a:ext cx="10515600" cy="633600"/>
      </dsp:txXfrm>
    </dsp:sp>
    <dsp:sp modelId="{38FE1320-450E-410C-8262-0A0DA548C887}">
      <dsp:nvSpPr>
        <dsp:cNvPr id="0" name=""/>
        <dsp:cNvSpPr/>
      </dsp:nvSpPr>
      <dsp:spPr>
        <a:xfrm>
          <a:off x="0" y="723761"/>
          <a:ext cx="10515600" cy="33818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a:t>Consider a distributed database to which you have access through your notebook.</a:t>
          </a:r>
          <a:endParaRPr lang="en-PK" sz="2200" kern="1200"/>
        </a:p>
        <a:p>
          <a:pPr marL="228600" lvl="1" indent="-228600" algn="l" defTabSz="977900">
            <a:lnSpc>
              <a:spcPct val="90000"/>
            </a:lnSpc>
            <a:spcBef>
              <a:spcPct val="0"/>
            </a:spcBef>
            <a:spcAft>
              <a:spcPct val="15000"/>
            </a:spcAft>
            <a:buChar char="•"/>
          </a:pPr>
          <a:r>
            <a:rPr lang="en-US" sz="2200" kern="1200"/>
            <a:t>Assume your notebook acts as a front end to the database.</a:t>
          </a:r>
          <a:endParaRPr lang="en-PK" sz="2200" kern="1200"/>
        </a:p>
        <a:p>
          <a:pPr marL="228600" lvl="1" indent="-228600" algn="l" defTabSz="977900">
            <a:lnSpc>
              <a:spcPct val="90000"/>
            </a:lnSpc>
            <a:spcBef>
              <a:spcPct val="0"/>
            </a:spcBef>
            <a:spcAft>
              <a:spcPct val="15000"/>
            </a:spcAft>
            <a:buChar char="•"/>
          </a:pPr>
          <a:r>
            <a:rPr lang="en-US" sz="2200" kern="1200" dirty="0"/>
            <a:t>At location A you access the database doing reads and updates.</a:t>
          </a:r>
          <a:endParaRPr lang="en-PK" sz="2200" kern="1200" dirty="0"/>
        </a:p>
        <a:p>
          <a:pPr marL="228600" lvl="1" indent="-228600" algn="l" defTabSz="977900">
            <a:lnSpc>
              <a:spcPct val="90000"/>
            </a:lnSpc>
            <a:spcBef>
              <a:spcPct val="0"/>
            </a:spcBef>
            <a:spcAft>
              <a:spcPct val="15000"/>
            </a:spcAft>
            <a:buChar char="•"/>
          </a:pPr>
          <a:r>
            <a:rPr lang="en-US" sz="2200" kern="1200"/>
            <a:t>At location B you continue your work, but unless you access the same server as the one at location A, you may detect inconsistencies:</a:t>
          </a:r>
          <a:endParaRPr lang="en-PK" sz="2200" kern="1200"/>
        </a:p>
        <a:p>
          <a:pPr marL="457200" lvl="2" indent="-228600" algn="l" defTabSz="977900">
            <a:lnSpc>
              <a:spcPct val="90000"/>
            </a:lnSpc>
            <a:spcBef>
              <a:spcPct val="0"/>
            </a:spcBef>
            <a:spcAft>
              <a:spcPct val="15000"/>
            </a:spcAft>
            <a:buChar char="•"/>
          </a:pPr>
          <a:r>
            <a:rPr lang="en-US" sz="2200" kern="1200"/>
            <a:t>Your updates at A may not have yet been propagated to B</a:t>
          </a:r>
          <a:endParaRPr lang="en-PK" sz="2200" kern="1200"/>
        </a:p>
        <a:p>
          <a:pPr marL="457200" lvl="2" indent="-228600" algn="l" defTabSz="977900">
            <a:lnSpc>
              <a:spcPct val="90000"/>
            </a:lnSpc>
            <a:spcBef>
              <a:spcPct val="0"/>
            </a:spcBef>
            <a:spcAft>
              <a:spcPct val="15000"/>
            </a:spcAft>
            <a:buChar char="•"/>
          </a:pPr>
          <a:r>
            <a:rPr lang="en-US" sz="2200" kern="1200"/>
            <a:t>You may be reading newer entries than the ones available at A</a:t>
          </a:r>
          <a:endParaRPr lang="en-PK" sz="2200" kern="1200"/>
        </a:p>
        <a:p>
          <a:pPr marL="457200" lvl="2" indent="-228600" algn="l" defTabSz="977900">
            <a:lnSpc>
              <a:spcPct val="90000"/>
            </a:lnSpc>
            <a:spcBef>
              <a:spcPct val="0"/>
            </a:spcBef>
            <a:spcAft>
              <a:spcPct val="15000"/>
            </a:spcAft>
            <a:buChar char="•"/>
          </a:pPr>
          <a:r>
            <a:rPr lang="en-US" sz="2200" kern="1200"/>
            <a:t>Your updates at B may eventually conflict with those at A</a:t>
          </a:r>
          <a:endParaRPr lang="en-PK" sz="2200" kern="1200"/>
        </a:p>
      </dsp:txBody>
      <dsp:txXfrm>
        <a:off x="0" y="723761"/>
        <a:ext cx="10515600" cy="338184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Monotonic Reads.</a:t>
          </a:r>
          <a:endParaRPr lang="en-PK" sz="2500" kern="1200" dirty="0">
            <a:latin typeface="Arial" panose="020B0604020202020204" pitchFamily="34" charset="0"/>
            <a:cs typeface="Arial" panose="020B0604020202020204" pitchFamily="34" charset="0"/>
          </a:endParaRPr>
        </a:p>
      </dsp:txBody>
      <dsp:txXfrm>
        <a:off x="2024809" y="949585"/>
        <a:ext cx="4978967" cy="1753081"/>
      </dsp:txXfrm>
    </dsp:sp>
    <dsp:sp modelId="{86AFC238-F655-46AB-B4B9-6CFAB4EEE339}">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Monotonic Reads Example.</a:t>
          </a:r>
          <a:endParaRPr lang="en-PK" sz="2500" kern="1200" dirty="0"/>
        </a:p>
      </dsp:txBody>
      <dsp:txXfrm>
        <a:off x="2024809" y="3140937"/>
        <a:ext cx="4978967" cy="1753081"/>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CA63D1-D188-46B3-ABCB-305261D10938}">
      <dsp:nvSpPr>
        <dsp:cNvPr id="0" name=""/>
        <dsp:cNvSpPr/>
      </dsp:nvSpPr>
      <dsp:spPr>
        <a:xfrm>
          <a:off x="1283" y="1628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A877B5-5FE7-43C3-8C80-6CC5D1FDD4F1}">
      <dsp:nvSpPr>
        <dsp:cNvPr id="0" name=""/>
        <dsp:cNvSpPr/>
      </dsp:nvSpPr>
      <dsp:spPr>
        <a:xfrm>
          <a:off x="501904" y="6384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latin typeface="Arial" panose="020B0604020202020204" pitchFamily="34" charset="0"/>
              <a:cs typeface="Arial" panose="020B0604020202020204" pitchFamily="34" charset="0"/>
            </a:rPr>
            <a:t>If a process reads the value of a data item x, any successive read operation on x by that process will always return that same or a more recent value.</a:t>
          </a:r>
        </a:p>
      </dsp:txBody>
      <dsp:txXfrm>
        <a:off x="585701" y="722249"/>
        <a:ext cx="4337991" cy="2693452"/>
      </dsp:txXfrm>
    </dsp:sp>
    <dsp:sp modelId="{EE773673-DDDF-439D-A554-061B98A64A6C}">
      <dsp:nvSpPr>
        <dsp:cNvPr id="0" name=""/>
        <dsp:cNvSpPr/>
      </dsp:nvSpPr>
      <dsp:spPr>
        <a:xfrm>
          <a:off x="5508110" y="1628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CA9D42-357C-4486-988E-F037557FD42E}">
      <dsp:nvSpPr>
        <dsp:cNvPr id="0" name=""/>
        <dsp:cNvSpPr/>
      </dsp:nvSpPr>
      <dsp:spPr>
        <a:xfrm>
          <a:off x="6008730" y="6384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Monotonic-read consistency guarantees that if a process has seen a value of x at time t, it will never see an older version of x at a later time.</a:t>
          </a:r>
        </a:p>
      </dsp:txBody>
      <dsp:txXfrm>
        <a:off x="6092527" y="722249"/>
        <a:ext cx="4337991" cy="269345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C3B91-F4F0-4533-9967-56186CDC21E6}">
      <dsp:nvSpPr>
        <dsp:cNvPr id="0" name=""/>
        <dsp:cNvSpPr/>
      </dsp:nvSpPr>
      <dsp:spPr>
        <a:xfrm>
          <a:off x="1239" y="555488"/>
          <a:ext cx="4351736" cy="27633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7DB19F-19F8-4AE9-83D7-70F4D1C7E4EB}">
      <dsp:nvSpPr>
        <dsp:cNvPr id="0" name=""/>
        <dsp:cNvSpPr/>
      </dsp:nvSpPr>
      <dsp:spPr>
        <a:xfrm>
          <a:off x="484766" y="1014838"/>
          <a:ext cx="4351736" cy="27633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Arial" panose="020B0604020202020204" pitchFamily="34" charset="0"/>
              <a:cs typeface="Arial" panose="020B0604020202020204" pitchFamily="34" charset="0"/>
            </a:rPr>
            <a:t>Automatically reading your personal calendar updates from different servers. Monotonic Reads guarantees that the user sees all updates, no matter from which server the automatic reading takes place.</a:t>
          </a:r>
        </a:p>
      </dsp:txBody>
      <dsp:txXfrm>
        <a:off x="565702" y="1095774"/>
        <a:ext cx="4189864" cy="2601480"/>
      </dsp:txXfrm>
    </dsp:sp>
    <dsp:sp modelId="{4255CAF0-84F2-42B3-AF04-66ACBDCB2EF2}">
      <dsp:nvSpPr>
        <dsp:cNvPr id="0" name=""/>
        <dsp:cNvSpPr/>
      </dsp:nvSpPr>
      <dsp:spPr>
        <a:xfrm>
          <a:off x="5320028" y="555488"/>
          <a:ext cx="4351736" cy="27633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F7C0A6-28DF-4067-8BB9-677AE36485CD}">
      <dsp:nvSpPr>
        <dsp:cNvPr id="0" name=""/>
        <dsp:cNvSpPr/>
      </dsp:nvSpPr>
      <dsp:spPr>
        <a:xfrm>
          <a:off x="5803554" y="1014838"/>
          <a:ext cx="4351736" cy="27633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Arial" panose="020B0604020202020204" pitchFamily="34" charset="0"/>
              <a:cs typeface="Arial" panose="020B0604020202020204" pitchFamily="34" charset="0"/>
            </a:rPr>
            <a:t>Reading (not modifying) incoming mail while you are on the move. Each time you connect to a different e-mail server, that server fetches (at least) all the updates from the server you previously visited.</a:t>
          </a:r>
        </a:p>
      </dsp:txBody>
      <dsp:txXfrm>
        <a:off x="5884490" y="1095774"/>
        <a:ext cx="4189864" cy="260148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Monotonic Writes.</a:t>
          </a:r>
          <a:endParaRPr lang="en-PK" sz="2500" kern="1200" dirty="0">
            <a:latin typeface="Arial" panose="020B0604020202020204" pitchFamily="34" charset="0"/>
            <a:cs typeface="Arial" panose="020B0604020202020204" pitchFamily="34" charset="0"/>
          </a:endParaRPr>
        </a:p>
      </dsp:txBody>
      <dsp:txXfrm>
        <a:off x="2024809" y="949585"/>
        <a:ext cx="4978967" cy="1753081"/>
      </dsp:txXfrm>
    </dsp:sp>
    <dsp:sp modelId="{86AFC238-F655-46AB-B4B9-6CFAB4EEE339}">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Monotonic Writes Example.</a:t>
          </a:r>
          <a:endParaRPr lang="en-PK" sz="2500" kern="1200" dirty="0"/>
        </a:p>
      </dsp:txBody>
      <dsp:txXfrm>
        <a:off x="2024809" y="3140937"/>
        <a:ext cx="4978967" cy="175308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ABF488-9B49-417E-90AC-2D5EB03BD522}">
      <dsp:nvSpPr>
        <dsp:cNvPr id="0" name=""/>
        <dsp:cNvSpPr/>
      </dsp:nvSpPr>
      <dsp:spPr>
        <a:xfrm>
          <a:off x="1283" y="1628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C6B60C-8F1D-4862-8D6D-47FB887F1BA6}">
      <dsp:nvSpPr>
        <dsp:cNvPr id="0" name=""/>
        <dsp:cNvSpPr/>
      </dsp:nvSpPr>
      <dsp:spPr>
        <a:xfrm>
          <a:off x="501904" y="6384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Arial" panose="020B0604020202020204" pitchFamily="34" charset="0"/>
              <a:cs typeface="Arial" panose="020B0604020202020204" pitchFamily="34" charset="0"/>
            </a:rPr>
            <a:t>A write operation by a process on a data item x is completed before any successive write operation on X by the same process.</a:t>
          </a:r>
        </a:p>
      </dsp:txBody>
      <dsp:txXfrm>
        <a:off x="585701" y="722249"/>
        <a:ext cx="4337991" cy="2693452"/>
      </dsp:txXfrm>
    </dsp:sp>
    <dsp:sp modelId="{ACBD67D4-F49B-4D27-8C14-F925AB929FA0}">
      <dsp:nvSpPr>
        <dsp:cNvPr id="0" name=""/>
        <dsp:cNvSpPr/>
      </dsp:nvSpPr>
      <dsp:spPr>
        <a:xfrm>
          <a:off x="5508110" y="1628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7BDCAE-1DED-4597-93DD-F6639FD5D4AE}">
      <dsp:nvSpPr>
        <dsp:cNvPr id="0" name=""/>
        <dsp:cNvSpPr/>
      </dsp:nvSpPr>
      <dsp:spPr>
        <a:xfrm>
          <a:off x="6008730" y="6384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Arial" panose="020B0604020202020204" pitchFamily="34" charset="0"/>
              <a:cs typeface="Arial" panose="020B0604020202020204" pitchFamily="34" charset="0"/>
            </a:rPr>
            <a:t>A write operation on a copy of item x is performed only if that copy has been brought up to date by means of any preceding write operation, which may have taken place on other copies of x. If need be, the new write must wait for old ones to finish.</a:t>
          </a:r>
        </a:p>
      </dsp:txBody>
      <dsp:txXfrm>
        <a:off x="6092527" y="722249"/>
        <a:ext cx="4337991" cy="269345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1BF55-2A9A-4685-852A-EDE26200E0C8}">
      <dsp:nvSpPr>
        <dsp:cNvPr id="0" name=""/>
        <dsp:cNvSpPr/>
      </dsp:nvSpPr>
      <dsp:spPr>
        <a:xfrm>
          <a:off x="5510" y="254535"/>
          <a:ext cx="5018807" cy="150564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6597" tIns="396597" rIns="396597" bIns="396597" numCol="1" spcCol="1270" anchor="ctr" anchorCtr="0">
          <a:noAutofit/>
        </a:bodyPr>
        <a:lstStyle/>
        <a:p>
          <a:pPr marL="0" lvl="0" indent="0" algn="ctr" defTabSz="2266950">
            <a:lnSpc>
              <a:spcPct val="90000"/>
            </a:lnSpc>
            <a:spcBef>
              <a:spcPct val="0"/>
            </a:spcBef>
            <a:spcAft>
              <a:spcPct val="35000"/>
            </a:spcAft>
            <a:buNone/>
          </a:pPr>
          <a:r>
            <a:rPr lang="en-US" sz="5100" kern="1200" dirty="0"/>
            <a:t>Updating</a:t>
          </a:r>
        </a:p>
      </dsp:txBody>
      <dsp:txXfrm>
        <a:off x="5510" y="254535"/>
        <a:ext cx="5018807" cy="1505642"/>
      </dsp:txXfrm>
    </dsp:sp>
    <dsp:sp modelId="{8B42B7B4-2797-4FCB-B8D1-66A073D68744}">
      <dsp:nvSpPr>
        <dsp:cNvPr id="0" name=""/>
        <dsp:cNvSpPr/>
      </dsp:nvSpPr>
      <dsp:spPr>
        <a:xfrm>
          <a:off x="5510" y="1760177"/>
          <a:ext cx="5018807" cy="231896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747" tIns="495747" rIns="495747" bIns="495747" numCol="1" spcCol="1270" anchor="t" anchorCtr="0">
          <a:noAutofit/>
        </a:bodyPr>
        <a:lstStyle/>
        <a:p>
          <a:pPr marL="0" lvl="0" indent="0" algn="l" defTabSz="844550">
            <a:lnSpc>
              <a:spcPct val="90000"/>
            </a:lnSpc>
            <a:spcBef>
              <a:spcPct val="0"/>
            </a:spcBef>
            <a:spcAft>
              <a:spcPct val="35000"/>
            </a:spcAft>
            <a:buNone/>
          </a:pPr>
          <a:r>
            <a:rPr lang="en-US" sz="1900" kern="1200"/>
            <a:t>Updating a program at server S2, and ensuring that all components on which compilation and linking depends, are also placed at S2.</a:t>
          </a:r>
        </a:p>
      </dsp:txBody>
      <dsp:txXfrm>
        <a:off x="5510" y="1760177"/>
        <a:ext cx="5018807" cy="2318965"/>
      </dsp:txXfrm>
    </dsp:sp>
    <dsp:sp modelId="{4A5C1690-CF09-4489-8B3C-468235C9A5ED}">
      <dsp:nvSpPr>
        <dsp:cNvPr id="0" name=""/>
        <dsp:cNvSpPr/>
      </dsp:nvSpPr>
      <dsp:spPr>
        <a:xfrm>
          <a:off x="5132212" y="254535"/>
          <a:ext cx="5018807" cy="1505642"/>
        </a:xfrm>
        <a:prstGeom prst="rect">
          <a:avLst/>
        </a:prstGeom>
        <a:solidFill>
          <a:schemeClr val="accent2">
            <a:hueOff val="-1505353"/>
            <a:satOff val="-6347"/>
            <a:lumOff val="3137"/>
            <a:alphaOff val="0"/>
          </a:schemeClr>
        </a:solidFill>
        <a:ln w="12700" cap="flat" cmpd="sng" algn="ctr">
          <a:solidFill>
            <a:schemeClr val="accent2">
              <a:hueOff val="-1505353"/>
              <a:satOff val="-6347"/>
              <a:lumOff val="313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6597" tIns="396597" rIns="396597" bIns="396597" numCol="1" spcCol="1270" anchor="ctr" anchorCtr="0">
          <a:noAutofit/>
        </a:bodyPr>
        <a:lstStyle/>
        <a:p>
          <a:pPr marL="0" lvl="0" indent="0" algn="ctr" defTabSz="2266950">
            <a:lnSpc>
              <a:spcPct val="90000"/>
            </a:lnSpc>
            <a:spcBef>
              <a:spcPct val="0"/>
            </a:spcBef>
            <a:spcAft>
              <a:spcPct val="35000"/>
            </a:spcAft>
            <a:buNone/>
          </a:pPr>
          <a:r>
            <a:rPr lang="en-US" sz="5100" kern="1200"/>
            <a:t>Maintaining</a:t>
          </a:r>
        </a:p>
      </dsp:txBody>
      <dsp:txXfrm>
        <a:off x="5132212" y="254535"/>
        <a:ext cx="5018807" cy="1505642"/>
      </dsp:txXfrm>
    </dsp:sp>
    <dsp:sp modelId="{1047A705-CF7F-4EBB-9384-4F85911A8C76}">
      <dsp:nvSpPr>
        <dsp:cNvPr id="0" name=""/>
        <dsp:cNvSpPr/>
      </dsp:nvSpPr>
      <dsp:spPr>
        <a:xfrm>
          <a:off x="5132212" y="1760177"/>
          <a:ext cx="5018807" cy="2318965"/>
        </a:xfrm>
        <a:prstGeom prst="rect">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747" tIns="495747" rIns="495747" bIns="495747" numCol="1" spcCol="1270" anchor="t" anchorCtr="0">
          <a:noAutofit/>
        </a:bodyPr>
        <a:lstStyle/>
        <a:p>
          <a:pPr marL="0" lvl="0" indent="0" algn="l" defTabSz="844550">
            <a:lnSpc>
              <a:spcPct val="90000"/>
            </a:lnSpc>
            <a:spcBef>
              <a:spcPct val="0"/>
            </a:spcBef>
            <a:spcAft>
              <a:spcPct val="35000"/>
            </a:spcAft>
            <a:buNone/>
          </a:pPr>
          <a:r>
            <a:rPr lang="en-US" sz="1900" kern="1200"/>
            <a:t>Maintaining versions of replicated files in the correct order everywhere (propagate the previous version to the server where the newest version is installed).</a:t>
          </a:r>
        </a:p>
      </dsp:txBody>
      <dsp:txXfrm>
        <a:off x="5132212" y="1760177"/>
        <a:ext cx="5018807" cy="231896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a:t>
          </a:r>
          <a:r>
            <a:rPr lang="en-US" sz="2500" b="0" kern="1200" dirty="0">
              <a:solidFill>
                <a:schemeClr val="tx2"/>
              </a:solidFill>
              <a:latin typeface="Arial" panose="020B0604020202020204" pitchFamily="34" charset="0"/>
              <a:cs typeface="Arial" panose="020B0604020202020204" pitchFamily="34" charset="0"/>
            </a:rPr>
            <a:t>Read Your Writes</a:t>
          </a:r>
          <a:r>
            <a:rPr lang="en-US" sz="2500" b="0" kern="1200" dirty="0">
              <a:latin typeface="Arial" panose="020B0604020202020204" pitchFamily="34" charset="0"/>
              <a:cs typeface="Arial" panose="020B0604020202020204" pitchFamily="34" charset="0"/>
            </a:rPr>
            <a:t>.</a:t>
          </a:r>
          <a:endParaRPr lang="en-PK" sz="2500" kern="1200" dirty="0">
            <a:latin typeface="Arial" panose="020B0604020202020204" pitchFamily="34" charset="0"/>
            <a:cs typeface="Arial" panose="020B0604020202020204" pitchFamily="34" charset="0"/>
          </a:endParaRPr>
        </a:p>
      </dsp:txBody>
      <dsp:txXfrm>
        <a:off x="2024809" y="949585"/>
        <a:ext cx="4978967" cy="1753081"/>
      </dsp:txXfrm>
    </dsp:sp>
    <dsp:sp modelId="{86AFC238-F655-46AB-B4B9-6CFAB4EEE339}">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sz="2500" b="0" kern="1200" dirty="0">
              <a:solidFill>
                <a:schemeClr val="tx2"/>
              </a:solidFill>
              <a:latin typeface="Arial" panose="020B0604020202020204" pitchFamily="34" charset="0"/>
              <a:cs typeface="Arial" panose="020B0604020202020204" pitchFamily="34" charset="0"/>
            </a:rPr>
            <a:t>Read Your Writes</a:t>
          </a: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 Example.</a:t>
          </a:r>
          <a:endParaRPr lang="en-PK" sz="2500" kern="1200" dirty="0"/>
        </a:p>
      </dsp:txBody>
      <dsp:txXfrm>
        <a:off x="2024809" y="3140937"/>
        <a:ext cx="4978967" cy="1753081"/>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D1897-0C0C-4869-B62C-144608FAD3A6}">
      <dsp:nvSpPr>
        <dsp:cNvPr id="0" name=""/>
        <dsp:cNvSpPr/>
      </dsp:nvSpPr>
      <dsp:spPr>
        <a:xfrm>
          <a:off x="0"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9088EB-9E09-489E-BB0B-CB3568E0B245}">
      <dsp:nvSpPr>
        <dsp:cNvPr id="0" name=""/>
        <dsp:cNvSpPr/>
      </dsp:nvSpPr>
      <dsp:spPr>
        <a:xfrm>
          <a:off x="328612"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The effect of a write operation by a process on data item x will always be seen by a successive read operation on x by the same process.</a:t>
          </a:r>
        </a:p>
      </dsp:txBody>
      <dsp:txXfrm>
        <a:off x="383617" y="1103267"/>
        <a:ext cx="2847502" cy="1768010"/>
      </dsp:txXfrm>
    </dsp:sp>
    <dsp:sp modelId="{401B1383-888A-45C4-AFB6-DC4A9E69FDEB}">
      <dsp:nvSpPr>
        <dsp:cNvPr id="0" name=""/>
        <dsp:cNvSpPr/>
      </dsp:nvSpPr>
      <dsp:spPr>
        <a:xfrm>
          <a:off x="3614737"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9D0ECF-8A40-4793-AD9F-91870B0A9476}">
      <dsp:nvSpPr>
        <dsp:cNvPr id="0" name=""/>
        <dsp:cNvSpPr/>
      </dsp:nvSpPr>
      <dsp:spPr>
        <a:xfrm>
          <a:off x="3943350"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 write operation is always completed before a successive read operation by the same process, no matter where that read operation takes place.</a:t>
          </a:r>
        </a:p>
      </dsp:txBody>
      <dsp:txXfrm>
        <a:off x="3998355" y="1103267"/>
        <a:ext cx="2847502" cy="1768010"/>
      </dsp:txXfrm>
    </dsp:sp>
    <dsp:sp modelId="{4523DB6A-EE46-42B3-B1AD-376D88600C11}">
      <dsp:nvSpPr>
        <dsp:cNvPr id="0" name=""/>
        <dsp:cNvSpPr/>
      </dsp:nvSpPr>
      <dsp:spPr>
        <a:xfrm>
          <a:off x="7229475"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7706CC-5B24-4BD4-936B-D9BB8FD32005}">
      <dsp:nvSpPr>
        <dsp:cNvPr id="0" name=""/>
        <dsp:cNvSpPr/>
      </dsp:nvSpPr>
      <dsp:spPr>
        <a:xfrm>
          <a:off x="7558087"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Example: Updating your Web page and guaranteeing that your Web browser shows the newest version instead of its cached copy.</a:t>
          </a:r>
        </a:p>
      </dsp:txBody>
      <dsp:txXfrm>
        <a:off x="7613092" y="1103267"/>
        <a:ext cx="2847502" cy="176801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0"/>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04931" y="376281"/>
          <a:ext cx="918056" cy="918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927918" y="713"/>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Writes Follow Reads Model.</a:t>
          </a:r>
        </a:p>
      </dsp:txBody>
      <dsp:txXfrm>
        <a:off x="1927918" y="713"/>
        <a:ext cx="5075858" cy="1669193"/>
      </dsp:txXfrm>
    </dsp:sp>
    <dsp:sp modelId="{D75562AD-F78D-4876-92B4-3DD0643FB177}">
      <dsp:nvSpPr>
        <dsp:cNvPr id="0" name=""/>
        <dsp:cNvSpPr/>
      </dsp:nvSpPr>
      <dsp:spPr>
        <a:xfrm>
          <a:off x="0" y="2087205"/>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04931" y="2462774"/>
          <a:ext cx="918056" cy="918056"/>
        </a:xfrm>
        <a:prstGeom prst="rect">
          <a:avLst/>
        </a:prstGeom>
        <a:solidFill>
          <a:schemeClr val="accent3">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927918" y="2087205"/>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endParaRPr lang="en-US" sz="2500" kern="1200" dirty="0"/>
        </a:p>
      </dsp:txBody>
      <dsp:txXfrm>
        <a:off x="1927918" y="2087205"/>
        <a:ext cx="5075858" cy="1669193"/>
      </dsp:txXfrm>
    </dsp:sp>
    <dsp:sp modelId="{58BF8020-FC31-4EA0-A31D-D4F5D2CD9DF0}">
      <dsp:nvSpPr>
        <dsp:cNvPr id="0" name=""/>
        <dsp:cNvSpPr/>
      </dsp:nvSpPr>
      <dsp:spPr>
        <a:xfrm>
          <a:off x="0" y="4173697"/>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7C9529-8930-4105-AD05-47210E222C26}">
      <dsp:nvSpPr>
        <dsp:cNvPr id="0" name=""/>
        <dsp:cNvSpPr/>
      </dsp:nvSpPr>
      <dsp:spPr>
        <a:xfrm>
          <a:off x="504931" y="4549266"/>
          <a:ext cx="918056" cy="918056"/>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630256-6ACA-4844-986E-E0375A799E67}">
      <dsp:nvSpPr>
        <dsp:cNvPr id="0" name=""/>
        <dsp:cNvSpPr/>
      </dsp:nvSpPr>
      <dsp:spPr>
        <a:xfrm>
          <a:off x="1927918" y="4173697"/>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Example of Writes Follow Reads Model.</a:t>
          </a:r>
        </a:p>
      </dsp:txBody>
      <dsp:txXfrm>
        <a:off x="1927918" y="4173697"/>
        <a:ext cx="5075858" cy="166919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9827B-B2F0-46CA-9619-7F382998BD1A}">
      <dsp:nvSpPr>
        <dsp:cNvPr id="0" name=""/>
        <dsp:cNvSpPr/>
      </dsp:nvSpPr>
      <dsp:spPr>
        <a:xfrm>
          <a:off x="0"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D76163-6EED-4F6C-86B9-5483CD73F1BB}">
      <dsp:nvSpPr>
        <dsp:cNvPr id="0" name=""/>
        <dsp:cNvSpPr/>
      </dsp:nvSpPr>
      <dsp:spPr>
        <a:xfrm>
          <a:off x="328612"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 write operation by a process on a data item x following a previous read operation on x by the same process is guaranteed to take place on the same or a more recent value of x that was read.</a:t>
          </a:r>
        </a:p>
      </dsp:txBody>
      <dsp:txXfrm>
        <a:off x="383617" y="1103267"/>
        <a:ext cx="2847502" cy="1768010"/>
      </dsp:txXfrm>
    </dsp:sp>
    <dsp:sp modelId="{30CD1736-0E27-4BBD-B70D-9BB2B32150E8}">
      <dsp:nvSpPr>
        <dsp:cNvPr id="0" name=""/>
        <dsp:cNvSpPr/>
      </dsp:nvSpPr>
      <dsp:spPr>
        <a:xfrm>
          <a:off x="3614737"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9C8629-8666-48C9-8D33-D7748AB8086C}">
      <dsp:nvSpPr>
        <dsp:cNvPr id="0" name=""/>
        <dsp:cNvSpPr/>
      </dsp:nvSpPr>
      <dsp:spPr>
        <a:xfrm>
          <a:off x="3943350"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Any successive write operation by a process on a data item x will be performed on a copy of x that is up to date with the value most recently read by that process.</a:t>
          </a:r>
        </a:p>
      </dsp:txBody>
      <dsp:txXfrm>
        <a:off x="3998355" y="1103267"/>
        <a:ext cx="2847502" cy="1768010"/>
      </dsp:txXfrm>
    </dsp:sp>
    <dsp:sp modelId="{9A227D94-6761-4816-9A71-0BF541024E43}">
      <dsp:nvSpPr>
        <dsp:cNvPr id="0" name=""/>
        <dsp:cNvSpPr/>
      </dsp:nvSpPr>
      <dsp:spPr>
        <a:xfrm>
          <a:off x="7229475"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5418BC-6A91-421E-81B5-E2705B60170D}">
      <dsp:nvSpPr>
        <dsp:cNvPr id="0" name=""/>
        <dsp:cNvSpPr/>
      </dsp:nvSpPr>
      <dsp:spPr>
        <a:xfrm>
          <a:off x="7558087"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Example: See reactions to posted articles only if you have the original posting (a read .pulls in. the corresponding write operation).</a:t>
          </a:r>
        </a:p>
      </dsp:txBody>
      <dsp:txXfrm>
        <a:off x="7613092" y="1103267"/>
        <a:ext cx="2847502" cy="17680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40B9B-C9AE-4BE6-A302-3545C91AF698}" type="datetimeFigureOut">
              <a:rPr lang="en-PK" smtClean="0"/>
              <a:t>02/06/2023</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052EF2-9A63-441C-BEB0-04C32019A013}" type="slidenum">
              <a:rPr lang="en-PK" smtClean="0"/>
              <a:t>‹#›</a:t>
            </a:fld>
            <a:endParaRPr lang="en-PK"/>
          </a:p>
        </p:txBody>
      </p:sp>
    </p:spTree>
    <p:extLst>
      <p:ext uri="{BB962C8B-B14F-4D97-AF65-F5344CB8AC3E}">
        <p14:creationId xmlns:p14="http://schemas.microsoft.com/office/powerpoint/2010/main" val="820510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13</a:t>
            </a:fld>
            <a:endParaRPr lang="en-PK"/>
          </a:p>
        </p:txBody>
      </p:sp>
    </p:spTree>
    <p:extLst>
      <p:ext uri="{BB962C8B-B14F-4D97-AF65-F5344CB8AC3E}">
        <p14:creationId xmlns:p14="http://schemas.microsoft.com/office/powerpoint/2010/main" val="3706413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5894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17</a:t>
            </a:fld>
            <a:endParaRPr lang="en-PK"/>
          </a:p>
        </p:txBody>
      </p:sp>
    </p:spTree>
    <p:extLst>
      <p:ext uri="{BB962C8B-B14F-4D97-AF65-F5344CB8AC3E}">
        <p14:creationId xmlns:p14="http://schemas.microsoft.com/office/powerpoint/2010/main" val="1332879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20</a:t>
            </a:fld>
            <a:endParaRPr lang="en-PK"/>
          </a:p>
        </p:txBody>
      </p:sp>
    </p:spTree>
    <p:extLst>
      <p:ext uri="{BB962C8B-B14F-4D97-AF65-F5344CB8AC3E}">
        <p14:creationId xmlns:p14="http://schemas.microsoft.com/office/powerpoint/2010/main" val="3018733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21</a:t>
            </a:fld>
            <a:endParaRPr lang="en-PK"/>
          </a:p>
        </p:txBody>
      </p:sp>
    </p:spTree>
    <p:extLst>
      <p:ext uri="{BB962C8B-B14F-4D97-AF65-F5344CB8AC3E}">
        <p14:creationId xmlns:p14="http://schemas.microsoft.com/office/powerpoint/2010/main" val="1714929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22</a:t>
            </a:fld>
            <a:endParaRPr lang="en-PK"/>
          </a:p>
        </p:txBody>
      </p:sp>
    </p:spTree>
    <p:extLst>
      <p:ext uri="{BB962C8B-B14F-4D97-AF65-F5344CB8AC3E}">
        <p14:creationId xmlns:p14="http://schemas.microsoft.com/office/powerpoint/2010/main" val="66489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25</a:t>
            </a:fld>
            <a:endParaRPr lang="en-PK"/>
          </a:p>
        </p:txBody>
      </p:sp>
    </p:spTree>
    <p:extLst>
      <p:ext uri="{BB962C8B-B14F-4D97-AF65-F5344CB8AC3E}">
        <p14:creationId xmlns:p14="http://schemas.microsoft.com/office/powerpoint/2010/main" val="1571334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26</a:t>
            </a:fld>
            <a:endParaRPr lang="en-PK"/>
          </a:p>
        </p:txBody>
      </p:sp>
    </p:spTree>
    <p:extLst>
      <p:ext uri="{BB962C8B-B14F-4D97-AF65-F5344CB8AC3E}">
        <p14:creationId xmlns:p14="http://schemas.microsoft.com/office/powerpoint/2010/main" val="3694992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27</a:t>
            </a:fld>
            <a:endParaRPr lang="en-PK"/>
          </a:p>
        </p:txBody>
      </p:sp>
    </p:spTree>
    <p:extLst>
      <p:ext uri="{BB962C8B-B14F-4D97-AF65-F5344CB8AC3E}">
        <p14:creationId xmlns:p14="http://schemas.microsoft.com/office/powerpoint/2010/main" val="3804722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28</a:t>
            </a:fld>
            <a:endParaRPr lang="en-PK"/>
          </a:p>
        </p:txBody>
      </p:sp>
    </p:spTree>
    <p:extLst>
      <p:ext uri="{BB962C8B-B14F-4D97-AF65-F5344CB8AC3E}">
        <p14:creationId xmlns:p14="http://schemas.microsoft.com/office/powerpoint/2010/main" val="3577754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29</a:t>
            </a:fld>
            <a:endParaRPr lang="en-PK"/>
          </a:p>
        </p:txBody>
      </p:sp>
    </p:spTree>
    <p:extLst>
      <p:ext uri="{BB962C8B-B14F-4D97-AF65-F5344CB8AC3E}">
        <p14:creationId xmlns:p14="http://schemas.microsoft.com/office/powerpoint/2010/main" val="3726439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32</a:t>
            </a:fld>
            <a:endParaRPr lang="en-PK"/>
          </a:p>
        </p:txBody>
      </p:sp>
    </p:spTree>
    <p:extLst>
      <p:ext uri="{BB962C8B-B14F-4D97-AF65-F5344CB8AC3E}">
        <p14:creationId xmlns:p14="http://schemas.microsoft.com/office/powerpoint/2010/main" val="3556579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8726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34</a:t>
            </a:fld>
            <a:endParaRPr lang="en-PK"/>
          </a:p>
        </p:txBody>
      </p:sp>
    </p:spTree>
    <p:extLst>
      <p:ext uri="{BB962C8B-B14F-4D97-AF65-F5344CB8AC3E}">
        <p14:creationId xmlns:p14="http://schemas.microsoft.com/office/powerpoint/2010/main" val="28162127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35</a:t>
            </a:fld>
            <a:endParaRPr lang="en-PK"/>
          </a:p>
        </p:txBody>
      </p:sp>
    </p:spTree>
    <p:extLst>
      <p:ext uri="{BB962C8B-B14F-4D97-AF65-F5344CB8AC3E}">
        <p14:creationId xmlns:p14="http://schemas.microsoft.com/office/powerpoint/2010/main" val="2330694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36</a:t>
            </a:fld>
            <a:endParaRPr lang="en-PK"/>
          </a:p>
        </p:txBody>
      </p:sp>
    </p:spTree>
    <p:extLst>
      <p:ext uri="{BB962C8B-B14F-4D97-AF65-F5344CB8AC3E}">
        <p14:creationId xmlns:p14="http://schemas.microsoft.com/office/powerpoint/2010/main" val="8006074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37</a:t>
            </a:fld>
            <a:endParaRPr lang="en-PK"/>
          </a:p>
        </p:txBody>
      </p:sp>
    </p:spTree>
    <p:extLst>
      <p:ext uri="{BB962C8B-B14F-4D97-AF65-F5344CB8AC3E}">
        <p14:creationId xmlns:p14="http://schemas.microsoft.com/office/powerpoint/2010/main" val="2688200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40</a:t>
            </a:fld>
            <a:endParaRPr lang="en-PK"/>
          </a:p>
        </p:txBody>
      </p:sp>
    </p:spTree>
    <p:extLst>
      <p:ext uri="{BB962C8B-B14F-4D97-AF65-F5344CB8AC3E}">
        <p14:creationId xmlns:p14="http://schemas.microsoft.com/office/powerpoint/2010/main" val="1655514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41</a:t>
            </a:fld>
            <a:endParaRPr lang="en-PK"/>
          </a:p>
        </p:txBody>
      </p:sp>
    </p:spTree>
    <p:extLst>
      <p:ext uri="{BB962C8B-B14F-4D97-AF65-F5344CB8AC3E}">
        <p14:creationId xmlns:p14="http://schemas.microsoft.com/office/powerpoint/2010/main" val="3456984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42</a:t>
            </a:fld>
            <a:endParaRPr lang="en-PK"/>
          </a:p>
        </p:txBody>
      </p:sp>
    </p:spTree>
    <p:extLst>
      <p:ext uri="{BB962C8B-B14F-4D97-AF65-F5344CB8AC3E}">
        <p14:creationId xmlns:p14="http://schemas.microsoft.com/office/powerpoint/2010/main" val="605500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43</a:t>
            </a:fld>
            <a:endParaRPr lang="en-PK"/>
          </a:p>
        </p:txBody>
      </p:sp>
    </p:spTree>
    <p:extLst>
      <p:ext uri="{BB962C8B-B14F-4D97-AF65-F5344CB8AC3E}">
        <p14:creationId xmlns:p14="http://schemas.microsoft.com/office/powerpoint/2010/main" val="261208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44</a:t>
            </a:fld>
            <a:endParaRPr lang="en-PK"/>
          </a:p>
        </p:txBody>
      </p:sp>
    </p:spTree>
    <p:extLst>
      <p:ext uri="{BB962C8B-B14F-4D97-AF65-F5344CB8AC3E}">
        <p14:creationId xmlns:p14="http://schemas.microsoft.com/office/powerpoint/2010/main" val="2719865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5243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63899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4403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03090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1637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432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86437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9633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6/2/2023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580473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6/2/2023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20037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6/2/2023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80832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6/2/2023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37095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6/2/2023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39323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6/2/2023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98303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6/2/2023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848354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6/2/2023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3137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6/2/2023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5280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6/2/2023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15277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6/2/2023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03801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6/2/2023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99439962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691" r:id="rId3"/>
    <p:sldLayoutId id="2147483692" r:id="rId4"/>
    <p:sldLayoutId id="2147483693" r:id="rId5"/>
    <p:sldLayoutId id="2147483694" r:id="rId6"/>
    <p:sldLayoutId id="2147483695" r:id="rId7"/>
    <p:sldLayoutId id="2147483699" r:id="rId8"/>
    <p:sldLayoutId id="2147483696" r:id="rId9"/>
    <p:sldLayoutId id="2147483697" r:id="rId10"/>
    <p:sldLayoutId id="2147483698"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f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png"/><Relationship Id="rId7" Type="http://schemas.openxmlformats.org/officeDocument/2006/relationships/diagramColors" Target="../diagrams/colors8.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3.png"/><Relationship Id="rId7" Type="http://schemas.openxmlformats.org/officeDocument/2006/relationships/diagramColors" Target="../diagrams/colors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3.png"/><Relationship Id="rId7" Type="http://schemas.openxmlformats.org/officeDocument/2006/relationships/diagramColors" Target="../diagrams/colors1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6.xml.rels><?xml version="1.0" encoding="UTF-8" standalone="yes"?>
<Relationships xmlns="http://schemas.openxmlformats.org/package/2006/relationships"><Relationship Id="rId8" Type="http://schemas.openxmlformats.org/officeDocument/2006/relationships/diagramColors" Target="../diagrams/colors13.xml"/><Relationship Id="rId3" Type="http://schemas.openxmlformats.org/officeDocument/2006/relationships/image" Target="../media/image19.png"/><Relationship Id="rId7" Type="http://schemas.openxmlformats.org/officeDocument/2006/relationships/diagramQuickStyle" Target="../diagrams/quickStyle1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Layout" Target="../diagrams/layout13.xml"/><Relationship Id="rId5" Type="http://schemas.openxmlformats.org/officeDocument/2006/relationships/diagramData" Target="../diagrams/data13.xml"/><Relationship Id="rId4" Type="http://schemas.openxmlformats.org/officeDocument/2006/relationships/image" Target="../media/image20.png"/><Relationship Id="rId9" Type="http://schemas.microsoft.com/office/2007/relationships/diagramDrawing" Target="../diagrams/drawing1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2.jpe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diagramColors" Target="../diagrams/colors15.xml"/><Relationship Id="rId3" Type="http://schemas.openxmlformats.org/officeDocument/2006/relationships/image" Target="../media/image19.png"/><Relationship Id="rId7" Type="http://schemas.openxmlformats.org/officeDocument/2006/relationships/diagramQuickStyle" Target="../diagrams/quickStyle1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Layout" Target="../diagrams/layout15.xml"/><Relationship Id="rId5" Type="http://schemas.openxmlformats.org/officeDocument/2006/relationships/diagramData" Target="../diagrams/data15.xml"/><Relationship Id="rId4" Type="http://schemas.openxmlformats.org/officeDocument/2006/relationships/image" Target="../media/image20.png"/><Relationship Id="rId9" Type="http://schemas.microsoft.com/office/2007/relationships/diagramDrawing" Target="../diagrams/drawing15.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diagramColors" Target="../diagrams/colors16.xml"/><Relationship Id="rId3" Type="http://schemas.openxmlformats.org/officeDocument/2006/relationships/image" Target="../media/image19.png"/><Relationship Id="rId7" Type="http://schemas.openxmlformats.org/officeDocument/2006/relationships/diagramQuickStyle" Target="../diagrams/quickStyle16.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Layout" Target="../diagrams/layout16.xml"/><Relationship Id="rId5" Type="http://schemas.openxmlformats.org/officeDocument/2006/relationships/diagramData" Target="../diagrams/data16.xml"/><Relationship Id="rId4" Type="http://schemas.openxmlformats.org/officeDocument/2006/relationships/image" Target="../media/image20.png"/><Relationship Id="rId9" Type="http://schemas.microsoft.com/office/2007/relationships/diagramDrawing" Target="../diagrams/drawing16.xml"/></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17.xml"/><Relationship Id="rId3" Type="http://schemas.openxmlformats.org/officeDocument/2006/relationships/image" Target="../media/image19.png"/><Relationship Id="rId7" Type="http://schemas.openxmlformats.org/officeDocument/2006/relationships/diagramQuickStyle" Target="../diagrams/quickStyle17.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Layout" Target="../diagrams/layout17.xml"/><Relationship Id="rId5" Type="http://schemas.openxmlformats.org/officeDocument/2006/relationships/diagramData" Target="../diagrams/data17.xml"/><Relationship Id="rId4" Type="http://schemas.openxmlformats.org/officeDocument/2006/relationships/image" Target="../media/image20.png"/><Relationship Id="rId9" Type="http://schemas.microsoft.com/office/2007/relationships/diagramDrawing" Target="../diagrams/drawing17.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0.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3.png"/><Relationship Id="rId7" Type="http://schemas.openxmlformats.org/officeDocument/2006/relationships/diagramColors" Target="../diagrams/colors19.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41.xml.rels><?xml version="1.0" encoding="UTF-8" standalone="yes"?>
<Relationships xmlns="http://schemas.openxmlformats.org/package/2006/relationships"><Relationship Id="rId8" Type="http://schemas.openxmlformats.org/officeDocument/2006/relationships/diagramColors" Target="../diagrams/colors20.xml"/><Relationship Id="rId3" Type="http://schemas.openxmlformats.org/officeDocument/2006/relationships/image" Target="../media/image19.png"/><Relationship Id="rId7" Type="http://schemas.openxmlformats.org/officeDocument/2006/relationships/diagramQuickStyle" Target="../diagrams/quickStyle20.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Layout" Target="../diagrams/layout20.xml"/><Relationship Id="rId5" Type="http://schemas.openxmlformats.org/officeDocument/2006/relationships/diagramData" Target="../diagrams/data20.xml"/><Relationship Id="rId4" Type="http://schemas.openxmlformats.org/officeDocument/2006/relationships/image" Target="../media/image20.png"/><Relationship Id="rId9" Type="http://schemas.microsoft.com/office/2007/relationships/diagramDrawing" Target="../diagrams/drawing20.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4.jpeg"/></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7.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3.png"/><Relationship Id="rId7" Type="http://schemas.openxmlformats.org/officeDocument/2006/relationships/diagramColors" Target="../diagrams/colors22.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48.xml.rels><?xml version="1.0" encoding="UTF-8" standalone="yes"?>
<Relationships xmlns="http://schemas.openxmlformats.org/package/2006/relationships"><Relationship Id="rId8" Type="http://schemas.openxmlformats.org/officeDocument/2006/relationships/diagramColors" Target="../diagrams/colors23.xml"/><Relationship Id="rId3" Type="http://schemas.openxmlformats.org/officeDocument/2006/relationships/image" Target="../media/image19.png"/><Relationship Id="rId7" Type="http://schemas.openxmlformats.org/officeDocument/2006/relationships/diagramQuickStyle" Target="../diagrams/quickStyle23.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Layout" Target="../diagrams/layout23.xml"/><Relationship Id="rId5" Type="http://schemas.openxmlformats.org/officeDocument/2006/relationships/diagramData" Target="../diagrams/data23.xml"/><Relationship Id="rId4" Type="http://schemas.openxmlformats.org/officeDocument/2006/relationships/image" Target="../media/image20.png"/><Relationship Id="rId9" Type="http://schemas.microsoft.com/office/2007/relationships/diagramDrawing" Target="../diagrams/drawing23.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0.png"/></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0.png"/></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0.png"/></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5996628" y="-1308"/>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799"/>
            <a:ext cx="10003218" cy="1637017"/>
          </a:xfrm>
        </p:spPr>
        <p:txBody>
          <a:bodyPr vert="horz" lIns="91440" tIns="45720" rIns="91440" bIns="45720" rtlCol="0" anchor="ctr">
            <a:normAutofit/>
          </a:bodyPr>
          <a:lstStyle/>
          <a:p>
            <a:pPr algn="l">
              <a:lnSpc>
                <a:spcPct val="90000"/>
              </a:lnSpc>
            </a:pPr>
            <a:r>
              <a:rPr lang="en-US" altLang="en-PK" sz="4100" dirty="0"/>
              <a:t>CS621 Parallel and Distributed Computing</a:t>
            </a:r>
            <a:endParaRPr lang="en-US" sz="4100" dirty="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0" y="-12211"/>
            <a:ext cx="5313452" cy="3935986"/>
          </a:xfrm>
        </p:spPr>
        <p:txBody>
          <a:bodyPr vert="horz" lIns="91440" tIns="45720" rIns="91440" bIns="45720" rtlCol="0" anchor="b">
            <a:normAutofit/>
          </a:bodyPr>
          <a:lstStyle/>
          <a:p>
            <a:pPr algn="just"/>
            <a:r>
              <a:rPr lang="en-US" altLang="en-PK" sz="2800" dirty="0">
                <a:solidFill>
                  <a:schemeClr val="tx2"/>
                </a:solidFill>
                <a:latin typeface="Arial" panose="020B0604020202020204" pitchFamily="34" charset="0"/>
                <a:cs typeface="Arial" panose="020B0604020202020204" pitchFamily="34" charset="0"/>
              </a:rPr>
              <a:t>Dr. Muhammad </a:t>
            </a:r>
            <a:r>
              <a:rPr lang="en-US" altLang="en-PK" sz="2800" dirty="0" err="1">
                <a:solidFill>
                  <a:schemeClr val="tx2"/>
                </a:solidFill>
                <a:latin typeface="Arial" panose="020B0604020202020204" pitchFamily="34" charset="0"/>
                <a:cs typeface="Arial" panose="020B0604020202020204" pitchFamily="34" charset="0"/>
              </a:rPr>
              <a:t>Anwaar</a:t>
            </a:r>
            <a:r>
              <a:rPr lang="en-US" altLang="en-PK" sz="2800" dirty="0">
                <a:solidFill>
                  <a:schemeClr val="tx2"/>
                </a:solidFill>
                <a:latin typeface="Arial" panose="020B0604020202020204" pitchFamily="34" charset="0"/>
                <a:cs typeface="Arial" panose="020B0604020202020204" pitchFamily="34" charset="0"/>
              </a:rPr>
              <a:t> Saeed</a:t>
            </a:r>
          </a:p>
          <a:p>
            <a:pPr algn="just"/>
            <a:r>
              <a:rPr lang="en-US" altLang="en-PK" sz="2800" dirty="0">
                <a:solidFill>
                  <a:schemeClr val="tx2"/>
                </a:solidFill>
                <a:latin typeface="Arial" panose="020B0604020202020204" pitchFamily="34" charset="0"/>
                <a:cs typeface="Arial" panose="020B0604020202020204" pitchFamily="34" charset="0"/>
              </a:rPr>
              <a:t>Dr. Said Nabi</a:t>
            </a:r>
          </a:p>
          <a:p>
            <a:pPr algn="just"/>
            <a:r>
              <a:rPr lang="en-US" altLang="en-PK" sz="2800" dirty="0">
                <a:solidFill>
                  <a:schemeClr val="tx2"/>
                </a:solidFill>
                <a:latin typeface="Arial" panose="020B0604020202020204" pitchFamily="34" charset="0"/>
                <a:cs typeface="Arial" panose="020B0604020202020204" pitchFamily="34" charset="0"/>
              </a:rPr>
              <a:t>Ms. Hina Ishaq</a:t>
            </a:r>
          </a:p>
          <a:p>
            <a:pPr indent="-228600" algn="l">
              <a:buFont typeface="Arial" panose="020B0604020202020204" pitchFamily="34" charset="0"/>
              <a:buChar char="•"/>
            </a:pPr>
            <a:endParaRPr lang="en-US" sz="1800" dirty="0">
              <a:solidFill>
                <a:schemeClr val="tx2"/>
              </a:solidFill>
            </a:endParaRPr>
          </a:p>
        </p:txBody>
      </p:sp>
      <p:pic>
        <p:nvPicPr>
          <p:cNvPr id="6" name="Picture 5" descr="Logo&#10;&#10;Description automatically generated">
            <a:extLst>
              <a:ext uri="{FF2B5EF4-FFF2-40B4-BE49-F238E27FC236}">
                <a16:creationId xmlns:a16="http://schemas.microsoft.com/office/drawing/2014/main" id="{694E1E48-9782-AD50-E256-2B5B4CE33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
            <a:ext cx="1773304" cy="1125608"/>
          </a:xfrm>
          <a:prstGeom prst="rect">
            <a:avLst/>
          </a:prstGeom>
        </p:spPr>
      </p:pic>
    </p:spTree>
    <p:extLst>
      <p:ext uri="{BB962C8B-B14F-4D97-AF65-F5344CB8AC3E}">
        <p14:creationId xmlns:p14="http://schemas.microsoft.com/office/powerpoint/2010/main" val="356019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What is replication of data?</a:t>
            </a:r>
          </a:p>
        </p:txBody>
      </p:sp>
    </p:spTree>
    <p:extLst>
      <p:ext uri="{BB962C8B-B14F-4D97-AF65-F5344CB8AC3E}">
        <p14:creationId xmlns:p14="http://schemas.microsoft.com/office/powerpoint/2010/main" val="476638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112412117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5973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What is replication of data?</a:t>
            </a:r>
            <a:endParaRPr lang="en-PK"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94583708-A02F-F031-8955-6A2B0FC16361}"/>
              </a:ext>
            </a:extLst>
          </p:cNvPr>
          <p:cNvSpPr>
            <a:spLocks noGrp="1"/>
          </p:cNvSpPr>
          <p:nvPr>
            <p:ph idx="1"/>
          </p:nvPr>
        </p:nvSpPr>
        <p:spPr>
          <a:xfrm>
            <a:off x="838200" y="1756882"/>
            <a:ext cx="10515600" cy="4388332"/>
          </a:xfrm>
        </p:spPr>
        <p:txBody>
          <a:bodyPr anchor="ctr"/>
          <a:lstStyle/>
          <a:p>
            <a:pPr marL="0" indent="0" algn="ctr">
              <a:buNone/>
            </a:pPr>
            <a:r>
              <a:rPr lang="en-US" dirty="0">
                <a:solidFill>
                  <a:schemeClr val="tx1"/>
                </a:solidFill>
                <a:latin typeface="Arial" panose="020B0604020202020204" pitchFamily="34" charset="0"/>
                <a:cs typeface="Arial" panose="020B0604020202020204" pitchFamily="34" charset="0"/>
              </a:rPr>
              <a:t>“Data replication is the process by which data residing on a physical/virtual servers or cloud instance is continuously </a:t>
            </a:r>
            <a:r>
              <a:rPr lang="en-US" u="sng" dirty="0">
                <a:solidFill>
                  <a:srgbClr val="0000FF"/>
                </a:solidFill>
                <a:latin typeface="Arial" panose="020B0604020202020204" pitchFamily="34" charset="0"/>
                <a:cs typeface="Arial" panose="020B0604020202020204" pitchFamily="34" charset="0"/>
              </a:rPr>
              <a:t>replicated or copied </a:t>
            </a:r>
            <a:r>
              <a:rPr lang="en-US" dirty="0">
                <a:solidFill>
                  <a:schemeClr val="tx1"/>
                </a:solidFill>
                <a:latin typeface="Arial" panose="020B0604020202020204" pitchFamily="34" charset="0"/>
                <a:cs typeface="Arial" panose="020B0604020202020204" pitchFamily="34" charset="0"/>
              </a:rPr>
              <a:t>to a secondary server(s) or cloud instance. Organizations replicate data to support </a:t>
            </a:r>
            <a:r>
              <a:rPr lang="en-US" dirty="0">
                <a:solidFill>
                  <a:srgbClr val="C00000"/>
                </a:solidFill>
                <a:latin typeface="Arial" panose="020B0604020202020204" pitchFamily="34" charset="0"/>
                <a:cs typeface="Arial" panose="020B0604020202020204" pitchFamily="34" charset="0"/>
              </a:rPr>
              <a:t>high availability, backup, or disaster recovery</a:t>
            </a:r>
            <a:r>
              <a:rPr lang="en-US"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159013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513708" y="381000"/>
            <a:ext cx="10687692" cy="1600124"/>
          </a:xfrm>
        </p:spPr>
        <p:txBody>
          <a:bodyPr>
            <a:normAutofit/>
          </a:bodyPr>
          <a:lstStyle/>
          <a:p>
            <a:r>
              <a:rPr lang="en-US" dirty="0">
                <a:latin typeface="Arial" panose="020B0604020202020204" pitchFamily="34" charset="0"/>
                <a:cs typeface="Arial" panose="020B0604020202020204" pitchFamily="34" charset="0"/>
              </a:rPr>
              <a:t>Reasons for Replication</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3895EFA6-CC9A-2E56-9A8B-5C5591E29187}"/>
              </a:ext>
            </a:extLst>
          </p:cNvPr>
          <p:cNvGraphicFramePr>
            <a:graphicFrameLocks noGrp="1"/>
          </p:cNvGraphicFramePr>
          <p:nvPr>
            <p:ph idx="1"/>
            <p:extLst>
              <p:ext uri="{D42A27DB-BD31-4B8C-83A1-F6EECF244321}">
                <p14:modId xmlns:p14="http://schemas.microsoft.com/office/powerpoint/2010/main" val="1624974438"/>
              </p:ext>
            </p:extLst>
          </p:nvPr>
        </p:nvGraphicFramePr>
        <p:xfrm>
          <a:off x="838200" y="2362124"/>
          <a:ext cx="10515600" cy="4408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755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0B7EFA4F-6AD7-4863-8134-FD78EA34D9A2}"/>
                                            </p:graphicEl>
                                          </p:spTgt>
                                        </p:tgtEl>
                                        <p:attrNameLst>
                                          <p:attrName>style.visibility</p:attrName>
                                        </p:attrNameLst>
                                      </p:cBhvr>
                                      <p:to>
                                        <p:strVal val="visible"/>
                                      </p:to>
                                    </p:set>
                                    <p:anim calcmode="lin" valueType="num">
                                      <p:cBhvr additive="base">
                                        <p:cTn id="7" dur="500" fill="hold"/>
                                        <p:tgtEl>
                                          <p:spTgt spid="3">
                                            <p:graphicEl>
                                              <a:dgm id="{0B7EFA4F-6AD7-4863-8134-FD78EA34D9A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0B7EFA4F-6AD7-4863-8134-FD78EA34D9A2}"/>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0E0B8AE5-D6DB-44F5-B4AF-C1AE52F4CA0E}"/>
                                            </p:graphicEl>
                                          </p:spTgt>
                                        </p:tgtEl>
                                        <p:attrNameLst>
                                          <p:attrName>style.visibility</p:attrName>
                                        </p:attrNameLst>
                                      </p:cBhvr>
                                      <p:to>
                                        <p:strVal val="visible"/>
                                      </p:to>
                                    </p:set>
                                    <p:anim calcmode="lin" valueType="num">
                                      <p:cBhvr additive="base">
                                        <p:cTn id="13" dur="500" fill="hold"/>
                                        <p:tgtEl>
                                          <p:spTgt spid="3">
                                            <p:graphicEl>
                                              <a:dgm id="{0E0B8AE5-D6DB-44F5-B4AF-C1AE52F4CA0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0E0B8AE5-D6DB-44F5-B4AF-C1AE52F4CA0E}"/>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graphicEl>
                                              <a:dgm id="{398D8262-21C3-4CC0-ADAC-1900350D505F}"/>
                                            </p:graphicEl>
                                          </p:spTgt>
                                        </p:tgtEl>
                                        <p:attrNameLst>
                                          <p:attrName>style.visibility</p:attrName>
                                        </p:attrNameLst>
                                      </p:cBhvr>
                                      <p:to>
                                        <p:strVal val="visible"/>
                                      </p:to>
                                    </p:set>
                                    <p:anim calcmode="lin" valueType="num">
                                      <p:cBhvr additive="base">
                                        <p:cTn id="19" dur="500" fill="hold"/>
                                        <p:tgtEl>
                                          <p:spTgt spid="3">
                                            <p:graphicEl>
                                              <a:dgm id="{398D8262-21C3-4CC0-ADAC-1900350D505F}"/>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graphicEl>
                                              <a:dgm id="{398D8262-21C3-4CC0-ADAC-1900350D505F}"/>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graphicEl>
                                              <a:dgm id="{2CD5D608-3559-4DAB-ADFA-89E758D13880}"/>
                                            </p:graphicEl>
                                          </p:spTgt>
                                        </p:tgtEl>
                                        <p:attrNameLst>
                                          <p:attrName>style.visibility</p:attrName>
                                        </p:attrNameLst>
                                      </p:cBhvr>
                                      <p:to>
                                        <p:strVal val="visible"/>
                                      </p:to>
                                    </p:set>
                                    <p:anim calcmode="lin" valueType="num">
                                      <p:cBhvr additive="base">
                                        <p:cTn id="25" dur="500" fill="hold"/>
                                        <p:tgtEl>
                                          <p:spTgt spid="3">
                                            <p:graphicEl>
                                              <a:dgm id="{2CD5D608-3559-4DAB-ADFA-89E758D1388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graphicEl>
                                              <a:dgm id="{2CD5D608-3559-4DAB-ADFA-89E758D1388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graphicEl>
                                              <a:dgm id="{0DB45E9D-2F02-4541-A5B8-AA010CC6C724}"/>
                                            </p:graphicEl>
                                          </p:spTgt>
                                        </p:tgtEl>
                                        <p:attrNameLst>
                                          <p:attrName>style.visibility</p:attrName>
                                        </p:attrNameLst>
                                      </p:cBhvr>
                                      <p:to>
                                        <p:strVal val="visible"/>
                                      </p:to>
                                    </p:set>
                                    <p:anim calcmode="lin" valueType="num">
                                      <p:cBhvr additive="base">
                                        <p:cTn id="31" dur="500" fill="hold"/>
                                        <p:tgtEl>
                                          <p:spTgt spid="3">
                                            <p:graphicEl>
                                              <a:dgm id="{0DB45E9D-2F02-4541-A5B8-AA010CC6C724}"/>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graphicEl>
                                              <a:dgm id="{0DB45E9D-2F02-4541-A5B8-AA010CC6C72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9"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0"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700">
                <a:latin typeface="Arial" panose="020B0604020202020204" pitchFamily="34" charset="0"/>
                <a:cs typeface="Arial" panose="020B0604020202020204" pitchFamily="34" charset="0"/>
              </a:rPr>
              <a:t>Replication as Scaling Technique</a:t>
            </a:r>
            <a:endParaRPr lang="en-PK" sz="3700">
              <a:latin typeface="Arial" panose="020B0604020202020204" pitchFamily="34" charset="0"/>
              <a:cs typeface="Arial" panose="020B0604020202020204" pitchFamily="34" charset="0"/>
            </a:endParaRPr>
          </a:p>
        </p:txBody>
      </p:sp>
      <p:graphicFrame>
        <p:nvGraphicFramePr>
          <p:cNvPr id="52" name="Content Placeholder 4">
            <a:extLst>
              <a:ext uri="{FF2B5EF4-FFF2-40B4-BE49-F238E27FC236}">
                <a16:creationId xmlns:a16="http://schemas.microsoft.com/office/drawing/2014/main" id="{7BB60E1A-33D2-0E2C-EA49-28B2CE74EC1B}"/>
              </a:ext>
            </a:extLst>
          </p:cNvPr>
          <p:cNvGraphicFramePr>
            <a:graphicFrameLocks noGrp="1"/>
          </p:cNvGraphicFramePr>
          <p:nvPr>
            <p:ph idx="1"/>
            <p:extLst>
              <p:ext uri="{D42A27DB-BD31-4B8C-83A1-F6EECF244321}">
                <p14:modId xmlns:p14="http://schemas.microsoft.com/office/powerpoint/2010/main" val="405911125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86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
                                            <p:graphicEl>
                                              <a:dgm id="{6BD58CA6-5ED0-4B69-A8FC-8B7F4ECC97CE}"/>
                                            </p:graphicEl>
                                          </p:spTgt>
                                        </p:tgtEl>
                                        <p:attrNameLst>
                                          <p:attrName>style.visibility</p:attrName>
                                        </p:attrNameLst>
                                      </p:cBhvr>
                                      <p:to>
                                        <p:strVal val="visible"/>
                                      </p:to>
                                    </p:set>
                                    <p:anim calcmode="lin" valueType="num">
                                      <p:cBhvr additive="base">
                                        <p:cTn id="7" dur="500" fill="hold"/>
                                        <p:tgtEl>
                                          <p:spTgt spid="52">
                                            <p:graphicEl>
                                              <a:dgm id="{6BD58CA6-5ED0-4B69-A8FC-8B7F4ECC97C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2">
                                            <p:graphicEl>
                                              <a:dgm id="{6BD58CA6-5ED0-4B69-A8FC-8B7F4ECC97C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
                                            <p:graphicEl>
                                              <a:dgm id="{9C1979E2-E694-4FF1-B2D6-1D864CD9D602}"/>
                                            </p:graphicEl>
                                          </p:spTgt>
                                        </p:tgtEl>
                                        <p:attrNameLst>
                                          <p:attrName>style.visibility</p:attrName>
                                        </p:attrNameLst>
                                      </p:cBhvr>
                                      <p:to>
                                        <p:strVal val="visible"/>
                                      </p:to>
                                    </p:set>
                                    <p:anim calcmode="lin" valueType="num">
                                      <p:cBhvr additive="base">
                                        <p:cTn id="13" dur="500" fill="hold"/>
                                        <p:tgtEl>
                                          <p:spTgt spid="52">
                                            <p:graphicEl>
                                              <a:dgm id="{9C1979E2-E694-4FF1-B2D6-1D864CD9D602}"/>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
                                            <p:graphicEl>
                                              <a:dgm id="{9C1979E2-E694-4FF1-B2D6-1D864CD9D602}"/>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
                                            <p:graphicEl>
                                              <a:dgm id="{B6218CC5-0DD1-40AF-AF5A-AB8657F050C7}"/>
                                            </p:graphicEl>
                                          </p:spTgt>
                                        </p:tgtEl>
                                        <p:attrNameLst>
                                          <p:attrName>style.visibility</p:attrName>
                                        </p:attrNameLst>
                                      </p:cBhvr>
                                      <p:to>
                                        <p:strVal val="visible"/>
                                      </p:to>
                                    </p:set>
                                    <p:anim calcmode="lin" valueType="num">
                                      <p:cBhvr additive="base">
                                        <p:cTn id="19" dur="500" fill="hold"/>
                                        <p:tgtEl>
                                          <p:spTgt spid="52">
                                            <p:graphicEl>
                                              <a:dgm id="{B6218CC5-0DD1-40AF-AF5A-AB8657F050C7}"/>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
                                            <p:graphicEl>
                                              <a:dgm id="{B6218CC5-0DD1-40AF-AF5A-AB8657F050C7}"/>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2">
                                            <p:graphicEl>
                                              <a:dgm id="{4BA456FC-26E2-40BE-9B4F-618178FCAC4F}"/>
                                            </p:graphicEl>
                                          </p:spTgt>
                                        </p:tgtEl>
                                        <p:attrNameLst>
                                          <p:attrName>style.visibility</p:attrName>
                                        </p:attrNameLst>
                                      </p:cBhvr>
                                      <p:to>
                                        <p:strVal val="visible"/>
                                      </p:to>
                                    </p:set>
                                    <p:anim calcmode="lin" valueType="num">
                                      <p:cBhvr additive="base">
                                        <p:cTn id="25" dur="500" fill="hold"/>
                                        <p:tgtEl>
                                          <p:spTgt spid="52">
                                            <p:graphicEl>
                                              <a:dgm id="{4BA456FC-26E2-40BE-9B4F-618178FCAC4F}"/>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
                                            <p:graphicEl>
                                              <a:dgm id="{4BA456FC-26E2-40BE-9B4F-618178FCAC4F}"/>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2">
                                            <p:graphicEl>
                                              <a:dgm id="{043589F9-805C-435A-8494-E4E8D5AE01E5}"/>
                                            </p:graphicEl>
                                          </p:spTgt>
                                        </p:tgtEl>
                                        <p:attrNameLst>
                                          <p:attrName>style.visibility</p:attrName>
                                        </p:attrNameLst>
                                      </p:cBhvr>
                                      <p:to>
                                        <p:strVal val="visible"/>
                                      </p:to>
                                    </p:set>
                                    <p:anim calcmode="lin" valueType="num">
                                      <p:cBhvr additive="base">
                                        <p:cTn id="31" dur="500" fill="hold"/>
                                        <p:tgtEl>
                                          <p:spTgt spid="52">
                                            <p:graphicEl>
                                              <a:dgm id="{043589F9-805C-435A-8494-E4E8D5AE01E5}"/>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2">
                                            <p:graphicEl>
                                              <a:dgm id="{043589F9-805C-435A-8494-E4E8D5AE01E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2" grpId="0">
        <p:bldSub>
          <a:bldDgm bld="lvl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dirty="0"/>
              <a:t>CS621 Parallel and Distributed Computing</a:t>
            </a:r>
            <a:endParaRPr lang="en-US" sz="4100" dirty="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Replication and Consistency</a:t>
            </a:r>
          </a:p>
        </p:txBody>
      </p:sp>
    </p:spTree>
    <p:extLst>
      <p:ext uri="{BB962C8B-B14F-4D97-AF65-F5344CB8AC3E}">
        <p14:creationId xmlns:p14="http://schemas.microsoft.com/office/powerpoint/2010/main" val="2576022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26342179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3649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7" name="Rectangle 86">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9" name="Rectangle 88">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400">
                <a:latin typeface="Arial" panose="020B0604020202020204" pitchFamily="34" charset="0"/>
                <a:cs typeface="Arial" panose="020B0604020202020204" pitchFamily="34" charset="0"/>
              </a:rPr>
              <a:t>Replication and Consistency</a:t>
            </a:r>
            <a:endParaRPr lang="en-PK" sz="3400">
              <a:latin typeface="Arial" panose="020B0604020202020204" pitchFamily="34" charset="0"/>
              <a:cs typeface="Arial" panose="020B0604020202020204" pitchFamily="34" charset="0"/>
            </a:endParaRPr>
          </a:p>
        </p:txBody>
      </p:sp>
      <p:graphicFrame>
        <p:nvGraphicFramePr>
          <p:cNvPr id="81" name="Content Placeholder 3">
            <a:extLst>
              <a:ext uri="{FF2B5EF4-FFF2-40B4-BE49-F238E27FC236}">
                <a16:creationId xmlns:a16="http://schemas.microsoft.com/office/drawing/2014/main" id="{3F534462-6268-A023-BE87-F989241775DB}"/>
              </a:ext>
            </a:extLst>
          </p:cNvPr>
          <p:cNvGraphicFramePr>
            <a:graphicFrameLocks noGrp="1"/>
          </p:cNvGraphicFramePr>
          <p:nvPr>
            <p:ph idx="1"/>
            <p:extLst>
              <p:ext uri="{D42A27DB-BD31-4B8C-83A1-F6EECF244321}">
                <p14:modId xmlns:p14="http://schemas.microsoft.com/office/powerpoint/2010/main" val="355508425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400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
                                            <p:graphicEl>
                                              <a:dgm id="{E6A64E6D-1D3E-4992-9304-9D41D4FA450C}"/>
                                            </p:graphicEl>
                                          </p:spTgt>
                                        </p:tgtEl>
                                        <p:attrNameLst>
                                          <p:attrName>style.visibility</p:attrName>
                                        </p:attrNameLst>
                                      </p:cBhvr>
                                      <p:to>
                                        <p:strVal val="visible"/>
                                      </p:to>
                                    </p:set>
                                    <p:anim calcmode="lin" valueType="num">
                                      <p:cBhvr additive="base">
                                        <p:cTn id="7" dur="500" fill="hold"/>
                                        <p:tgtEl>
                                          <p:spTgt spid="81">
                                            <p:graphicEl>
                                              <a:dgm id="{E6A64E6D-1D3E-4992-9304-9D41D4FA450C}"/>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81">
                                            <p:graphicEl>
                                              <a:dgm id="{E6A64E6D-1D3E-4992-9304-9D41D4FA450C}"/>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
                                            <p:graphicEl>
                                              <a:dgm id="{870FE963-6049-4F1A-8868-39A2A6CA241D}"/>
                                            </p:graphicEl>
                                          </p:spTgt>
                                        </p:tgtEl>
                                        <p:attrNameLst>
                                          <p:attrName>style.visibility</p:attrName>
                                        </p:attrNameLst>
                                      </p:cBhvr>
                                      <p:to>
                                        <p:strVal val="visible"/>
                                      </p:to>
                                    </p:set>
                                    <p:anim calcmode="lin" valueType="num">
                                      <p:cBhvr additive="base">
                                        <p:cTn id="13" dur="500" fill="hold"/>
                                        <p:tgtEl>
                                          <p:spTgt spid="81">
                                            <p:graphicEl>
                                              <a:dgm id="{870FE963-6049-4F1A-8868-39A2A6CA241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
                                            <p:graphicEl>
                                              <a:dgm id="{870FE963-6049-4F1A-8868-39A2A6CA241D}"/>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
                                            <p:graphicEl>
                                              <a:dgm id="{B7B94033-F79B-4A83-BAE7-8C55C6FCA2C6}"/>
                                            </p:graphicEl>
                                          </p:spTgt>
                                        </p:tgtEl>
                                        <p:attrNameLst>
                                          <p:attrName>style.visibility</p:attrName>
                                        </p:attrNameLst>
                                      </p:cBhvr>
                                      <p:to>
                                        <p:strVal val="visible"/>
                                      </p:to>
                                    </p:set>
                                    <p:anim calcmode="lin" valueType="num">
                                      <p:cBhvr additive="base">
                                        <p:cTn id="19" dur="500" fill="hold"/>
                                        <p:tgtEl>
                                          <p:spTgt spid="81">
                                            <p:graphicEl>
                                              <a:dgm id="{B7B94033-F79B-4A83-BAE7-8C55C6FCA2C6}"/>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
                                            <p:graphicEl>
                                              <a:dgm id="{B7B94033-F79B-4A83-BAE7-8C55C6FCA2C6}"/>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
                                            <p:graphicEl>
                                              <a:dgm id="{A3903695-66D4-4999-923C-951CD2C97CCA}"/>
                                            </p:graphicEl>
                                          </p:spTgt>
                                        </p:tgtEl>
                                        <p:attrNameLst>
                                          <p:attrName>style.visibility</p:attrName>
                                        </p:attrNameLst>
                                      </p:cBhvr>
                                      <p:to>
                                        <p:strVal val="visible"/>
                                      </p:to>
                                    </p:set>
                                    <p:anim calcmode="lin" valueType="num">
                                      <p:cBhvr additive="base">
                                        <p:cTn id="25" dur="500" fill="hold"/>
                                        <p:tgtEl>
                                          <p:spTgt spid="81">
                                            <p:graphicEl>
                                              <a:dgm id="{A3903695-66D4-4999-923C-951CD2C97CCA}"/>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
                                            <p:graphicEl>
                                              <a:dgm id="{A3903695-66D4-4999-923C-951CD2C97CC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1" grpId="0">
        <p:bldSub>
          <a:bldDgm bld="lvl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5" name="Rectangle 74">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7" name="Rectangle 76">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100">
                <a:latin typeface="Arial" panose="020B0604020202020204" pitchFamily="34" charset="0"/>
                <a:cs typeface="Arial" panose="020B0604020202020204" pitchFamily="34" charset="0"/>
              </a:rPr>
              <a:t>Replication and Consistency: Data Consistency Models</a:t>
            </a:r>
            <a:endParaRPr lang="en-PK" sz="3100">
              <a:latin typeface="Arial" panose="020B0604020202020204" pitchFamily="34" charset="0"/>
              <a:cs typeface="Arial" panose="020B0604020202020204" pitchFamily="34" charset="0"/>
            </a:endParaRPr>
          </a:p>
        </p:txBody>
      </p:sp>
      <p:graphicFrame>
        <p:nvGraphicFramePr>
          <p:cNvPr id="69" name="Content Placeholder 4">
            <a:extLst>
              <a:ext uri="{FF2B5EF4-FFF2-40B4-BE49-F238E27FC236}">
                <a16:creationId xmlns:a16="http://schemas.microsoft.com/office/drawing/2014/main" id="{59ADBD45-9E6C-FD44-EB41-3104018E0A20}"/>
              </a:ext>
            </a:extLst>
          </p:cNvPr>
          <p:cNvGraphicFramePr>
            <a:graphicFrameLocks noGrp="1"/>
          </p:cNvGraphicFramePr>
          <p:nvPr>
            <p:ph idx="1"/>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567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
                                            <p:graphicEl>
                                              <a:dgm id="{6C4DBE36-B517-4025-BBC9-97C398CC5CAF}"/>
                                            </p:graphicEl>
                                          </p:spTgt>
                                        </p:tgtEl>
                                        <p:attrNameLst>
                                          <p:attrName>style.visibility</p:attrName>
                                        </p:attrNameLst>
                                      </p:cBhvr>
                                      <p:to>
                                        <p:strVal val="visible"/>
                                      </p:to>
                                    </p:set>
                                    <p:anim calcmode="lin" valueType="num">
                                      <p:cBhvr additive="base">
                                        <p:cTn id="7" dur="500" fill="hold"/>
                                        <p:tgtEl>
                                          <p:spTgt spid="69">
                                            <p:graphicEl>
                                              <a:dgm id="{6C4DBE36-B517-4025-BBC9-97C398CC5CA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9">
                                            <p:graphicEl>
                                              <a:dgm id="{6C4DBE36-B517-4025-BBC9-97C398CC5CA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
                                            <p:graphicEl>
                                              <a:dgm id="{78BA25FC-A425-46F4-9051-94F5B963D1B1}"/>
                                            </p:graphicEl>
                                          </p:spTgt>
                                        </p:tgtEl>
                                        <p:attrNameLst>
                                          <p:attrName>style.visibility</p:attrName>
                                        </p:attrNameLst>
                                      </p:cBhvr>
                                      <p:to>
                                        <p:strVal val="visible"/>
                                      </p:to>
                                    </p:set>
                                    <p:anim calcmode="lin" valueType="num">
                                      <p:cBhvr additive="base">
                                        <p:cTn id="13" dur="500" fill="hold"/>
                                        <p:tgtEl>
                                          <p:spTgt spid="69">
                                            <p:graphicEl>
                                              <a:dgm id="{78BA25FC-A425-46F4-9051-94F5B963D1B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
                                            <p:graphicEl>
                                              <a:dgm id="{78BA25FC-A425-46F4-9051-94F5B963D1B1}"/>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
                                            <p:graphicEl>
                                              <a:dgm id="{7660FA4F-FA14-4F43-BF3D-847C2CB93DF4}"/>
                                            </p:graphicEl>
                                          </p:spTgt>
                                        </p:tgtEl>
                                        <p:attrNameLst>
                                          <p:attrName>style.visibility</p:attrName>
                                        </p:attrNameLst>
                                      </p:cBhvr>
                                      <p:to>
                                        <p:strVal val="visible"/>
                                      </p:to>
                                    </p:set>
                                    <p:anim calcmode="lin" valueType="num">
                                      <p:cBhvr additive="base">
                                        <p:cTn id="19" dur="500" fill="hold"/>
                                        <p:tgtEl>
                                          <p:spTgt spid="69">
                                            <p:graphicEl>
                                              <a:dgm id="{7660FA4F-FA14-4F43-BF3D-847C2CB93DF4}"/>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
                                            <p:graphicEl>
                                              <a:dgm id="{7660FA4F-FA14-4F43-BF3D-847C2CB93DF4}"/>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
                                            <p:graphicEl>
                                              <a:dgm id="{5B993E74-FB29-4A30-9F43-6451BB5460B0}"/>
                                            </p:graphicEl>
                                          </p:spTgt>
                                        </p:tgtEl>
                                        <p:attrNameLst>
                                          <p:attrName>style.visibility</p:attrName>
                                        </p:attrNameLst>
                                      </p:cBhvr>
                                      <p:to>
                                        <p:strVal val="visible"/>
                                      </p:to>
                                    </p:set>
                                    <p:anim calcmode="lin" valueType="num">
                                      <p:cBhvr additive="base">
                                        <p:cTn id="25" dur="500" fill="hold"/>
                                        <p:tgtEl>
                                          <p:spTgt spid="69">
                                            <p:graphicEl>
                                              <a:dgm id="{5B993E74-FB29-4A30-9F43-6451BB5460B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
                                            <p:graphicEl>
                                              <a:dgm id="{5B993E74-FB29-4A30-9F43-6451BB5460B0}"/>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9" grpId="0">
        <p:bldSub>
          <a:bldDgm bld="lvl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5" name="Rectangle 74">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7" name="Rectangle 76">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400">
                <a:latin typeface="Arial" panose="020B0604020202020204" pitchFamily="34" charset="0"/>
                <a:cs typeface="Arial" panose="020B0604020202020204" pitchFamily="34" charset="0"/>
              </a:rPr>
              <a:t>Data Consistency Models</a:t>
            </a:r>
            <a:endParaRPr lang="en-PK" sz="3400">
              <a:latin typeface="Arial" panose="020B0604020202020204" pitchFamily="34" charset="0"/>
              <a:cs typeface="Arial" panose="020B0604020202020204" pitchFamily="34" charset="0"/>
            </a:endParaRPr>
          </a:p>
        </p:txBody>
      </p:sp>
      <p:graphicFrame>
        <p:nvGraphicFramePr>
          <p:cNvPr id="69" name="Content Placeholder 4">
            <a:extLst>
              <a:ext uri="{FF2B5EF4-FFF2-40B4-BE49-F238E27FC236}">
                <a16:creationId xmlns:a16="http://schemas.microsoft.com/office/drawing/2014/main" id="{951123D9-EF86-4D22-3769-6706E5FDE702}"/>
              </a:ext>
            </a:extLst>
          </p:cNvPr>
          <p:cNvGraphicFramePr>
            <a:graphicFrameLocks noGrp="1"/>
          </p:cNvGraphicFramePr>
          <p:nvPr>
            <p:ph idx="1"/>
            <p:extLst>
              <p:ext uri="{D42A27DB-BD31-4B8C-83A1-F6EECF244321}">
                <p14:modId xmlns:p14="http://schemas.microsoft.com/office/powerpoint/2010/main" val="63073151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166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
                                            <p:graphicEl>
                                              <a:dgm id="{F022C789-829D-4A70-B462-C1F7926E5170}"/>
                                            </p:graphicEl>
                                          </p:spTgt>
                                        </p:tgtEl>
                                        <p:attrNameLst>
                                          <p:attrName>style.visibility</p:attrName>
                                        </p:attrNameLst>
                                      </p:cBhvr>
                                      <p:to>
                                        <p:strVal val="visible"/>
                                      </p:to>
                                    </p:set>
                                    <p:anim calcmode="lin" valueType="num">
                                      <p:cBhvr additive="base">
                                        <p:cTn id="7" dur="500" fill="hold"/>
                                        <p:tgtEl>
                                          <p:spTgt spid="69">
                                            <p:graphicEl>
                                              <a:dgm id="{F022C789-829D-4A70-B462-C1F7926E5170}"/>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9">
                                            <p:graphicEl>
                                              <a:dgm id="{F022C789-829D-4A70-B462-C1F7926E5170}"/>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
                                            <p:graphicEl>
                                              <a:dgm id="{F3667BB1-E12E-41F5-8698-6D15132EE171}"/>
                                            </p:graphicEl>
                                          </p:spTgt>
                                        </p:tgtEl>
                                        <p:attrNameLst>
                                          <p:attrName>style.visibility</p:attrName>
                                        </p:attrNameLst>
                                      </p:cBhvr>
                                      <p:to>
                                        <p:strVal val="visible"/>
                                      </p:to>
                                    </p:set>
                                    <p:anim calcmode="lin" valueType="num">
                                      <p:cBhvr additive="base">
                                        <p:cTn id="13" dur="500" fill="hold"/>
                                        <p:tgtEl>
                                          <p:spTgt spid="69">
                                            <p:graphicEl>
                                              <a:dgm id="{F3667BB1-E12E-41F5-8698-6D15132EE17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
                                            <p:graphicEl>
                                              <a:dgm id="{F3667BB1-E12E-41F5-8698-6D15132EE171}"/>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
                                            <p:graphicEl>
                                              <a:dgm id="{7591F19C-63BC-41E5-AA83-F8C46F5A3310}"/>
                                            </p:graphicEl>
                                          </p:spTgt>
                                        </p:tgtEl>
                                        <p:attrNameLst>
                                          <p:attrName>style.visibility</p:attrName>
                                        </p:attrNameLst>
                                      </p:cBhvr>
                                      <p:to>
                                        <p:strVal val="visible"/>
                                      </p:to>
                                    </p:set>
                                    <p:anim calcmode="lin" valueType="num">
                                      <p:cBhvr additive="base">
                                        <p:cTn id="19" dur="500" fill="hold"/>
                                        <p:tgtEl>
                                          <p:spTgt spid="69">
                                            <p:graphicEl>
                                              <a:dgm id="{7591F19C-63BC-41E5-AA83-F8C46F5A3310}"/>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
                                            <p:graphicEl>
                                              <a:dgm id="{7591F19C-63BC-41E5-AA83-F8C46F5A3310}"/>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
                                            <p:graphicEl>
                                              <a:dgm id="{3870DC66-F3C7-4A21-92D5-DBEC989F241E}"/>
                                            </p:graphicEl>
                                          </p:spTgt>
                                        </p:tgtEl>
                                        <p:attrNameLst>
                                          <p:attrName>style.visibility</p:attrName>
                                        </p:attrNameLst>
                                      </p:cBhvr>
                                      <p:to>
                                        <p:strVal val="visible"/>
                                      </p:to>
                                    </p:set>
                                    <p:anim calcmode="lin" valueType="num">
                                      <p:cBhvr additive="base">
                                        <p:cTn id="25" dur="500" fill="hold"/>
                                        <p:tgtEl>
                                          <p:spTgt spid="69">
                                            <p:graphicEl>
                                              <a:dgm id="{3870DC66-F3C7-4A21-92D5-DBEC989F241E}"/>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
                                            <p:graphicEl>
                                              <a:dgm id="{3870DC66-F3C7-4A21-92D5-DBEC989F241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9"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Data-Centric Consistency Models: Continuous Consistency</a:t>
            </a:r>
          </a:p>
        </p:txBody>
      </p:sp>
    </p:spTree>
    <p:extLst>
      <p:ext uri="{BB962C8B-B14F-4D97-AF65-F5344CB8AC3E}">
        <p14:creationId xmlns:p14="http://schemas.microsoft.com/office/powerpoint/2010/main" val="1737078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418188682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19149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5" name="Rectangle 94">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7" name="Rectangle 96">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99" name="Rectangle 98">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Data Consistency Model</a:t>
            </a:r>
            <a:endParaRPr lang="en-PK"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A3E74924-AC07-2914-D738-3170BB00FAAB}"/>
              </a:ext>
            </a:extLst>
          </p:cNvPr>
          <p:cNvSpPr>
            <a:spLocks noGrp="1"/>
          </p:cNvSpPr>
          <p:nvPr>
            <p:ph idx="1"/>
          </p:nvPr>
        </p:nvSpPr>
        <p:spPr>
          <a:xfrm>
            <a:off x="1185756" y="2362200"/>
            <a:ext cx="10015644" cy="3935986"/>
          </a:xfrm>
        </p:spPr>
        <p:txBody>
          <a:bodyPr anchor="ctr">
            <a:normAutofit/>
          </a:bodyPr>
          <a:lstStyle/>
          <a:p>
            <a:pPr marL="0" indent="0" algn="ctr">
              <a:buNone/>
            </a:pPr>
            <a:r>
              <a:rPr lang="en-US" dirty="0">
                <a:solidFill>
                  <a:schemeClr val="tx1">
                    <a:alpha val="80000"/>
                  </a:schemeClr>
                </a:solidFill>
                <a:latin typeface="Arial" panose="020B0604020202020204" pitchFamily="34" charset="0"/>
                <a:cs typeface="Arial" panose="020B0604020202020204" pitchFamily="34" charset="0"/>
              </a:rPr>
              <a:t>  “A </a:t>
            </a:r>
            <a:r>
              <a:rPr lang="en-US" u="sng" dirty="0">
                <a:solidFill>
                  <a:srgbClr val="0A25F0">
                    <a:alpha val="80000"/>
                  </a:srgbClr>
                </a:solidFill>
                <a:latin typeface="Arial" panose="020B0604020202020204" pitchFamily="34" charset="0"/>
                <a:cs typeface="Arial" panose="020B0604020202020204" pitchFamily="34" charset="0"/>
              </a:rPr>
              <a:t>contract between processes and the data store </a:t>
            </a:r>
            <a:r>
              <a:rPr lang="en-US" dirty="0">
                <a:solidFill>
                  <a:schemeClr val="tx1">
                    <a:alpha val="80000"/>
                  </a:schemeClr>
                </a:solidFill>
                <a:latin typeface="Arial" panose="020B0604020202020204" pitchFamily="34" charset="0"/>
                <a:cs typeface="Arial" panose="020B0604020202020204" pitchFamily="34" charset="0"/>
              </a:rPr>
              <a:t>that says that if processes agree to obey certain rules, the store promises to work correctly.”</a:t>
            </a:r>
          </a:p>
          <a:p>
            <a:pPr marL="0" indent="0" algn="ctr">
              <a:buNone/>
            </a:pPr>
            <a:endParaRPr lang="en-PK" sz="1800" dirty="0">
              <a:solidFill>
                <a:schemeClr val="tx1">
                  <a:alpha val="80000"/>
                </a:schemeClr>
              </a:solidFill>
            </a:endParaRPr>
          </a:p>
        </p:txBody>
      </p:sp>
    </p:spTree>
    <p:extLst>
      <p:ext uri="{BB962C8B-B14F-4D97-AF65-F5344CB8AC3E}">
        <p14:creationId xmlns:p14="http://schemas.microsoft.com/office/powerpoint/2010/main" val="1087955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0" name="Rectangle 40">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1" name="Rectangle 42">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44">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50"/>
            <a:ext cx="62546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3" name="Rectangle 46">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48" y="0"/>
            <a:ext cx="6251447"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86992"/>
            <a:ext cx="4953000" cy="1664573"/>
          </a:xfrm>
        </p:spPr>
        <p:txBody>
          <a:bodyPr>
            <a:normAutofit/>
          </a:bodyPr>
          <a:lstStyle/>
          <a:p>
            <a:pPr>
              <a:lnSpc>
                <a:spcPct val="90000"/>
              </a:lnSpc>
            </a:pPr>
            <a:r>
              <a:rPr lang="en-US" sz="3700" dirty="0">
                <a:latin typeface="Arial" panose="020B0604020202020204" pitchFamily="34" charset="0"/>
                <a:cs typeface="Arial" panose="020B0604020202020204" pitchFamily="34" charset="0"/>
              </a:rPr>
              <a:t>Data-Centric Consistency Models</a:t>
            </a:r>
            <a:endParaRPr lang="en-PK" sz="37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838200" y="2411653"/>
            <a:ext cx="4952681" cy="3728613"/>
          </a:xfrm>
        </p:spPr>
        <p:txBody>
          <a:bodyPr>
            <a:normAutofit/>
          </a:bodyPr>
          <a:lstStyle/>
          <a:p>
            <a:pPr algn="just"/>
            <a:r>
              <a:rPr lang="en-US" sz="2200" dirty="0">
                <a:latin typeface="Arial" panose="020B0604020202020204" pitchFamily="34" charset="0"/>
                <a:cs typeface="Arial" panose="020B0604020202020204" pitchFamily="34" charset="0"/>
              </a:rPr>
              <a:t>A data-store can be read from or written to by any process in a distributed system.</a:t>
            </a:r>
          </a:p>
          <a:p>
            <a:pPr algn="just"/>
            <a:r>
              <a:rPr lang="en-US" sz="2200" dirty="0">
                <a:latin typeface="Arial" panose="020B0604020202020204" pitchFamily="34" charset="0"/>
                <a:cs typeface="Arial" panose="020B0604020202020204" pitchFamily="34" charset="0"/>
              </a:rPr>
              <a:t>A local copy of the data-store (replica) can support “fast reads”.</a:t>
            </a:r>
          </a:p>
          <a:p>
            <a:pPr algn="just"/>
            <a:r>
              <a:rPr lang="en-US" sz="2200" dirty="0">
                <a:latin typeface="Arial" panose="020B0604020202020204" pitchFamily="34" charset="0"/>
                <a:cs typeface="Arial" panose="020B0604020202020204" pitchFamily="34" charset="0"/>
              </a:rPr>
              <a:t>A write to a local replica needs to be propagated to all remote replicas.</a:t>
            </a:r>
          </a:p>
          <a:p>
            <a:pPr marL="0" indent="0">
              <a:buNone/>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43995E67-59AD-224B-FC99-4D22CFC31A66}"/>
              </a:ext>
            </a:extLst>
          </p:cNvPr>
          <p:cNvPicPr>
            <a:picLocks noChangeAspect="1"/>
          </p:cNvPicPr>
          <p:nvPr/>
        </p:nvPicPr>
        <p:blipFill>
          <a:blip r:embed="rId3"/>
          <a:stretch>
            <a:fillRect/>
          </a:stretch>
        </p:blipFill>
        <p:spPr>
          <a:xfrm>
            <a:off x="6626033" y="2367988"/>
            <a:ext cx="5341430" cy="222889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TextBox 8">
            <a:extLst>
              <a:ext uri="{FF2B5EF4-FFF2-40B4-BE49-F238E27FC236}">
                <a16:creationId xmlns:a16="http://schemas.microsoft.com/office/drawing/2014/main" id="{A86B6320-F9E1-9EDF-CC0D-2AECFC53BBC3}"/>
              </a:ext>
            </a:extLst>
          </p:cNvPr>
          <p:cNvSpPr txBox="1"/>
          <p:nvPr/>
        </p:nvSpPr>
        <p:spPr>
          <a:xfrm>
            <a:off x="6936486" y="4804110"/>
            <a:ext cx="5076232"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general organization of a logical data store, physically distributed and replicated across multiple processes.</a:t>
            </a:r>
          </a:p>
        </p:txBody>
      </p:sp>
    </p:spTree>
    <p:extLst>
      <p:ext uri="{BB962C8B-B14F-4D97-AF65-F5344CB8AC3E}">
        <p14:creationId xmlns:p14="http://schemas.microsoft.com/office/powerpoint/2010/main" val="2619771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28675" y="381000"/>
            <a:ext cx="10372725" cy="1600124"/>
          </a:xfrm>
        </p:spPr>
        <p:txBody>
          <a:bodyPr>
            <a:normAutofit/>
          </a:bodyPr>
          <a:lstStyle/>
          <a:p>
            <a:r>
              <a:rPr lang="en-US" dirty="0">
                <a:latin typeface="Arial" panose="020B0604020202020204" pitchFamily="34" charset="0"/>
                <a:cs typeface="Arial" panose="020B0604020202020204" pitchFamily="34" charset="0"/>
              </a:rPr>
              <a:t>Data-Centric Consistency Models: Continuous Consistency</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67F2B27A-0BA5-DBFA-2A0C-7A4FBEA2EC5A}"/>
              </a:ext>
            </a:extLst>
          </p:cNvPr>
          <p:cNvGraphicFramePr>
            <a:graphicFrameLocks noGrp="1"/>
          </p:cNvGraphicFramePr>
          <p:nvPr>
            <p:ph idx="1"/>
            <p:extLst>
              <p:ext uri="{D42A27DB-BD31-4B8C-83A1-F6EECF244321}">
                <p14:modId xmlns:p14="http://schemas.microsoft.com/office/powerpoint/2010/main" val="435910878"/>
              </p:ext>
            </p:extLst>
          </p:nvPr>
        </p:nvGraphicFramePr>
        <p:xfrm>
          <a:off x="828675" y="2606674"/>
          <a:ext cx="9153525" cy="36915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1891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2FD9E013-15A1-455B-98C5-0A01CB96856B}"/>
                                            </p:graphicEl>
                                          </p:spTgt>
                                        </p:tgtEl>
                                        <p:attrNameLst>
                                          <p:attrName>style.visibility</p:attrName>
                                        </p:attrNameLst>
                                      </p:cBhvr>
                                      <p:to>
                                        <p:strVal val="visible"/>
                                      </p:to>
                                    </p:set>
                                    <p:anim calcmode="lin" valueType="num">
                                      <p:cBhvr additive="base">
                                        <p:cTn id="7" dur="500" fill="hold"/>
                                        <p:tgtEl>
                                          <p:spTgt spid="3">
                                            <p:graphicEl>
                                              <a:dgm id="{2FD9E013-15A1-455B-98C5-0A01CB96856B}"/>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2FD9E013-15A1-455B-98C5-0A01CB96856B}"/>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6CF63CF4-D9B3-4B16-958A-783946F4B8FD}"/>
                                            </p:graphicEl>
                                          </p:spTgt>
                                        </p:tgtEl>
                                        <p:attrNameLst>
                                          <p:attrName>style.visibility</p:attrName>
                                        </p:attrNameLst>
                                      </p:cBhvr>
                                      <p:to>
                                        <p:strVal val="visible"/>
                                      </p:to>
                                    </p:set>
                                    <p:anim calcmode="lin" valueType="num">
                                      <p:cBhvr additive="base">
                                        <p:cTn id="13" dur="500" fill="hold"/>
                                        <p:tgtEl>
                                          <p:spTgt spid="3">
                                            <p:graphicEl>
                                              <a:dgm id="{6CF63CF4-D9B3-4B16-958A-783946F4B8F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6CF63CF4-D9B3-4B16-958A-783946F4B8F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3" name="Rectangle 62">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5" name="Rectangle 64">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
            <a:ext cx="12192000" cy="22176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7" name="Rectangle 66">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2224386"/>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003218" cy="1494194"/>
          </a:xfrm>
        </p:spPr>
        <p:txBody>
          <a:bodyPr>
            <a:normAutofit/>
          </a:bodyPr>
          <a:lstStyle/>
          <a:p>
            <a:r>
              <a:rPr lang="en-US" dirty="0">
                <a:latin typeface="Arial" panose="020B0604020202020204" pitchFamily="34" charset="0"/>
                <a:cs typeface="Arial" panose="020B0604020202020204" pitchFamily="34" charset="0"/>
              </a:rPr>
              <a:t>Continuous Consistency: Cont..</a:t>
            </a:r>
            <a:endParaRPr lang="en-PK"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D0D06328-2035-3836-31A4-009D38EF119E}"/>
              </a:ext>
            </a:extLst>
          </p:cNvPr>
          <p:cNvSpPr>
            <a:spLocks noGrp="1"/>
          </p:cNvSpPr>
          <p:nvPr>
            <p:ph idx="1"/>
          </p:nvPr>
        </p:nvSpPr>
        <p:spPr>
          <a:xfrm>
            <a:off x="301320" y="2598529"/>
            <a:ext cx="5585772" cy="3987205"/>
          </a:xfrm>
        </p:spPr>
        <p:txBody>
          <a:bodyPr anchor="t">
            <a:normAutofit lnSpcReduction="10000"/>
          </a:bodyPr>
          <a:lstStyle/>
          <a:p>
            <a:pPr algn="just"/>
            <a:r>
              <a:rPr lang="en-US" sz="1800" dirty="0">
                <a:solidFill>
                  <a:schemeClr val="tx1"/>
                </a:solidFill>
                <a:latin typeface="Arial" panose="020B0604020202020204" pitchFamily="34" charset="0"/>
                <a:cs typeface="Arial" panose="020B0604020202020204" pitchFamily="34" charset="0"/>
              </a:rPr>
              <a:t>A </a:t>
            </a:r>
            <a:r>
              <a:rPr lang="en-US" sz="1800" dirty="0" err="1">
                <a:solidFill>
                  <a:schemeClr val="tx1"/>
                </a:solidFill>
                <a:latin typeface="Arial" panose="020B0604020202020204" pitchFamily="34" charset="0"/>
                <a:cs typeface="Arial" panose="020B0604020202020204" pitchFamily="34" charset="0"/>
              </a:rPr>
              <a:t>conit</a:t>
            </a:r>
            <a:r>
              <a:rPr lang="en-US" sz="1800" dirty="0">
                <a:solidFill>
                  <a:schemeClr val="tx1"/>
                </a:solidFill>
                <a:latin typeface="Arial" panose="020B0604020202020204" pitchFamily="34" charset="0"/>
                <a:cs typeface="Arial" panose="020B0604020202020204" pitchFamily="34" charset="0"/>
              </a:rPr>
              <a:t> specifies the unit over which consistency is to be measured. </a:t>
            </a:r>
          </a:p>
          <a:p>
            <a:pPr algn="just"/>
            <a:r>
              <a:rPr lang="en-US" sz="1800" dirty="0">
                <a:solidFill>
                  <a:schemeClr val="tx1"/>
                </a:solidFill>
                <a:latin typeface="Arial" panose="020B0604020202020204" pitchFamily="34" charset="0"/>
                <a:cs typeface="Arial" panose="020B0604020202020204" pitchFamily="34" charset="0"/>
              </a:rPr>
              <a:t>Example: numerical and ordering deviations.</a:t>
            </a:r>
          </a:p>
          <a:p>
            <a:pPr marL="457200" lvl="1" indent="0" algn="just">
              <a:buNone/>
            </a:pPr>
            <a:r>
              <a:rPr lang="en-US" sz="1800" dirty="0">
                <a:solidFill>
                  <a:schemeClr val="tx1"/>
                </a:solidFill>
                <a:latin typeface="Arial" panose="020B0604020202020204" pitchFamily="34" charset="0"/>
                <a:cs typeface="Arial" panose="020B0604020202020204" pitchFamily="34" charset="0"/>
              </a:rPr>
              <a:t>contains the variables x and y:</a:t>
            </a:r>
          </a:p>
          <a:p>
            <a:pPr lvl="1" algn="just"/>
            <a:r>
              <a:rPr lang="en-US" sz="1800" dirty="0">
                <a:solidFill>
                  <a:schemeClr val="tx1"/>
                </a:solidFill>
                <a:latin typeface="Arial" panose="020B0604020202020204" pitchFamily="34" charset="0"/>
                <a:cs typeface="Arial" panose="020B0604020202020204" pitchFamily="34" charset="0"/>
              </a:rPr>
              <a:t>Each replica maintains a vector clock</a:t>
            </a:r>
          </a:p>
          <a:p>
            <a:pPr lvl="1" algn="just"/>
            <a:r>
              <a:rPr lang="en-US" sz="1800" dirty="0">
                <a:solidFill>
                  <a:schemeClr val="tx1"/>
                </a:solidFill>
                <a:latin typeface="Arial" panose="020B0604020202020204" pitchFamily="34" charset="0"/>
                <a:cs typeface="Arial" panose="020B0604020202020204" pitchFamily="34" charset="0"/>
              </a:rPr>
              <a:t>B sends A operation [h5,Bi: x := x + 2]; </a:t>
            </a:r>
          </a:p>
          <a:p>
            <a:pPr lvl="1" algn="just"/>
            <a:r>
              <a:rPr lang="en-US" sz="1800" dirty="0">
                <a:solidFill>
                  <a:schemeClr val="tx1"/>
                </a:solidFill>
                <a:latin typeface="Arial" panose="020B0604020202020204" pitchFamily="34" charset="0"/>
                <a:cs typeface="Arial" panose="020B0604020202020204" pitchFamily="34" charset="0"/>
              </a:rPr>
              <a:t>A has made this operation permanent (cannot be rolled back)</a:t>
            </a:r>
          </a:p>
          <a:p>
            <a:pPr lvl="1" algn="just"/>
            <a:r>
              <a:rPr lang="en-US" sz="1800" dirty="0">
                <a:solidFill>
                  <a:schemeClr val="tx1"/>
                </a:solidFill>
                <a:latin typeface="Arial" panose="020B0604020202020204" pitchFamily="34" charset="0"/>
                <a:cs typeface="Arial" panose="020B0604020202020204" pitchFamily="34" charset="0"/>
              </a:rPr>
              <a:t>A has three pending operations;  order deviation = 3</a:t>
            </a:r>
          </a:p>
          <a:p>
            <a:pPr lvl="1" algn="just"/>
            <a:r>
              <a:rPr lang="en-US" sz="1800" dirty="0">
                <a:solidFill>
                  <a:schemeClr val="tx1"/>
                </a:solidFill>
                <a:latin typeface="Arial" panose="020B0604020202020204" pitchFamily="34" charset="0"/>
                <a:cs typeface="Arial" panose="020B0604020202020204" pitchFamily="34" charset="0"/>
              </a:rPr>
              <a:t>A has missed one operation from B, yielding a max diff of 5 units ) (1,5)</a:t>
            </a:r>
          </a:p>
        </p:txBody>
      </p:sp>
      <p:pic>
        <p:nvPicPr>
          <p:cNvPr id="7" name="Picture 6" descr="Diagram&#10;&#10;Description automatically generated">
            <a:extLst>
              <a:ext uri="{FF2B5EF4-FFF2-40B4-BE49-F238E27FC236}">
                <a16:creationId xmlns:a16="http://schemas.microsoft.com/office/drawing/2014/main" id="{E783E861-AB07-7A49-B759-130EE96CAEC9}"/>
              </a:ext>
            </a:extLst>
          </p:cNvPr>
          <p:cNvPicPr>
            <a:picLocks noChangeAspect="1"/>
          </p:cNvPicPr>
          <p:nvPr/>
        </p:nvPicPr>
        <p:blipFill>
          <a:blip r:embed="rId4"/>
          <a:stretch>
            <a:fillRect/>
          </a:stretch>
        </p:blipFill>
        <p:spPr>
          <a:xfrm>
            <a:off x="5996628" y="2908883"/>
            <a:ext cx="5585772" cy="322578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TextBox 8">
            <a:extLst>
              <a:ext uri="{FF2B5EF4-FFF2-40B4-BE49-F238E27FC236}">
                <a16:creationId xmlns:a16="http://schemas.microsoft.com/office/drawing/2014/main" id="{BCA34BCB-EF2E-BC4F-FCF4-17348DB2DD88}"/>
              </a:ext>
            </a:extLst>
          </p:cNvPr>
          <p:cNvSpPr txBox="1"/>
          <p:nvPr/>
        </p:nvSpPr>
        <p:spPr>
          <a:xfrm>
            <a:off x="6091240" y="6211669"/>
            <a:ext cx="6097712" cy="646331"/>
          </a:xfrm>
          <a:prstGeom prst="rect">
            <a:avLst/>
          </a:prstGeom>
          <a:noFill/>
        </p:spPr>
        <p:txBody>
          <a:bodyPr wrap="square">
            <a:spAutoFit/>
          </a:bodyPr>
          <a:lstStyle/>
          <a:p>
            <a:pPr algn="ctr"/>
            <a:r>
              <a:rPr lang="en-US" dirty="0">
                <a:latin typeface="Arial" panose="020B0604020202020204" pitchFamily="34" charset="0"/>
                <a:cs typeface="Arial" panose="020B0604020202020204" pitchFamily="34" charset="0"/>
              </a:rPr>
              <a:t>An example of keeping track of consistency deviations [adapted from (Yu and Vahdat, 2002)]. </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5564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Data-Centric Consistency Models: Sequential Consistency </a:t>
            </a:r>
          </a:p>
        </p:txBody>
      </p:sp>
    </p:spTree>
    <p:extLst>
      <p:ext uri="{BB962C8B-B14F-4D97-AF65-F5344CB8AC3E}">
        <p14:creationId xmlns:p14="http://schemas.microsoft.com/office/powerpoint/2010/main" val="1473708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370269369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8985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98643" y="381000"/>
            <a:ext cx="10502757" cy="1600124"/>
          </a:xfrm>
        </p:spPr>
        <p:txBody>
          <a:bodyPr>
            <a:normAutofit/>
          </a:bodyPr>
          <a:lstStyle/>
          <a:p>
            <a:r>
              <a:rPr lang="en-US" dirty="0">
                <a:latin typeface="Arial" panose="020B0604020202020204" pitchFamily="34" charset="0"/>
                <a:cs typeface="Arial" panose="020B0604020202020204" pitchFamily="34" charset="0"/>
              </a:rPr>
              <a:t>Data-Centric Consistency Models: Sequential Consistency </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828675" y="2362125"/>
            <a:ext cx="10031109" cy="3627710"/>
          </a:xfrm>
        </p:spPr>
        <p:txBody>
          <a:bodyPr anchor="ctr">
            <a:normAutofit/>
          </a:bodyPr>
          <a:lstStyle/>
          <a:p>
            <a:pPr marL="0" indent="0">
              <a:lnSpc>
                <a:spcPct val="100000"/>
              </a:lnSpc>
              <a:buNone/>
            </a:pPr>
            <a:r>
              <a:rPr lang="en-US" dirty="0">
                <a:solidFill>
                  <a:schemeClr val="tx1">
                    <a:alpha val="80000"/>
                  </a:schemeClr>
                </a:solidFill>
                <a:latin typeface="Arial" panose="020B0604020202020204" pitchFamily="34" charset="0"/>
                <a:cs typeface="Arial" panose="020B0604020202020204" pitchFamily="34" charset="0"/>
              </a:rPr>
              <a:t>      </a:t>
            </a:r>
          </a:p>
          <a:p>
            <a:pPr marL="0" indent="0" algn="ctr">
              <a:lnSpc>
                <a:spcPct val="100000"/>
              </a:lnSpc>
              <a:buNone/>
            </a:pPr>
            <a:r>
              <a:rPr lang="en-US" dirty="0">
                <a:solidFill>
                  <a:schemeClr val="tx1">
                    <a:alpha val="80000"/>
                  </a:schemeClr>
                </a:solidFill>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“The result of any execution is the same as if the (read and write) operations by all processes on the data-store were executed in the </a:t>
            </a:r>
            <a:r>
              <a:rPr lang="en-US" u="sng" dirty="0">
                <a:solidFill>
                  <a:srgbClr val="0000FF"/>
                </a:solidFill>
                <a:latin typeface="Arial" panose="020B0604020202020204" pitchFamily="34" charset="0"/>
                <a:cs typeface="Arial" panose="020B0604020202020204" pitchFamily="34" charset="0"/>
              </a:rPr>
              <a:t>same sequential order </a:t>
            </a:r>
            <a:r>
              <a:rPr lang="en-US" dirty="0">
                <a:solidFill>
                  <a:schemeClr val="tx1"/>
                </a:solidFill>
                <a:latin typeface="Arial" panose="020B0604020202020204" pitchFamily="34" charset="0"/>
                <a:cs typeface="Arial" panose="020B0604020202020204" pitchFamily="34" charset="0"/>
              </a:rPr>
              <a:t>and the operations of each individual process appear in this sequence in the order specified by its program</a:t>
            </a:r>
            <a:r>
              <a:rPr lang="en-US" i="0" dirty="0">
                <a:solidFill>
                  <a:schemeClr val="tx1"/>
                </a:solidFill>
                <a:effectLst/>
                <a:latin typeface="Arial" panose="020B0604020202020204" pitchFamily="34" charset="0"/>
                <a:cs typeface="Arial" panose="020B0604020202020204" pitchFamily="34" charset="0"/>
              </a:rPr>
              <a:t>.</a:t>
            </a:r>
            <a:r>
              <a:rPr lang="en-US" dirty="0">
                <a:solidFill>
                  <a:schemeClr val="tx1"/>
                </a:solidFill>
                <a:latin typeface="Arial" panose="020B0604020202020204" pitchFamily="34" charset="0"/>
                <a:cs typeface="Arial" panose="020B0604020202020204" pitchFamily="34" charset="0"/>
              </a:rPr>
              <a:t>”</a:t>
            </a: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864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5" name="Rectangle 6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7" name="Rectangle 6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
            <a:ext cx="12192000" cy="22176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9" name="Rectangle 6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2224386"/>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003218" cy="1600124"/>
          </a:xfrm>
        </p:spPr>
        <p:txBody>
          <a:bodyPr>
            <a:normAutofit/>
          </a:bodyPr>
          <a:lstStyle/>
          <a:p>
            <a:r>
              <a:rPr lang="en-US">
                <a:latin typeface="Arial" panose="020B0604020202020204" pitchFamily="34" charset="0"/>
                <a:cs typeface="Arial" panose="020B0604020202020204" pitchFamily="34" charset="0"/>
              </a:rPr>
              <a:t>Sequential Consistency Cont…</a:t>
            </a:r>
            <a:endParaRPr lang="en-PK">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EE6D038-F4DE-A5D9-1F3B-F5068921371C}"/>
              </a:ext>
            </a:extLst>
          </p:cNvPr>
          <p:cNvSpPr>
            <a:spLocks noGrp="1"/>
          </p:cNvSpPr>
          <p:nvPr>
            <p:ph idx="1"/>
          </p:nvPr>
        </p:nvSpPr>
        <p:spPr>
          <a:xfrm>
            <a:off x="838200" y="2598529"/>
            <a:ext cx="4800600" cy="4141317"/>
          </a:xfrm>
        </p:spPr>
        <p:txBody>
          <a:bodyPr anchor="ctr">
            <a:normAutofit/>
          </a:bodyPr>
          <a:lstStyle/>
          <a:p>
            <a:pPr algn="just">
              <a:lnSpc>
                <a:spcPct val="100000"/>
              </a:lnSpc>
            </a:pPr>
            <a:r>
              <a:rPr lang="en-US" sz="1600" dirty="0">
                <a:solidFill>
                  <a:schemeClr val="tx1"/>
                </a:solidFill>
                <a:latin typeface="Arial" panose="020B0604020202020204" pitchFamily="34" charset="0"/>
                <a:cs typeface="Arial" panose="020B0604020202020204" pitchFamily="34" charset="0"/>
              </a:rPr>
              <a:t>A weaker consistency model, which represents a relaxation of the rules.</a:t>
            </a:r>
          </a:p>
          <a:p>
            <a:pPr algn="just">
              <a:lnSpc>
                <a:spcPct val="100000"/>
              </a:lnSpc>
            </a:pPr>
            <a:r>
              <a:rPr lang="en-US" sz="1600" dirty="0">
                <a:solidFill>
                  <a:schemeClr val="tx1"/>
                </a:solidFill>
                <a:latin typeface="Arial" panose="020B0604020202020204" pitchFamily="34" charset="0"/>
                <a:cs typeface="Arial" panose="020B0604020202020204" pitchFamily="34" charset="0"/>
              </a:rPr>
              <a:t>It is also must easier to implement.</a:t>
            </a:r>
          </a:p>
          <a:p>
            <a:pPr algn="just">
              <a:lnSpc>
                <a:spcPct val="100000"/>
              </a:lnSpc>
            </a:pPr>
            <a:r>
              <a:rPr lang="en-US" sz="1600" dirty="0">
                <a:solidFill>
                  <a:schemeClr val="tx1"/>
                </a:solidFill>
                <a:latin typeface="Arial" panose="020B0604020202020204" pitchFamily="34" charset="0"/>
                <a:cs typeface="Arial" panose="020B0604020202020204" pitchFamily="34" charset="0"/>
              </a:rPr>
              <a:t>Example: Time independent process. Four processes operating on the same data item x.</a:t>
            </a:r>
          </a:p>
          <a:p>
            <a:pPr lvl="1" algn="just">
              <a:lnSpc>
                <a:spcPct val="100000"/>
              </a:lnSpc>
            </a:pPr>
            <a:r>
              <a:rPr lang="en-US" sz="1600" dirty="0">
                <a:solidFill>
                  <a:schemeClr val="tx1"/>
                </a:solidFill>
                <a:latin typeface="Arial" panose="020B0604020202020204" pitchFamily="34" charset="0"/>
                <a:cs typeface="Arial" panose="020B0604020202020204" pitchFamily="34" charset="0"/>
              </a:rPr>
              <a:t>Process P1 first performs W(x)a to x.</a:t>
            </a:r>
          </a:p>
          <a:p>
            <a:pPr lvl="1" algn="just">
              <a:lnSpc>
                <a:spcPct val="100000"/>
              </a:lnSpc>
            </a:pPr>
            <a:r>
              <a:rPr lang="en-US" sz="1600" dirty="0">
                <a:solidFill>
                  <a:schemeClr val="tx1"/>
                </a:solidFill>
                <a:latin typeface="Arial" panose="020B0604020202020204" pitchFamily="34" charset="0"/>
                <a:cs typeface="Arial" panose="020B0604020202020204" pitchFamily="34" charset="0"/>
              </a:rPr>
              <a:t>Later (in absolute time), process P2 performs a write operation, by setting the value of x to b.</a:t>
            </a:r>
          </a:p>
          <a:p>
            <a:pPr lvl="1" algn="just">
              <a:lnSpc>
                <a:spcPct val="100000"/>
              </a:lnSpc>
            </a:pPr>
            <a:r>
              <a:rPr lang="en-US" sz="1600" dirty="0">
                <a:solidFill>
                  <a:schemeClr val="tx1"/>
                </a:solidFill>
                <a:latin typeface="Arial" panose="020B0604020202020204" pitchFamily="34" charset="0"/>
                <a:cs typeface="Arial" panose="020B0604020202020204" pitchFamily="34" charset="0"/>
              </a:rPr>
              <a:t>Both P3 and P4 first read value b, and later value a.</a:t>
            </a:r>
          </a:p>
          <a:p>
            <a:pPr lvl="1" algn="just">
              <a:lnSpc>
                <a:spcPct val="100000"/>
              </a:lnSpc>
            </a:pPr>
            <a:r>
              <a:rPr lang="en-US" sz="1600" dirty="0">
                <a:solidFill>
                  <a:schemeClr val="tx1"/>
                </a:solidFill>
                <a:latin typeface="Arial" panose="020B0604020202020204" pitchFamily="34" charset="0"/>
                <a:cs typeface="Arial" panose="020B0604020202020204" pitchFamily="34" charset="0"/>
              </a:rPr>
              <a:t>Write operation of process P2 appears to have taken place before that of P1.</a:t>
            </a:r>
          </a:p>
          <a:p>
            <a:pPr marL="457200" lvl="1" indent="0">
              <a:lnSpc>
                <a:spcPct val="100000"/>
              </a:lnSpc>
              <a:buNone/>
            </a:pPr>
            <a:endParaRPr lang="en-PK" sz="1400"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EBCFA28-7826-ABAE-8051-E8409F621C83}"/>
              </a:ext>
            </a:extLst>
          </p:cNvPr>
          <p:cNvPicPr>
            <a:picLocks noChangeAspect="1"/>
          </p:cNvPicPr>
          <p:nvPr/>
        </p:nvPicPr>
        <p:blipFill>
          <a:blip r:embed="rId4"/>
          <a:stretch>
            <a:fillRect/>
          </a:stretch>
        </p:blipFill>
        <p:spPr>
          <a:xfrm>
            <a:off x="5996628" y="3404619"/>
            <a:ext cx="5585772" cy="223430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0" name="TextBox 9">
            <a:extLst>
              <a:ext uri="{FF2B5EF4-FFF2-40B4-BE49-F238E27FC236}">
                <a16:creationId xmlns:a16="http://schemas.microsoft.com/office/drawing/2014/main" id="{330F4D71-6882-65A1-B899-C82EC2687CCB}"/>
              </a:ext>
            </a:extLst>
          </p:cNvPr>
          <p:cNvSpPr txBox="1"/>
          <p:nvPr/>
        </p:nvSpPr>
        <p:spPr>
          <a:xfrm>
            <a:off x="6777091" y="5875756"/>
            <a:ext cx="4276618" cy="372707"/>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(a) A sequentially consistent data store. </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7039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
            <a:ext cx="12192000" cy="22176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 name="Rectangle 55">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2224386"/>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003218" cy="1600124"/>
          </a:xfrm>
        </p:spPr>
        <p:txBody>
          <a:bodyPr>
            <a:normAutofit/>
          </a:bodyPr>
          <a:lstStyle/>
          <a:p>
            <a:r>
              <a:rPr lang="en-US">
                <a:latin typeface="Arial" panose="020B0604020202020204" pitchFamily="34" charset="0"/>
                <a:cs typeface="Arial" panose="020B0604020202020204" pitchFamily="34" charset="0"/>
              </a:rPr>
              <a:t>Sequential Consistency Cont…</a:t>
            </a:r>
            <a:endParaRPr lang="en-PK">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EE6D038-F4DE-A5D9-1F3B-F5068921371C}"/>
              </a:ext>
            </a:extLst>
          </p:cNvPr>
          <p:cNvSpPr>
            <a:spLocks noGrp="1"/>
          </p:cNvSpPr>
          <p:nvPr>
            <p:ph idx="1"/>
          </p:nvPr>
        </p:nvSpPr>
        <p:spPr>
          <a:xfrm>
            <a:off x="359596" y="2745362"/>
            <a:ext cx="5279204" cy="3552824"/>
          </a:xfrm>
        </p:spPr>
        <p:txBody>
          <a:bodyPr anchor="ctr">
            <a:normAutofit/>
          </a:bodyPr>
          <a:lstStyle/>
          <a:p>
            <a:pPr marL="0" indent="0">
              <a:lnSpc>
                <a:spcPct val="100000"/>
              </a:lnSpc>
              <a:buNone/>
            </a:pPr>
            <a:r>
              <a:rPr lang="en-US" sz="1800" dirty="0">
                <a:solidFill>
                  <a:schemeClr val="tx1"/>
                </a:solidFill>
                <a:latin typeface="Arial" panose="020B0604020202020204" pitchFamily="34" charset="0"/>
                <a:cs typeface="Arial" panose="020B0604020202020204" pitchFamily="34" charset="0"/>
              </a:rPr>
              <a:t>Example: Time independent process. Four processes operating on the same data item x.</a:t>
            </a:r>
          </a:p>
          <a:p>
            <a:pPr lvl="1">
              <a:lnSpc>
                <a:spcPct val="100000"/>
              </a:lnSpc>
            </a:pPr>
            <a:r>
              <a:rPr lang="en-US" sz="1800" dirty="0">
                <a:solidFill>
                  <a:schemeClr val="tx1"/>
                </a:solidFill>
                <a:latin typeface="Arial" panose="020B0604020202020204" pitchFamily="34" charset="0"/>
                <a:cs typeface="Arial" panose="020B0604020202020204" pitchFamily="34" charset="0"/>
              </a:rPr>
              <a:t>Violates sequential consistency - not all processes see the same interleaving of write operations.</a:t>
            </a:r>
          </a:p>
          <a:p>
            <a:pPr lvl="1">
              <a:lnSpc>
                <a:spcPct val="100000"/>
              </a:lnSpc>
            </a:pPr>
            <a:r>
              <a:rPr lang="en-US" sz="1800" dirty="0">
                <a:solidFill>
                  <a:schemeClr val="tx1"/>
                </a:solidFill>
                <a:latin typeface="Arial" panose="020B0604020202020204" pitchFamily="34" charset="0"/>
                <a:cs typeface="Arial" panose="020B0604020202020204" pitchFamily="34" charset="0"/>
              </a:rPr>
              <a:t>To process P3, it appears as if the data item has first been changed to b, and later to a.</a:t>
            </a:r>
          </a:p>
          <a:p>
            <a:pPr lvl="1">
              <a:lnSpc>
                <a:spcPct val="100000"/>
              </a:lnSpc>
            </a:pPr>
            <a:r>
              <a:rPr lang="en-US" sz="1800" dirty="0">
                <a:solidFill>
                  <a:schemeClr val="tx1"/>
                </a:solidFill>
                <a:latin typeface="Arial" panose="020B0604020202020204" pitchFamily="34" charset="0"/>
                <a:cs typeface="Arial" panose="020B0604020202020204" pitchFamily="34" charset="0"/>
              </a:rPr>
              <a:t>But, P4 will conclude that the final value is b.</a:t>
            </a:r>
            <a:endParaRPr lang="en-PK" sz="1800" dirty="0">
              <a:solidFill>
                <a:schemeClr val="tx1"/>
              </a:solidFill>
              <a:latin typeface="Arial" panose="020B0604020202020204" pitchFamily="34" charset="0"/>
              <a:cs typeface="Arial" panose="020B0604020202020204" pitchFamily="34" charset="0"/>
            </a:endParaRPr>
          </a:p>
        </p:txBody>
      </p:sp>
      <p:pic>
        <p:nvPicPr>
          <p:cNvPr id="5" name="Picture 4" descr="Table&#10;&#10;Description automatically generated">
            <a:extLst>
              <a:ext uri="{FF2B5EF4-FFF2-40B4-BE49-F238E27FC236}">
                <a16:creationId xmlns:a16="http://schemas.microsoft.com/office/drawing/2014/main" id="{0589657C-2963-CA4B-D788-57DD44354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96628" y="3369408"/>
            <a:ext cx="5585772" cy="2304731"/>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121E59CC-E0A8-7341-A23C-E8CED5D9578E}"/>
              </a:ext>
            </a:extLst>
          </p:cNvPr>
          <p:cNvSpPr txBox="1"/>
          <p:nvPr/>
        </p:nvSpPr>
        <p:spPr>
          <a:xfrm>
            <a:off x="6359702" y="6000108"/>
            <a:ext cx="5352837"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 A data store that is not sequentially consistent. </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730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Data-Centric Consistency Models: Causal Consistency</a:t>
            </a:r>
          </a:p>
        </p:txBody>
      </p:sp>
    </p:spTree>
    <p:extLst>
      <p:ext uri="{BB962C8B-B14F-4D97-AF65-F5344CB8AC3E}">
        <p14:creationId xmlns:p14="http://schemas.microsoft.com/office/powerpoint/2010/main" val="818615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4219998732"/>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70171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410966" y="381000"/>
            <a:ext cx="10790434" cy="1600124"/>
          </a:xfrm>
        </p:spPr>
        <p:txBody>
          <a:bodyPr>
            <a:normAutofit/>
          </a:bodyPr>
          <a:lstStyle/>
          <a:p>
            <a:r>
              <a:rPr lang="en-US" dirty="0">
                <a:latin typeface="Arial" panose="020B0604020202020204" pitchFamily="34" charset="0"/>
                <a:cs typeface="Arial" panose="020B0604020202020204" pitchFamily="34" charset="0"/>
              </a:rPr>
              <a:t>Data-Centric Consistency Models: Causal Consistency</a:t>
            </a:r>
            <a:endParaRPr lang="en-PK" dirty="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391BB737-5CBC-9D7D-9A16-D3D4862B235D}"/>
              </a:ext>
            </a:extLst>
          </p:cNvPr>
          <p:cNvGraphicFramePr>
            <a:graphicFrameLocks noGrp="1"/>
          </p:cNvGraphicFramePr>
          <p:nvPr>
            <p:ph idx="1"/>
            <p:extLst>
              <p:ext uri="{D42A27DB-BD31-4B8C-83A1-F6EECF244321}">
                <p14:modId xmlns:p14="http://schemas.microsoft.com/office/powerpoint/2010/main" val="3523812771"/>
              </p:ext>
            </p:extLst>
          </p:nvPr>
        </p:nvGraphicFramePr>
        <p:xfrm>
          <a:off x="1185755" y="2455524"/>
          <a:ext cx="10136365" cy="42432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98997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10072956" cy="1032681"/>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Causal Consistency Example</a:t>
            </a:r>
            <a:endParaRPr lang="en-PK" sz="138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E432D7D0-455C-F865-5C68-6E70AED0D40B}"/>
              </a:ext>
            </a:extLst>
          </p:cNvPr>
          <p:cNvGraphicFramePr>
            <a:graphicFrameLocks noGrp="1"/>
          </p:cNvGraphicFramePr>
          <p:nvPr>
            <p:ph idx="1"/>
            <p:extLst>
              <p:ext uri="{D42A27DB-BD31-4B8C-83A1-F6EECF244321}">
                <p14:modId xmlns:p14="http://schemas.microsoft.com/office/powerpoint/2010/main" val="1649649801"/>
              </p:ext>
            </p:extLst>
          </p:nvPr>
        </p:nvGraphicFramePr>
        <p:xfrm>
          <a:off x="838200" y="1839074"/>
          <a:ext cx="10515600" cy="430613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072434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10072956" cy="1032681"/>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Causal Consistency Example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38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3" name="Content Placeholder 2">
            <a:extLst>
              <a:ext uri="{FF2B5EF4-FFF2-40B4-BE49-F238E27FC236}">
                <a16:creationId xmlns:a16="http://schemas.microsoft.com/office/drawing/2014/main" id="{5075A01C-E321-084B-6FA5-540106C29BCF}"/>
              </a:ext>
            </a:extLst>
          </p:cNvPr>
          <p:cNvSpPr>
            <a:spLocks noGrp="1"/>
          </p:cNvSpPr>
          <p:nvPr>
            <p:ph idx="1"/>
          </p:nvPr>
        </p:nvSpPr>
        <p:spPr>
          <a:xfrm>
            <a:off x="838200" y="1839074"/>
            <a:ext cx="10515600" cy="4306139"/>
          </a:xfrm>
        </p:spPr>
        <p:txBody>
          <a:bodyPr>
            <a:normAutofit/>
          </a:bodyPr>
          <a:lstStyle/>
          <a:p>
            <a:pPr marL="0" indent="0">
              <a:buNone/>
            </a:pPr>
            <a:r>
              <a:rPr lang="en-US" dirty="0">
                <a:solidFill>
                  <a:schemeClr val="tx1"/>
                </a:solidFill>
                <a:latin typeface="Arial" panose="020B0604020202020204" pitchFamily="34" charset="0"/>
                <a:cs typeface="Arial" panose="020B0604020202020204" pitchFamily="34" charset="0"/>
              </a:rPr>
              <a:t>Example 1: This sequence is allowed with a causally-consistent store, but not with a sequentially consistent store.</a:t>
            </a:r>
          </a:p>
          <a:p>
            <a:pPr marL="0" indent="0">
              <a:buNone/>
            </a:pPr>
            <a:endParaRPr lang="en-PK" dirty="0">
              <a:solidFill>
                <a:schemeClr val="tx1"/>
              </a:solidFill>
              <a:latin typeface="Arial" panose="020B0604020202020204" pitchFamily="34" charset="0"/>
              <a:cs typeface="Arial" panose="020B0604020202020204" pitchFamily="34" charset="0"/>
            </a:endParaRPr>
          </a:p>
        </p:txBody>
      </p:sp>
      <p:pic>
        <p:nvPicPr>
          <p:cNvPr id="4" name="Picture 4" descr="07-08">
            <a:extLst>
              <a:ext uri="{FF2B5EF4-FFF2-40B4-BE49-F238E27FC236}">
                <a16:creationId xmlns:a16="http://schemas.microsoft.com/office/drawing/2014/main" id="{AA5238BD-C6C6-DC69-1D80-60B8E5B068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6603" y="3339307"/>
            <a:ext cx="7219950" cy="2108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95463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4"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461339"/>
            <a:ext cx="10874339" cy="1028741"/>
          </a:xfrm>
        </p:spPr>
        <p:txBody>
          <a:bodyPr>
            <a:normAutofit/>
          </a:bodyPr>
          <a:lstStyle/>
          <a:p>
            <a:r>
              <a:rPr lang="en-US" dirty="0">
                <a:solidFill>
                  <a:schemeClr val="tx2"/>
                </a:solidFill>
                <a:latin typeface="Arial" panose="020B0604020202020204" pitchFamily="34" charset="0"/>
                <a:cs typeface="Arial" panose="020B0604020202020204" pitchFamily="34" charset="0"/>
              </a:rPr>
              <a:t>Causal Consistency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075A01C-E321-084B-6FA5-540106C29BCF}"/>
              </a:ext>
            </a:extLst>
          </p:cNvPr>
          <p:cNvSpPr>
            <a:spLocks noGrp="1"/>
          </p:cNvSpPr>
          <p:nvPr>
            <p:ph idx="1"/>
          </p:nvPr>
        </p:nvSpPr>
        <p:spPr>
          <a:xfrm>
            <a:off x="838200" y="2137025"/>
            <a:ext cx="4647901" cy="3877588"/>
          </a:xfrm>
        </p:spPr>
        <p:txBody>
          <a:bodyPr>
            <a:normAutofit/>
          </a:bodyPr>
          <a:lstStyle/>
          <a:p>
            <a:pPr marL="0" indent="0">
              <a:lnSpc>
                <a:spcPct val="100000"/>
              </a:lnSpc>
              <a:buNone/>
            </a:pPr>
            <a:r>
              <a:rPr lang="en-US" sz="1800" dirty="0">
                <a:solidFill>
                  <a:schemeClr val="tx2"/>
                </a:solidFill>
                <a:latin typeface="Arial" panose="020B0604020202020204" pitchFamily="34" charset="0"/>
                <a:cs typeface="Arial" panose="020B0604020202020204" pitchFamily="34" charset="0"/>
              </a:rPr>
              <a:t>Example 2:  </a:t>
            </a:r>
          </a:p>
          <a:p>
            <a:pPr>
              <a:lnSpc>
                <a:spcPct val="100000"/>
              </a:lnSpc>
            </a:pPr>
            <a:r>
              <a:rPr lang="en-US" sz="1800" dirty="0">
                <a:solidFill>
                  <a:schemeClr val="tx2"/>
                </a:solidFill>
                <a:latin typeface="Arial" panose="020B0604020202020204" pitchFamily="34" charset="0"/>
                <a:cs typeface="Arial" panose="020B0604020202020204" pitchFamily="34" charset="0"/>
              </a:rPr>
              <a:t>W2(x)b potentially depending on W1(x)a because b may result from a computation involving the value read by R2(x)a.</a:t>
            </a:r>
          </a:p>
          <a:p>
            <a:pPr>
              <a:lnSpc>
                <a:spcPct val="100000"/>
              </a:lnSpc>
            </a:pPr>
            <a:r>
              <a:rPr lang="en-US" sz="1800" dirty="0">
                <a:solidFill>
                  <a:schemeClr val="tx2"/>
                </a:solidFill>
                <a:latin typeface="Arial" panose="020B0604020202020204" pitchFamily="34" charset="0"/>
                <a:cs typeface="Arial" panose="020B0604020202020204" pitchFamily="34" charset="0"/>
              </a:rPr>
              <a:t>The two writes are causally related, so all processes must see them in the same order.</a:t>
            </a:r>
          </a:p>
          <a:p>
            <a:pPr>
              <a:lnSpc>
                <a:spcPct val="100000"/>
              </a:lnSpc>
            </a:pPr>
            <a:r>
              <a:rPr lang="en-US" sz="1800" dirty="0">
                <a:solidFill>
                  <a:schemeClr val="tx2"/>
                </a:solidFill>
                <a:latin typeface="Arial" panose="020B0604020202020204" pitchFamily="34" charset="0"/>
                <a:cs typeface="Arial" panose="020B0604020202020204" pitchFamily="34" charset="0"/>
              </a:rPr>
              <a:t>It is incorrect.</a:t>
            </a:r>
          </a:p>
          <a:p>
            <a:pPr marL="0" indent="0">
              <a:lnSpc>
                <a:spcPct val="100000"/>
              </a:lnSpc>
              <a:buNone/>
            </a:pPr>
            <a:endParaRPr lang="en-PK" sz="1800" dirty="0">
              <a:solidFill>
                <a:schemeClr val="tx2"/>
              </a:solidFill>
              <a:latin typeface="Arial" panose="020B0604020202020204" pitchFamily="34" charset="0"/>
              <a:cs typeface="Arial" panose="020B0604020202020204" pitchFamily="34" charset="0"/>
            </a:endParaRPr>
          </a:p>
        </p:txBody>
      </p:sp>
      <p:pic>
        <p:nvPicPr>
          <p:cNvPr id="5" name="Picture 4" descr="07-09">
            <a:extLst>
              <a:ext uri="{FF2B5EF4-FFF2-40B4-BE49-F238E27FC236}">
                <a16:creationId xmlns:a16="http://schemas.microsoft.com/office/drawing/2014/main" id="{8865A5E6-6DB2-B87F-323A-54FD28E320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3322"/>
          <a:stretch>
            <a:fillRect/>
          </a:stretch>
        </p:blipFill>
        <p:spPr bwMode="auto">
          <a:xfrm>
            <a:off x="6626806" y="2654952"/>
            <a:ext cx="4817466" cy="154809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7" name="TextBox 6">
            <a:extLst>
              <a:ext uri="{FF2B5EF4-FFF2-40B4-BE49-F238E27FC236}">
                <a16:creationId xmlns:a16="http://schemas.microsoft.com/office/drawing/2014/main" id="{97592D16-ACF0-7736-0A83-7826A2B5956E}"/>
              </a:ext>
            </a:extLst>
          </p:cNvPr>
          <p:cNvSpPr txBox="1"/>
          <p:nvPr/>
        </p:nvSpPr>
        <p:spPr>
          <a:xfrm>
            <a:off x="6705901" y="4529785"/>
            <a:ext cx="6097712"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(a) A violation of a causally-consistent store.</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8229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4"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461339"/>
            <a:ext cx="10874339" cy="1028741"/>
          </a:xfrm>
        </p:spPr>
        <p:txBody>
          <a:bodyPr>
            <a:normAutofit/>
          </a:bodyPr>
          <a:lstStyle/>
          <a:p>
            <a:r>
              <a:rPr lang="en-US" dirty="0">
                <a:solidFill>
                  <a:schemeClr val="tx2"/>
                </a:solidFill>
                <a:latin typeface="Arial" panose="020B0604020202020204" pitchFamily="34" charset="0"/>
                <a:cs typeface="Arial" panose="020B0604020202020204" pitchFamily="34" charset="0"/>
              </a:rPr>
              <a:t>Causal Consistency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075A01C-E321-084B-6FA5-540106C29BCF}"/>
              </a:ext>
            </a:extLst>
          </p:cNvPr>
          <p:cNvSpPr>
            <a:spLocks noGrp="1"/>
          </p:cNvSpPr>
          <p:nvPr>
            <p:ph idx="1"/>
          </p:nvPr>
        </p:nvSpPr>
        <p:spPr>
          <a:xfrm>
            <a:off x="838200" y="2137024"/>
            <a:ext cx="5085812" cy="4348835"/>
          </a:xfrm>
        </p:spPr>
        <p:txBody>
          <a:bodyPr>
            <a:normAutofit/>
          </a:bodyPr>
          <a:lstStyle/>
          <a:p>
            <a:pPr marL="0" indent="0">
              <a:lnSpc>
                <a:spcPct val="100000"/>
              </a:lnSpc>
              <a:buNone/>
            </a:pPr>
            <a:r>
              <a:rPr lang="en-US" sz="1800" dirty="0">
                <a:solidFill>
                  <a:schemeClr val="tx2"/>
                </a:solidFill>
                <a:latin typeface="Arial" panose="020B0604020202020204" pitchFamily="34" charset="0"/>
                <a:cs typeface="Arial" panose="020B0604020202020204" pitchFamily="34" charset="0"/>
              </a:rPr>
              <a:t>Example 2: </a:t>
            </a:r>
          </a:p>
          <a:p>
            <a:pPr>
              <a:lnSpc>
                <a:spcPct val="100000"/>
              </a:lnSpc>
            </a:pPr>
            <a:r>
              <a:rPr lang="en-US" sz="1800" dirty="0">
                <a:solidFill>
                  <a:schemeClr val="tx2"/>
                </a:solidFill>
                <a:latin typeface="Arial" panose="020B0604020202020204" pitchFamily="34" charset="0"/>
                <a:cs typeface="Arial" panose="020B0604020202020204" pitchFamily="34" charset="0"/>
              </a:rPr>
              <a:t>Read has been removed, so W1(x)a and W2(x)b are now concurrent writes.</a:t>
            </a:r>
          </a:p>
          <a:p>
            <a:pPr>
              <a:lnSpc>
                <a:spcPct val="100000"/>
              </a:lnSpc>
            </a:pPr>
            <a:r>
              <a:rPr lang="en-US" sz="1800" dirty="0">
                <a:solidFill>
                  <a:schemeClr val="tx2"/>
                </a:solidFill>
                <a:latin typeface="Arial" panose="020B0604020202020204" pitchFamily="34" charset="0"/>
                <a:cs typeface="Arial" panose="020B0604020202020204" pitchFamily="34" charset="0"/>
              </a:rPr>
              <a:t>A causally-consistent store does not require concurrent writes to be globally ordered,</a:t>
            </a:r>
          </a:p>
          <a:p>
            <a:pPr>
              <a:lnSpc>
                <a:spcPct val="100000"/>
              </a:lnSpc>
            </a:pPr>
            <a:r>
              <a:rPr lang="en-US" sz="1800" dirty="0">
                <a:solidFill>
                  <a:schemeClr val="tx2"/>
                </a:solidFill>
                <a:latin typeface="Arial" panose="020B0604020202020204" pitchFamily="34" charset="0"/>
                <a:cs typeface="Arial" panose="020B0604020202020204" pitchFamily="34" charset="0"/>
              </a:rPr>
              <a:t>It is correct.</a:t>
            </a:r>
          </a:p>
          <a:p>
            <a:pPr marL="0" indent="0">
              <a:lnSpc>
                <a:spcPct val="100000"/>
              </a:lnSpc>
              <a:buNone/>
            </a:pPr>
            <a:r>
              <a:rPr lang="en-US" sz="1800" dirty="0">
                <a:solidFill>
                  <a:schemeClr val="tx2"/>
                </a:solidFill>
                <a:latin typeface="Arial" panose="020B0604020202020204" pitchFamily="34" charset="0"/>
                <a:cs typeface="Arial" panose="020B0604020202020204" pitchFamily="34" charset="0"/>
              </a:rPr>
              <a:t>Note: situation that would not be acceptable for a sequentially consistent store. </a:t>
            </a:r>
          </a:p>
          <a:p>
            <a:pPr marL="0" indent="0">
              <a:lnSpc>
                <a:spcPct val="100000"/>
              </a:lnSpc>
              <a:buNone/>
            </a:pPr>
            <a:endParaRPr lang="en-PK" sz="1800" dirty="0">
              <a:solidFill>
                <a:schemeClr val="tx2"/>
              </a:solidFill>
              <a:latin typeface="Arial" panose="020B0604020202020204" pitchFamily="34" charset="0"/>
              <a:cs typeface="Arial" panose="020B0604020202020204" pitchFamily="34" charset="0"/>
            </a:endParaRPr>
          </a:p>
        </p:txBody>
      </p:sp>
      <p:pic>
        <p:nvPicPr>
          <p:cNvPr id="56"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7" name="TextBox 6">
            <a:extLst>
              <a:ext uri="{FF2B5EF4-FFF2-40B4-BE49-F238E27FC236}">
                <a16:creationId xmlns:a16="http://schemas.microsoft.com/office/drawing/2014/main" id="{97592D16-ACF0-7736-0A83-7826A2B5956E}"/>
              </a:ext>
            </a:extLst>
          </p:cNvPr>
          <p:cNvSpPr txBox="1"/>
          <p:nvPr/>
        </p:nvSpPr>
        <p:spPr>
          <a:xfrm>
            <a:off x="6705901" y="5019862"/>
            <a:ext cx="6097712"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(a) A violation of a causally-consistent store.</a:t>
            </a:r>
            <a:endParaRPr lang="en-PK" dirty="0">
              <a:latin typeface="Arial" panose="020B0604020202020204" pitchFamily="34" charset="0"/>
              <a:cs typeface="Arial" panose="020B0604020202020204" pitchFamily="34" charset="0"/>
            </a:endParaRPr>
          </a:p>
        </p:txBody>
      </p:sp>
      <p:pic>
        <p:nvPicPr>
          <p:cNvPr id="4" name="Picture 4" descr="07-09">
            <a:extLst>
              <a:ext uri="{FF2B5EF4-FFF2-40B4-BE49-F238E27FC236}">
                <a16:creationId xmlns:a16="http://schemas.microsoft.com/office/drawing/2014/main" id="{D9AB92D2-C438-D41A-81A8-7531E33174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2791"/>
          <a:stretch>
            <a:fillRect/>
          </a:stretch>
        </p:blipFill>
        <p:spPr bwMode="auto">
          <a:xfrm>
            <a:off x="6400426" y="2517907"/>
            <a:ext cx="5312112" cy="22015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1983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Client-Centric Consistency Models: Eventual Consistency</a:t>
            </a:r>
          </a:p>
        </p:txBody>
      </p:sp>
    </p:spTree>
    <p:extLst>
      <p:ext uri="{BB962C8B-B14F-4D97-AF65-F5344CB8AC3E}">
        <p14:creationId xmlns:p14="http://schemas.microsoft.com/office/powerpoint/2010/main" val="1225472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3815309482"/>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8886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287676" y="381000"/>
            <a:ext cx="10913724" cy="1600124"/>
          </a:xfrm>
        </p:spPr>
        <p:txBody>
          <a:bodyPr>
            <a:normAutofit/>
          </a:bodyPr>
          <a:lstStyle/>
          <a:p>
            <a:r>
              <a:rPr lang="en-US" dirty="0">
                <a:latin typeface="Arial" panose="020B0604020202020204" pitchFamily="34" charset="0"/>
                <a:cs typeface="Arial" panose="020B0604020202020204" pitchFamily="34" charset="0"/>
              </a:rPr>
              <a:t>Client-Centric Consistency Models</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1185756" y="2691828"/>
            <a:ext cx="8796444" cy="3606357"/>
          </a:xfrm>
        </p:spPr>
        <p:txBody>
          <a:bodyPr anchor="t">
            <a:normAutofit/>
          </a:bodyPr>
          <a:lstStyle/>
          <a:p>
            <a:pPr marL="0" indent="0" algn="ctr">
              <a:buNone/>
            </a:pPr>
            <a:r>
              <a:rPr lang="en-US" dirty="0">
                <a:solidFill>
                  <a:schemeClr val="tx1">
                    <a:alpha val="80000"/>
                  </a:schemeClr>
                </a:solidFill>
                <a:latin typeface="Arial" panose="020B0604020202020204" pitchFamily="34" charset="0"/>
                <a:cs typeface="Arial" panose="020B0604020202020204" pitchFamily="34" charset="0"/>
              </a:rPr>
              <a:t>“A special class of distributed data-store which is characterized by the </a:t>
            </a:r>
            <a:r>
              <a:rPr lang="en-US" u="sng" dirty="0">
                <a:solidFill>
                  <a:srgbClr val="0A25F0">
                    <a:alpha val="80000"/>
                  </a:srgbClr>
                </a:solidFill>
                <a:latin typeface="Arial" panose="020B0604020202020204" pitchFamily="34" charset="0"/>
                <a:cs typeface="Arial" panose="020B0604020202020204" pitchFamily="34" charset="0"/>
              </a:rPr>
              <a:t>lack of simultaneous updates</a:t>
            </a:r>
            <a:r>
              <a:rPr lang="en-US" dirty="0">
                <a:solidFill>
                  <a:schemeClr val="tx1">
                    <a:alpha val="80000"/>
                  </a:schemeClr>
                </a:solidFill>
                <a:latin typeface="Arial" panose="020B0604020202020204" pitchFamily="34" charset="0"/>
                <a:cs typeface="Arial" panose="020B0604020202020204" pitchFamily="34" charset="0"/>
              </a:rPr>
              <a:t>.  Here, the emphasis is more on maintaining a consistent view of things for </a:t>
            </a:r>
            <a:r>
              <a:rPr lang="en-US" dirty="0">
                <a:solidFill>
                  <a:srgbClr val="C00000">
                    <a:alpha val="80000"/>
                  </a:srgbClr>
                </a:solidFill>
                <a:latin typeface="Arial" panose="020B0604020202020204" pitchFamily="34" charset="0"/>
                <a:cs typeface="Arial" panose="020B0604020202020204" pitchFamily="34" charset="0"/>
              </a:rPr>
              <a:t>the individual client process</a:t>
            </a:r>
            <a:r>
              <a:rPr lang="en-US" dirty="0">
                <a:solidFill>
                  <a:schemeClr val="tx1">
                    <a:alpha val="80000"/>
                  </a:schemeClr>
                </a:solidFill>
                <a:latin typeface="Arial" panose="020B0604020202020204" pitchFamily="34" charset="0"/>
                <a:cs typeface="Arial" panose="020B0604020202020204" pitchFamily="34" charset="0"/>
              </a:rPr>
              <a:t> that is currently operating on the data-store."</a:t>
            </a:r>
            <a:endParaRPr lang="en-PK" dirty="0">
              <a:solidFill>
                <a:schemeClr val="tx1">
                  <a:alpha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7145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10515600" cy="1109499"/>
          </a:xfrm>
        </p:spPr>
        <p:txBody>
          <a:bodyPr>
            <a:normAutofit/>
          </a:bodyPr>
          <a:lstStyle/>
          <a:p>
            <a:pPr>
              <a:lnSpc>
                <a:spcPct val="90000"/>
              </a:lnSpc>
            </a:pPr>
            <a:r>
              <a:rPr lang="en-US" sz="3600" dirty="0">
                <a:solidFill>
                  <a:schemeClr val="tx1"/>
                </a:solidFill>
                <a:latin typeface="Arial" panose="020B0604020202020204" pitchFamily="34" charset="0"/>
                <a:cs typeface="Arial" panose="020B0604020202020204" pitchFamily="34" charset="0"/>
              </a:rPr>
              <a:t>Client-Centric Consistency Models </a:t>
            </a:r>
            <a:r>
              <a:rPr lang="en-US" sz="3600" dirty="0" err="1">
                <a:solidFill>
                  <a:schemeClr val="tx1"/>
                </a:solidFill>
                <a:latin typeface="Arial" panose="020B0604020202020204" pitchFamily="34" charset="0"/>
                <a:cs typeface="Arial" panose="020B0604020202020204" pitchFamily="34" charset="0"/>
              </a:rPr>
              <a:t>Cont</a:t>
            </a:r>
            <a:r>
              <a:rPr lang="en-US" sz="3600" dirty="0">
                <a:solidFill>
                  <a:schemeClr val="tx1"/>
                </a:solidFill>
                <a:latin typeface="Arial" panose="020B0604020202020204" pitchFamily="34" charset="0"/>
                <a:cs typeface="Arial" panose="020B0604020202020204" pitchFamily="34" charset="0"/>
              </a:rPr>
              <a:t>…</a:t>
            </a:r>
            <a:endParaRPr lang="en-PK" sz="3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29B8252B-ECA2-0462-6450-70EF342BE711}"/>
              </a:ext>
            </a:extLst>
          </p:cNvPr>
          <p:cNvGraphicFramePr>
            <a:graphicFrameLocks noGrp="1"/>
          </p:cNvGraphicFramePr>
          <p:nvPr>
            <p:ph idx="1"/>
            <p:extLst>
              <p:ext uri="{D42A27DB-BD31-4B8C-83A1-F6EECF244321}">
                <p14:modId xmlns:p14="http://schemas.microsoft.com/office/powerpoint/2010/main" val="2992929905"/>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11389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287676" y="381000"/>
            <a:ext cx="10913724" cy="1600124"/>
          </a:xfrm>
        </p:spPr>
        <p:txBody>
          <a:bodyPr>
            <a:normAutofit/>
          </a:bodyPr>
          <a:lstStyle/>
          <a:p>
            <a:r>
              <a:rPr lang="en-US" dirty="0">
                <a:latin typeface="Arial" panose="020B0604020202020204" pitchFamily="34" charset="0"/>
                <a:cs typeface="Arial" panose="020B0604020202020204" pitchFamily="34" charset="0"/>
              </a:rPr>
              <a:t>Client-Centric Consistency Models: Eventual Consistency</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1185756" y="2989780"/>
            <a:ext cx="8796444" cy="3698696"/>
          </a:xfrm>
        </p:spPr>
        <p:txBody>
          <a:bodyPr anchor="t">
            <a:normAutofit/>
          </a:bodyPr>
          <a:lstStyle/>
          <a:p>
            <a:pPr marL="0" indent="0" algn="ctr">
              <a:buNone/>
            </a:pPr>
            <a:r>
              <a:rPr lang="en-US" dirty="0">
                <a:solidFill>
                  <a:schemeClr val="tx1">
                    <a:alpha val="80000"/>
                  </a:schemeClr>
                </a:solidFill>
                <a:latin typeface="Arial" panose="020B0604020202020204" pitchFamily="34" charset="0"/>
                <a:cs typeface="Arial" panose="020B0604020202020204" pitchFamily="34" charset="0"/>
              </a:rPr>
              <a:t>“The eventual consistency model states that, when no updates occur for a long period of time, eventually all updates will propagate through the system and all the replicas will be consistent.”</a:t>
            </a:r>
            <a:endParaRPr lang="en-PK" dirty="0">
              <a:solidFill>
                <a:schemeClr val="tx1">
                  <a:alpha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8884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10515600" cy="1109499"/>
          </a:xfrm>
        </p:spPr>
        <p:txBody>
          <a:bodyPr>
            <a:normAutofit/>
          </a:bodyPr>
          <a:lstStyle/>
          <a:p>
            <a:pPr>
              <a:lnSpc>
                <a:spcPct val="90000"/>
              </a:lnSpc>
            </a:pPr>
            <a:r>
              <a:rPr lang="en-US" sz="3600" dirty="0">
                <a:solidFill>
                  <a:schemeClr val="tx1"/>
                </a:solidFill>
                <a:latin typeface="Arial" panose="020B0604020202020204" pitchFamily="34" charset="0"/>
                <a:cs typeface="Arial" panose="020B0604020202020204" pitchFamily="34" charset="0"/>
              </a:rPr>
              <a:t>Eventual Consistency </a:t>
            </a:r>
            <a:r>
              <a:rPr lang="en-US" sz="3600" dirty="0" err="1">
                <a:solidFill>
                  <a:schemeClr val="tx1"/>
                </a:solidFill>
                <a:latin typeface="Arial" panose="020B0604020202020204" pitchFamily="34" charset="0"/>
                <a:cs typeface="Arial" panose="020B0604020202020204" pitchFamily="34" charset="0"/>
              </a:rPr>
              <a:t>Cont</a:t>
            </a:r>
            <a:r>
              <a:rPr lang="en-US" sz="3600" dirty="0">
                <a:solidFill>
                  <a:schemeClr val="tx1"/>
                </a:solidFill>
                <a:latin typeface="Arial" panose="020B0604020202020204" pitchFamily="34" charset="0"/>
                <a:cs typeface="Arial" panose="020B0604020202020204" pitchFamily="34" charset="0"/>
              </a:rPr>
              <a:t>…</a:t>
            </a:r>
            <a:endParaRPr lang="en-PK" sz="3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BCF88E30-A314-B1EB-5BCB-4596001DC5DD}"/>
              </a:ext>
            </a:extLst>
          </p:cNvPr>
          <p:cNvGraphicFramePr>
            <a:graphicFrameLocks noGrp="1"/>
          </p:cNvGraphicFramePr>
          <p:nvPr>
            <p:ph idx="1"/>
            <p:extLst>
              <p:ext uri="{D42A27DB-BD31-4B8C-83A1-F6EECF244321}">
                <p14:modId xmlns:p14="http://schemas.microsoft.com/office/powerpoint/2010/main" val="1504304092"/>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627885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10515600" cy="1109499"/>
          </a:xfrm>
        </p:spPr>
        <p:txBody>
          <a:bodyPr>
            <a:normAutofit/>
          </a:bodyPr>
          <a:lstStyle/>
          <a:p>
            <a:pPr>
              <a:lnSpc>
                <a:spcPct val="90000"/>
              </a:lnSpc>
            </a:pPr>
            <a:r>
              <a:rPr lang="en-US" sz="3600" dirty="0">
                <a:solidFill>
                  <a:schemeClr val="tx1"/>
                </a:solidFill>
                <a:latin typeface="Arial" panose="020B0604020202020204" pitchFamily="34" charset="0"/>
                <a:cs typeface="Arial" panose="020B0604020202020204" pitchFamily="34" charset="0"/>
              </a:rPr>
              <a:t>Eventual Consistency Example</a:t>
            </a:r>
            <a:endParaRPr lang="en-PK" sz="3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37CB8BF1-3EB7-CAA3-A09F-0552CEA3D9D2}"/>
              </a:ext>
            </a:extLst>
          </p:cNvPr>
          <p:cNvGraphicFramePr>
            <a:graphicFrameLocks noGrp="1"/>
          </p:cNvGraphicFramePr>
          <p:nvPr>
            <p:ph idx="1"/>
            <p:extLst>
              <p:ext uri="{D42A27DB-BD31-4B8C-83A1-F6EECF244321}">
                <p14:modId xmlns:p14="http://schemas.microsoft.com/office/powerpoint/2010/main" val="1377763182"/>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97042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10515600" cy="1109499"/>
          </a:xfrm>
        </p:spPr>
        <p:txBody>
          <a:bodyPr>
            <a:normAutofit/>
          </a:bodyPr>
          <a:lstStyle/>
          <a:p>
            <a:pPr>
              <a:lnSpc>
                <a:spcPct val="90000"/>
              </a:lnSpc>
            </a:pPr>
            <a:r>
              <a:rPr lang="en-US" sz="3600" dirty="0">
                <a:solidFill>
                  <a:schemeClr val="tx1"/>
                </a:solidFill>
                <a:latin typeface="Arial" panose="020B0604020202020204" pitchFamily="34" charset="0"/>
                <a:cs typeface="Arial" panose="020B0604020202020204" pitchFamily="34" charset="0"/>
              </a:rPr>
              <a:t>Eventual Consistency Example </a:t>
            </a:r>
            <a:r>
              <a:rPr lang="en-US" sz="3600" dirty="0" err="1">
                <a:solidFill>
                  <a:schemeClr val="tx1"/>
                </a:solidFill>
                <a:latin typeface="Arial" panose="020B0604020202020204" pitchFamily="34" charset="0"/>
                <a:cs typeface="Arial" panose="020B0604020202020204" pitchFamily="34" charset="0"/>
              </a:rPr>
              <a:t>Cont</a:t>
            </a:r>
            <a:r>
              <a:rPr lang="en-US" sz="3600" dirty="0">
                <a:solidFill>
                  <a:schemeClr val="tx1"/>
                </a:solidFill>
                <a:latin typeface="Arial" panose="020B0604020202020204" pitchFamily="34" charset="0"/>
                <a:cs typeface="Arial" panose="020B0604020202020204" pitchFamily="34" charset="0"/>
              </a:rPr>
              <a:t>…</a:t>
            </a:r>
            <a:endParaRPr lang="en-PK" sz="3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4" name="Picture 4" descr="07-11">
            <a:extLst>
              <a:ext uri="{FF2B5EF4-FFF2-40B4-BE49-F238E27FC236}">
                <a16:creationId xmlns:a16="http://schemas.microsoft.com/office/drawing/2014/main" id="{E4589F13-3C3F-5FD2-C3E4-62DA2DB6B123}"/>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2776618" y="1669312"/>
            <a:ext cx="6635716" cy="419576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01F2D1F-D51D-DF33-9377-609013A9C48E}"/>
              </a:ext>
            </a:extLst>
          </p:cNvPr>
          <p:cNvSpPr txBox="1"/>
          <p:nvPr/>
        </p:nvSpPr>
        <p:spPr>
          <a:xfrm>
            <a:off x="3314622" y="6049533"/>
            <a:ext cx="6097712" cy="646331"/>
          </a:xfrm>
          <a:prstGeom prst="rect">
            <a:avLst/>
          </a:prstGeom>
          <a:noFill/>
        </p:spPr>
        <p:txBody>
          <a:bodyPr wrap="square">
            <a:spAutoFit/>
          </a:bodyPr>
          <a:lstStyle/>
          <a:p>
            <a:pPr algn="ctr"/>
            <a:r>
              <a:rPr lang="en-US" dirty="0">
                <a:latin typeface="Arial" panose="020B0604020202020204" pitchFamily="34" charset="0"/>
                <a:cs typeface="Arial" panose="020B0604020202020204" pitchFamily="34" charset="0"/>
              </a:rPr>
              <a:t>The principle of a mobile user accessing different replicas of a distributed database.</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4185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Client-Centric Consistency Models: Monotonic Reads</a:t>
            </a:r>
          </a:p>
        </p:txBody>
      </p:sp>
    </p:spTree>
    <p:extLst>
      <p:ext uri="{BB962C8B-B14F-4D97-AF65-F5344CB8AC3E}">
        <p14:creationId xmlns:p14="http://schemas.microsoft.com/office/powerpoint/2010/main" val="24751163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125809911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0652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6" name="Rectangle 85">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8" name="Rectangle 87">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Rectangle 89">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Client-Centric Consistency Models: Monotonic Reads</a:t>
            </a:r>
            <a:endParaRPr lang="en-PK" dirty="0">
              <a:latin typeface="Arial" panose="020B0604020202020204" pitchFamily="34" charset="0"/>
              <a:cs typeface="Arial" panose="020B0604020202020204" pitchFamily="34" charset="0"/>
            </a:endParaRPr>
          </a:p>
        </p:txBody>
      </p:sp>
      <p:graphicFrame>
        <p:nvGraphicFramePr>
          <p:cNvPr id="58" name="Content Placeholder 5">
            <a:extLst>
              <a:ext uri="{FF2B5EF4-FFF2-40B4-BE49-F238E27FC236}">
                <a16:creationId xmlns:a16="http://schemas.microsoft.com/office/drawing/2014/main" id="{000DA3F6-0133-2664-EBC7-9EB5647A46D6}"/>
              </a:ext>
            </a:extLst>
          </p:cNvPr>
          <p:cNvGraphicFramePr>
            <a:graphicFrameLocks noGrp="1"/>
          </p:cNvGraphicFramePr>
          <p:nvPr>
            <p:ph idx="1"/>
            <p:extLst>
              <p:ext uri="{D42A27DB-BD31-4B8C-83A1-F6EECF244321}">
                <p14:modId xmlns:p14="http://schemas.microsoft.com/office/powerpoint/2010/main" val="2604372443"/>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605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
                                            <p:graphicEl>
                                              <a:dgm id="{08CA63D1-D188-46B3-ABCB-305261D10938}"/>
                                            </p:graphicEl>
                                          </p:spTgt>
                                        </p:tgtEl>
                                        <p:attrNameLst>
                                          <p:attrName>style.visibility</p:attrName>
                                        </p:attrNameLst>
                                      </p:cBhvr>
                                      <p:to>
                                        <p:strVal val="visible"/>
                                      </p:to>
                                    </p:set>
                                    <p:anim calcmode="lin" valueType="num">
                                      <p:cBhvr additive="base">
                                        <p:cTn id="7" dur="500" fill="hold"/>
                                        <p:tgtEl>
                                          <p:spTgt spid="58">
                                            <p:graphicEl>
                                              <a:dgm id="{08CA63D1-D188-46B3-ABCB-305261D1093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8">
                                            <p:graphicEl>
                                              <a:dgm id="{08CA63D1-D188-46B3-ABCB-305261D10938}"/>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8">
                                            <p:graphicEl>
                                              <a:dgm id="{37A877B5-5FE7-43C3-8C80-6CC5D1FDD4F1}"/>
                                            </p:graphicEl>
                                          </p:spTgt>
                                        </p:tgtEl>
                                        <p:attrNameLst>
                                          <p:attrName>style.visibility</p:attrName>
                                        </p:attrNameLst>
                                      </p:cBhvr>
                                      <p:to>
                                        <p:strVal val="visible"/>
                                      </p:to>
                                    </p:set>
                                    <p:anim calcmode="lin" valueType="num">
                                      <p:cBhvr additive="base">
                                        <p:cTn id="11" dur="500" fill="hold"/>
                                        <p:tgtEl>
                                          <p:spTgt spid="58">
                                            <p:graphicEl>
                                              <a:dgm id="{37A877B5-5FE7-43C3-8C80-6CC5D1FDD4F1}"/>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58">
                                            <p:graphicEl>
                                              <a:dgm id="{37A877B5-5FE7-43C3-8C80-6CC5D1FDD4F1}"/>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8">
                                            <p:graphicEl>
                                              <a:dgm id="{EE773673-DDDF-439D-A554-061B98A64A6C}"/>
                                            </p:graphicEl>
                                          </p:spTgt>
                                        </p:tgtEl>
                                        <p:attrNameLst>
                                          <p:attrName>style.visibility</p:attrName>
                                        </p:attrNameLst>
                                      </p:cBhvr>
                                      <p:to>
                                        <p:strVal val="visible"/>
                                      </p:to>
                                    </p:set>
                                    <p:anim calcmode="lin" valueType="num">
                                      <p:cBhvr additive="base">
                                        <p:cTn id="17" dur="500" fill="hold"/>
                                        <p:tgtEl>
                                          <p:spTgt spid="58">
                                            <p:graphicEl>
                                              <a:dgm id="{EE773673-DDDF-439D-A554-061B98A64A6C}"/>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58">
                                            <p:graphicEl>
                                              <a:dgm id="{EE773673-DDDF-439D-A554-061B98A64A6C}"/>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8">
                                            <p:graphicEl>
                                              <a:dgm id="{39CA9D42-357C-4486-988E-F037557FD42E}"/>
                                            </p:graphicEl>
                                          </p:spTgt>
                                        </p:tgtEl>
                                        <p:attrNameLst>
                                          <p:attrName>style.visibility</p:attrName>
                                        </p:attrNameLst>
                                      </p:cBhvr>
                                      <p:to>
                                        <p:strVal val="visible"/>
                                      </p:to>
                                    </p:set>
                                    <p:anim calcmode="lin" valueType="num">
                                      <p:cBhvr additive="base">
                                        <p:cTn id="21" dur="500" fill="hold"/>
                                        <p:tgtEl>
                                          <p:spTgt spid="58">
                                            <p:graphicEl>
                                              <a:dgm id="{39CA9D42-357C-4486-988E-F037557FD42E}"/>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58">
                                            <p:graphicEl>
                                              <a:dgm id="{39CA9D42-357C-4486-988E-F037557FD42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8" grpId="0">
        <p:bldSub>
          <a:bldDgm bld="lvlOne"/>
        </p:bldSub>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5" name="Picture 5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r>
              <a:rPr lang="en-US">
                <a:solidFill>
                  <a:schemeClr val="tx2"/>
                </a:solidFill>
                <a:latin typeface="Arial" panose="020B0604020202020204" pitchFamily="34" charset="0"/>
                <a:cs typeface="Arial" panose="020B0604020202020204" pitchFamily="34" charset="0"/>
              </a:rPr>
              <a:t>Monotonic Reads Example</a:t>
            </a:r>
            <a:endParaRPr lang="en-PK">
              <a:solidFill>
                <a:schemeClr val="tx2"/>
              </a:solidFill>
              <a:latin typeface="Arial" panose="020B0604020202020204" pitchFamily="34" charset="0"/>
              <a:cs typeface="Arial" panose="020B0604020202020204" pitchFamily="34" charset="0"/>
            </a:endParaRPr>
          </a:p>
        </p:txBody>
      </p:sp>
      <p:pic>
        <p:nvPicPr>
          <p:cNvPr id="57" name="Picture 5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47" name="Content Placeholder 2">
            <a:extLst>
              <a:ext uri="{FF2B5EF4-FFF2-40B4-BE49-F238E27FC236}">
                <a16:creationId xmlns:a16="http://schemas.microsoft.com/office/drawing/2014/main" id="{07B8F7A4-F2D8-5E2C-6ABE-A11D9F4AC265}"/>
              </a:ext>
            </a:extLst>
          </p:cNvPr>
          <p:cNvGraphicFramePr>
            <a:graphicFrameLocks noGrp="1"/>
          </p:cNvGraphicFramePr>
          <p:nvPr>
            <p:ph idx="1"/>
            <p:extLst>
              <p:ext uri="{D42A27DB-BD31-4B8C-83A1-F6EECF244321}">
                <p14:modId xmlns:p14="http://schemas.microsoft.com/office/powerpoint/2010/main" val="3881770081"/>
              </p:ext>
            </p:extLst>
          </p:nvPr>
        </p:nvGraphicFramePr>
        <p:xfrm>
          <a:off x="1197268" y="1843284"/>
          <a:ext cx="10156531" cy="43336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1422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8F1C3B91-F4F0-4533-9967-56186CDC21E6}"/>
                                            </p:graphicEl>
                                          </p:spTgt>
                                        </p:tgtEl>
                                        <p:attrNameLst>
                                          <p:attrName>style.visibility</p:attrName>
                                        </p:attrNameLst>
                                      </p:cBhvr>
                                      <p:to>
                                        <p:strVal val="visible"/>
                                      </p:to>
                                    </p:set>
                                    <p:anim calcmode="lin" valueType="num">
                                      <p:cBhvr additive="base">
                                        <p:cTn id="7" dur="500" fill="hold"/>
                                        <p:tgtEl>
                                          <p:spTgt spid="47">
                                            <p:graphicEl>
                                              <a:dgm id="{8F1C3B91-F4F0-4533-9967-56186CDC21E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8F1C3B91-F4F0-4533-9967-56186CDC21E6}"/>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graphicEl>
                                              <a:dgm id="{3E7DB19F-19F8-4AE9-83D7-70F4D1C7E4EB}"/>
                                            </p:graphicEl>
                                          </p:spTgt>
                                        </p:tgtEl>
                                        <p:attrNameLst>
                                          <p:attrName>style.visibility</p:attrName>
                                        </p:attrNameLst>
                                      </p:cBhvr>
                                      <p:to>
                                        <p:strVal val="visible"/>
                                      </p:to>
                                    </p:set>
                                    <p:anim calcmode="lin" valueType="num">
                                      <p:cBhvr additive="base">
                                        <p:cTn id="11" dur="500" fill="hold"/>
                                        <p:tgtEl>
                                          <p:spTgt spid="47">
                                            <p:graphicEl>
                                              <a:dgm id="{3E7DB19F-19F8-4AE9-83D7-70F4D1C7E4EB}"/>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
                                            <p:graphicEl>
                                              <a:dgm id="{3E7DB19F-19F8-4AE9-83D7-70F4D1C7E4EB}"/>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graphicEl>
                                              <a:dgm id="{4255CAF0-84F2-42B3-AF04-66ACBDCB2EF2}"/>
                                            </p:graphicEl>
                                          </p:spTgt>
                                        </p:tgtEl>
                                        <p:attrNameLst>
                                          <p:attrName>style.visibility</p:attrName>
                                        </p:attrNameLst>
                                      </p:cBhvr>
                                      <p:to>
                                        <p:strVal val="visible"/>
                                      </p:to>
                                    </p:set>
                                    <p:anim calcmode="lin" valueType="num">
                                      <p:cBhvr additive="base">
                                        <p:cTn id="17" dur="500" fill="hold"/>
                                        <p:tgtEl>
                                          <p:spTgt spid="47">
                                            <p:graphicEl>
                                              <a:dgm id="{4255CAF0-84F2-42B3-AF04-66ACBDCB2EF2}"/>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4255CAF0-84F2-42B3-AF04-66ACBDCB2EF2}"/>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
                                            <p:graphicEl>
                                              <a:dgm id="{04F7C0A6-28DF-4067-8BB9-677AE36485CD}"/>
                                            </p:graphicEl>
                                          </p:spTgt>
                                        </p:tgtEl>
                                        <p:attrNameLst>
                                          <p:attrName>style.visibility</p:attrName>
                                        </p:attrNameLst>
                                      </p:cBhvr>
                                      <p:to>
                                        <p:strVal val="visible"/>
                                      </p:to>
                                    </p:set>
                                    <p:anim calcmode="lin" valueType="num">
                                      <p:cBhvr additive="base">
                                        <p:cTn id="21" dur="500" fill="hold"/>
                                        <p:tgtEl>
                                          <p:spTgt spid="47">
                                            <p:graphicEl>
                                              <a:dgm id="{04F7C0A6-28DF-4067-8BB9-677AE36485CD}"/>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
                                            <p:graphicEl>
                                              <a:dgm id="{04F7C0A6-28DF-4067-8BB9-677AE36485C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10412002" cy="1063504"/>
          </a:xfrm>
        </p:spPr>
        <p:txBody>
          <a:bodyPr>
            <a:normAutofit/>
          </a:bodyPr>
          <a:lstStyle/>
          <a:p>
            <a:pPr>
              <a:lnSpc>
                <a:spcPct val="90000"/>
              </a:lnSpc>
            </a:pPr>
            <a:r>
              <a:rPr lang="en-US" sz="3600" dirty="0">
                <a:solidFill>
                  <a:schemeClr val="tx1"/>
                </a:solidFill>
                <a:latin typeface="Arial" panose="020B0604020202020204" pitchFamily="34" charset="0"/>
                <a:cs typeface="Arial" panose="020B0604020202020204" pitchFamily="34" charset="0"/>
              </a:rPr>
              <a:t>Monotonic Reads Example </a:t>
            </a:r>
            <a:r>
              <a:rPr lang="en-US" sz="3600" dirty="0" err="1">
                <a:solidFill>
                  <a:schemeClr val="tx1"/>
                </a:solidFill>
                <a:latin typeface="Arial" panose="020B0604020202020204" pitchFamily="34" charset="0"/>
                <a:cs typeface="Arial" panose="020B0604020202020204" pitchFamily="34" charset="0"/>
              </a:rPr>
              <a:t>Cont</a:t>
            </a:r>
            <a:r>
              <a:rPr lang="en-US" sz="3600" dirty="0">
                <a:solidFill>
                  <a:schemeClr val="tx1"/>
                </a:solidFill>
                <a:latin typeface="Arial" panose="020B0604020202020204" pitchFamily="34" charset="0"/>
                <a:cs typeface="Arial" panose="020B0604020202020204" pitchFamily="34" charset="0"/>
              </a:rPr>
              <a:t>…</a:t>
            </a:r>
            <a:endParaRPr lang="en-PK" sz="3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838200" y="1777430"/>
            <a:ext cx="10515600" cy="4367784"/>
          </a:xfrm>
        </p:spPr>
        <p:txBody>
          <a:bodyPr>
            <a:normAutofit/>
          </a:bodyPr>
          <a:lstStyle/>
          <a:p>
            <a:pPr algn="just"/>
            <a:r>
              <a:rPr lang="en-US" dirty="0">
                <a:solidFill>
                  <a:schemeClr val="tx1"/>
                </a:solidFill>
                <a:latin typeface="Arial" panose="020B0604020202020204" pitchFamily="34" charset="0"/>
                <a:cs typeface="Arial" panose="020B0604020202020204" pitchFamily="34" charset="0"/>
              </a:rPr>
              <a:t>Example: The read operations performed by a single process P at two different local copies of the same data store.</a:t>
            </a:r>
          </a:p>
          <a:p>
            <a:pPr algn="just"/>
            <a:r>
              <a:rPr lang="en-US" dirty="0">
                <a:solidFill>
                  <a:schemeClr val="tx1"/>
                </a:solidFill>
                <a:latin typeface="Arial" panose="020B0604020202020204" pitchFamily="34" charset="0"/>
                <a:cs typeface="Arial" panose="020B0604020202020204" pitchFamily="34" charset="0"/>
              </a:rPr>
              <a:t>Vertical axis - two different local copies of the data store are shown - L1 and L2.</a:t>
            </a:r>
          </a:p>
          <a:p>
            <a:pPr algn="just"/>
            <a:r>
              <a:rPr lang="en-US" dirty="0">
                <a:solidFill>
                  <a:schemeClr val="tx1"/>
                </a:solidFill>
                <a:latin typeface="Arial" panose="020B0604020202020204" pitchFamily="34" charset="0"/>
                <a:cs typeface="Arial" panose="020B0604020202020204" pitchFamily="34" charset="0"/>
              </a:rPr>
              <a:t>Time is shown along the horizontal axis.</a:t>
            </a:r>
          </a:p>
          <a:p>
            <a:pPr algn="just"/>
            <a:r>
              <a:rPr lang="en-US" dirty="0">
                <a:solidFill>
                  <a:schemeClr val="tx1"/>
                </a:solidFill>
                <a:latin typeface="Arial" panose="020B0604020202020204" pitchFamily="34" charset="0"/>
                <a:cs typeface="Arial" panose="020B0604020202020204" pitchFamily="34" charset="0"/>
              </a:rPr>
              <a:t>Operations carried out by a single process P in boldface are connected by a dashed line representing the order in which they are carried out.</a:t>
            </a: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7035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9"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60"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520741"/>
            <a:ext cx="10227067" cy="1100333"/>
          </a:xfrm>
        </p:spPr>
        <p:txBody>
          <a:bodyPr>
            <a:normAutofit/>
          </a:bodyPr>
          <a:lstStyle/>
          <a:p>
            <a:r>
              <a:rPr lang="en-US" dirty="0">
                <a:solidFill>
                  <a:schemeClr val="tx2"/>
                </a:solidFill>
                <a:latin typeface="Arial" panose="020B0604020202020204" pitchFamily="34" charset="0"/>
                <a:cs typeface="Arial" panose="020B0604020202020204" pitchFamily="34" charset="0"/>
              </a:rPr>
              <a:t>Monotonic Reads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747728" y="2434975"/>
            <a:ext cx="5642798" cy="3902284"/>
          </a:xfrm>
        </p:spPr>
        <p:txBody>
          <a:bodyPr>
            <a:normAutofit/>
          </a:bodyPr>
          <a:lstStyle/>
          <a:p>
            <a:pPr>
              <a:lnSpc>
                <a:spcPct val="100000"/>
              </a:lnSpc>
            </a:pPr>
            <a:r>
              <a:rPr lang="en-US" sz="1800" dirty="0">
                <a:solidFill>
                  <a:schemeClr val="tx2"/>
                </a:solidFill>
                <a:latin typeface="Arial" panose="020B0604020202020204" pitchFamily="34" charset="0"/>
                <a:cs typeface="Arial" panose="020B0604020202020204" pitchFamily="34" charset="0"/>
              </a:rPr>
              <a:t>Process P first performs a read operation on x at L1, returning the value of x1 (at that time).</a:t>
            </a:r>
          </a:p>
          <a:p>
            <a:pPr>
              <a:lnSpc>
                <a:spcPct val="100000"/>
              </a:lnSpc>
            </a:pPr>
            <a:r>
              <a:rPr lang="en-US" sz="1800" dirty="0">
                <a:solidFill>
                  <a:schemeClr val="tx2"/>
                </a:solidFill>
                <a:latin typeface="Arial" panose="020B0604020202020204" pitchFamily="34" charset="0"/>
                <a:cs typeface="Arial" panose="020B0604020202020204" pitchFamily="34" charset="0"/>
              </a:rPr>
              <a:t>This value results from the write operations in WS (x1) performed at L1.</a:t>
            </a:r>
          </a:p>
          <a:p>
            <a:pPr>
              <a:lnSpc>
                <a:spcPct val="100000"/>
              </a:lnSpc>
            </a:pPr>
            <a:r>
              <a:rPr lang="en-US" sz="1800" dirty="0">
                <a:solidFill>
                  <a:schemeClr val="tx2"/>
                </a:solidFill>
                <a:latin typeface="Arial" panose="020B0604020202020204" pitchFamily="34" charset="0"/>
                <a:cs typeface="Arial" panose="020B0604020202020204" pitchFamily="34" charset="0"/>
              </a:rPr>
              <a:t>Later, P performs a read operation on x at L2, shown as R (x2).</a:t>
            </a:r>
          </a:p>
          <a:p>
            <a:pPr>
              <a:lnSpc>
                <a:spcPct val="100000"/>
              </a:lnSpc>
            </a:pPr>
            <a:r>
              <a:rPr lang="en-US" sz="1800" dirty="0">
                <a:solidFill>
                  <a:schemeClr val="tx2"/>
                </a:solidFill>
                <a:latin typeface="Arial" panose="020B0604020202020204" pitchFamily="34" charset="0"/>
                <a:cs typeface="Arial" panose="020B0604020202020204" pitchFamily="34" charset="0"/>
              </a:rPr>
              <a:t>To guarantee monotonic-read consistency, all operations in WS (x1) should have been propagated to L2 before the second read operation takes place.</a:t>
            </a:r>
          </a:p>
          <a:p>
            <a:pPr>
              <a:lnSpc>
                <a:spcPct val="100000"/>
              </a:lnSpc>
            </a:pPr>
            <a:endParaRPr lang="en-US" sz="1400" dirty="0">
              <a:solidFill>
                <a:schemeClr val="tx2"/>
              </a:solidFill>
              <a:latin typeface="Arial" panose="020B0604020202020204" pitchFamily="34" charset="0"/>
              <a:cs typeface="Arial" panose="020B0604020202020204" pitchFamily="34" charset="0"/>
            </a:endParaRPr>
          </a:p>
          <a:p>
            <a:pPr>
              <a:lnSpc>
                <a:spcPct val="100000"/>
              </a:lnSpc>
            </a:pPr>
            <a:endParaRPr lang="en-PK" sz="1400" dirty="0">
              <a:solidFill>
                <a:schemeClr val="tx2"/>
              </a:solidFill>
              <a:latin typeface="Arial" panose="020B0604020202020204" pitchFamily="34" charset="0"/>
              <a:cs typeface="Arial" panose="020B0604020202020204" pitchFamily="34" charset="0"/>
            </a:endParaRPr>
          </a:p>
        </p:txBody>
      </p:sp>
      <p:pic>
        <p:nvPicPr>
          <p:cNvPr id="4" name="Picture 4" descr="07-12">
            <a:extLst>
              <a:ext uri="{FF2B5EF4-FFF2-40B4-BE49-F238E27FC236}">
                <a16:creationId xmlns:a16="http://schemas.microsoft.com/office/drawing/2014/main" id="{FECE17A7-93BE-5FE0-DB1A-0C4F40C201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3395"/>
          <a:stretch>
            <a:fillRect/>
          </a:stretch>
        </p:blipFill>
        <p:spPr bwMode="auto">
          <a:xfrm>
            <a:off x="6626806" y="2640819"/>
            <a:ext cx="4817466" cy="15763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6" name="TextBox 5">
            <a:extLst>
              <a:ext uri="{FF2B5EF4-FFF2-40B4-BE49-F238E27FC236}">
                <a16:creationId xmlns:a16="http://schemas.microsoft.com/office/drawing/2014/main" id="{700EDF52-7B75-3E3C-70F0-40F3F5A48231}"/>
              </a:ext>
            </a:extLst>
          </p:cNvPr>
          <p:cNvSpPr txBox="1"/>
          <p:nvPr/>
        </p:nvSpPr>
        <p:spPr>
          <a:xfrm>
            <a:off x="6757827" y="4614951"/>
            <a:ext cx="6097712"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(a) A monotonic-read consistent data store.</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1185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9"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60"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520741"/>
            <a:ext cx="10227067" cy="1100333"/>
          </a:xfrm>
        </p:spPr>
        <p:txBody>
          <a:bodyPr>
            <a:normAutofit/>
          </a:bodyPr>
          <a:lstStyle/>
          <a:p>
            <a:r>
              <a:rPr lang="en-US" dirty="0">
                <a:solidFill>
                  <a:schemeClr val="tx2"/>
                </a:solidFill>
                <a:latin typeface="Arial" panose="020B0604020202020204" pitchFamily="34" charset="0"/>
                <a:cs typeface="Arial" panose="020B0604020202020204" pitchFamily="34" charset="0"/>
              </a:rPr>
              <a:t>Monotonic Reads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334002" y="2434975"/>
            <a:ext cx="6056524" cy="3902284"/>
          </a:xfrm>
        </p:spPr>
        <p:txBody>
          <a:bodyPr>
            <a:normAutofit/>
          </a:bodyPr>
          <a:lstStyle/>
          <a:p>
            <a:pPr>
              <a:lnSpc>
                <a:spcPct val="100000"/>
              </a:lnSpc>
            </a:pPr>
            <a:r>
              <a:rPr lang="en-US" sz="2000" dirty="0">
                <a:solidFill>
                  <a:schemeClr val="tx2"/>
                </a:solidFill>
                <a:latin typeface="Arial" panose="020B0604020202020204" pitchFamily="34" charset="0"/>
                <a:cs typeface="Arial" panose="020B0604020202020204" pitchFamily="34" charset="0"/>
              </a:rPr>
              <a:t>Situation in which monotonic-read consistency is not guaranteed.</a:t>
            </a:r>
          </a:p>
          <a:p>
            <a:pPr>
              <a:lnSpc>
                <a:spcPct val="100000"/>
              </a:lnSpc>
            </a:pPr>
            <a:r>
              <a:rPr lang="en-US" sz="2000" dirty="0">
                <a:solidFill>
                  <a:schemeClr val="tx2"/>
                </a:solidFill>
                <a:latin typeface="Arial" panose="020B0604020202020204" pitchFamily="34" charset="0"/>
                <a:cs typeface="Arial" panose="020B0604020202020204" pitchFamily="34" charset="0"/>
              </a:rPr>
              <a:t>After process P has read x1 at L1, it later performs the operation R (x2 ) at L2 .</a:t>
            </a:r>
          </a:p>
          <a:p>
            <a:pPr>
              <a:lnSpc>
                <a:spcPct val="100000"/>
              </a:lnSpc>
            </a:pPr>
            <a:r>
              <a:rPr lang="en-US" sz="2000" dirty="0">
                <a:solidFill>
                  <a:schemeClr val="tx2"/>
                </a:solidFill>
                <a:latin typeface="Arial" panose="020B0604020202020204" pitchFamily="34" charset="0"/>
                <a:cs typeface="Arial" panose="020B0604020202020204" pitchFamily="34" charset="0"/>
              </a:rPr>
              <a:t>But, only the write operations in WS (x2 ) have been performed at L2 .</a:t>
            </a:r>
          </a:p>
          <a:p>
            <a:pPr>
              <a:lnSpc>
                <a:spcPct val="100000"/>
              </a:lnSpc>
            </a:pPr>
            <a:r>
              <a:rPr lang="en-US" sz="2000" dirty="0">
                <a:solidFill>
                  <a:schemeClr val="tx2"/>
                </a:solidFill>
                <a:latin typeface="Arial" panose="020B0604020202020204" pitchFamily="34" charset="0"/>
                <a:cs typeface="Arial" panose="020B0604020202020204" pitchFamily="34" charset="0"/>
              </a:rPr>
              <a:t>No guarantees are given that this set also contains all operations contained in WS (x1).</a:t>
            </a:r>
          </a:p>
          <a:p>
            <a:pPr>
              <a:lnSpc>
                <a:spcPct val="100000"/>
              </a:lnSpc>
            </a:pPr>
            <a:endParaRPr lang="en-PK" sz="1400" dirty="0">
              <a:solidFill>
                <a:schemeClr val="tx2"/>
              </a:solidFill>
              <a:latin typeface="Arial" panose="020B0604020202020204" pitchFamily="34" charset="0"/>
              <a:cs typeface="Arial" panose="020B0604020202020204" pitchFamily="34" charset="0"/>
            </a:endParaRPr>
          </a:p>
        </p:txBody>
      </p:sp>
      <p:pic>
        <p:nvPicPr>
          <p:cNvPr id="61"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5" name="Picture 4" descr="07-12">
            <a:extLst>
              <a:ext uri="{FF2B5EF4-FFF2-40B4-BE49-F238E27FC236}">
                <a16:creationId xmlns:a16="http://schemas.microsoft.com/office/drawing/2014/main" id="{09A41CF0-5357-13D6-D9C5-3F253E3E55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3877"/>
          <a:stretch>
            <a:fillRect/>
          </a:stretch>
        </p:blipFill>
        <p:spPr bwMode="auto">
          <a:xfrm>
            <a:off x="6498757" y="2434975"/>
            <a:ext cx="5359241" cy="17730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53BFB3BA-9AEC-A7F3-85C3-80B77680FE45}"/>
              </a:ext>
            </a:extLst>
          </p:cNvPr>
          <p:cNvSpPr txBox="1"/>
          <p:nvPr/>
        </p:nvSpPr>
        <p:spPr>
          <a:xfrm>
            <a:off x="6407072" y="4537833"/>
            <a:ext cx="5450926" cy="646331"/>
          </a:xfrm>
          <a:prstGeom prst="rect">
            <a:avLst/>
          </a:prstGeom>
          <a:noFill/>
        </p:spPr>
        <p:txBody>
          <a:bodyPr wrap="square">
            <a:spAutoFit/>
          </a:bodyPr>
          <a:lstStyle/>
          <a:p>
            <a:pPr algn="ctr"/>
            <a:r>
              <a:rPr lang="en-US" dirty="0">
                <a:latin typeface="Arial" panose="020B0604020202020204" pitchFamily="34" charset="0"/>
                <a:cs typeface="Arial" panose="020B0604020202020204" pitchFamily="34" charset="0"/>
              </a:rPr>
              <a:t>(b) A data store that does not provide monotonic reads</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99547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Client-Centric Consistency Models: Monotonic Writes</a:t>
            </a:r>
          </a:p>
        </p:txBody>
      </p:sp>
    </p:spTree>
    <p:extLst>
      <p:ext uri="{BB962C8B-B14F-4D97-AF65-F5344CB8AC3E}">
        <p14:creationId xmlns:p14="http://schemas.microsoft.com/office/powerpoint/2010/main" val="2095864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30581313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71922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4" name="Rectangle 63">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6" name="Rectangle 65">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Client-Centric Consistency Models: Monotonic Writes</a:t>
            </a:r>
            <a:endParaRPr lang="en-PK" dirty="0">
              <a:latin typeface="Arial" panose="020B0604020202020204" pitchFamily="34" charset="0"/>
              <a:cs typeface="Arial" panose="020B0604020202020204" pitchFamily="34" charset="0"/>
            </a:endParaRPr>
          </a:p>
        </p:txBody>
      </p:sp>
      <p:graphicFrame>
        <p:nvGraphicFramePr>
          <p:cNvPr id="58" name="Content Placeholder 5">
            <a:extLst>
              <a:ext uri="{FF2B5EF4-FFF2-40B4-BE49-F238E27FC236}">
                <a16:creationId xmlns:a16="http://schemas.microsoft.com/office/drawing/2014/main" id="{3F587CC8-8588-0879-CB82-09EB9EB975E3}"/>
              </a:ext>
            </a:extLst>
          </p:cNvPr>
          <p:cNvGraphicFramePr>
            <a:graphicFrameLocks noGrp="1"/>
          </p:cNvGraphicFramePr>
          <p:nvPr>
            <p:ph idx="1"/>
            <p:extLst>
              <p:ext uri="{D42A27DB-BD31-4B8C-83A1-F6EECF244321}">
                <p14:modId xmlns:p14="http://schemas.microsoft.com/office/powerpoint/2010/main" val="1155886856"/>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674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
                                            <p:graphicEl>
                                              <a:dgm id="{76ABF488-9B49-417E-90AC-2D5EB03BD522}"/>
                                            </p:graphicEl>
                                          </p:spTgt>
                                        </p:tgtEl>
                                        <p:attrNameLst>
                                          <p:attrName>style.visibility</p:attrName>
                                        </p:attrNameLst>
                                      </p:cBhvr>
                                      <p:to>
                                        <p:strVal val="visible"/>
                                      </p:to>
                                    </p:set>
                                    <p:anim calcmode="lin" valueType="num">
                                      <p:cBhvr additive="base">
                                        <p:cTn id="7" dur="500" fill="hold"/>
                                        <p:tgtEl>
                                          <p:spTgt spid="58">
                                            <p:graphicEl>
                                              <a:dgm id="{76ABF488-9B49-417E-90AC-2D5EB03BD52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8">
                                            <p:graphicEl>
                                              <a:dgm id="{76ABF488-9B49-417E-90AC-2D5EB03BD522}"/>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8">
                                            <p:graphicEl>
                                              <a:dgm id="{02C6B60C-8F1D-4862-8D6D-47FB887F1BA6}"/>
                                            </p:graphicEl>
                                          </p:spTgt>
                                        </p:tgtEl>
                                        <p:attrNameLst>
                                          <p:attrName>style.visibility</p:attrName>
                                        </p:attrNameLst>
                                      </p:cBhvr>
                                      <p:to>
                                        <p:strVal val="visible"/>
                                      </p:to>
                                    </p:set>
                                    <p:anim calcmode="lin" valueType="num">
                                      <p:cBhvr additive="base">
                                        <p:cTn id="11" dur="500" fill="hold"/>
                                        <p:tgtEl>
                                          <p:spTgt spid="58">
                                            <p:graphicEl>
                                              <a:dgm id="{02C6B60C-8F1D-4862-8D6D-47FB887F1BA6}"/>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58">
                                            <p:graphicEl>
                                              <a:dgm id="{02C6B60C-8F1D-4862-8D6D-47FB887F1BA6}"/>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8">
                                            <p:graphicEl>
                                              <a:dgm id="{ACBD67D4-F49B-4D27-8C14-F925AB929FA0}"/>
                                            </p:graphicEl>
                                          </p:spTgt>
                                        </p:tgtEl>
                                        <p:attrNameLst>
                                          <p:attrName>style.visibility</p:attrName>
                                        </p:attrNameLst>
                                      </p:cBhvr>
                                      <p:to>
                                        <p:strVal val="visible"/>
                                      </p:to>
                                    </p:set>
                                    <p:anim calcmode="lin" valueType="num">
                                      <p:cBhvr additive="base">
                                        <p:cTn id="17" dur="500" fill="hold"/>
                                        <p:tgtEl>
                                          <p:spTgt spid="58">
                                            <p:graphicEl>
                                              <a:dgm id="{ACBD67D4-F49B-4D27-8C14-F925AB929FA0}"/>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58">
                                            <p:graphicEl>
                                              <a:dgm id="{ACBD67D4-F49B-4D27-8C14-F925AB929FA0}"/>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8">
                                            <p:graphicEl>
                                              <a:dgm id="{6A7BDCAE-1DED-4597-93DD-F6639FD5D4AE}"/>
                                            </p:graphicEl>
                                          </p:spTgt>
                                        </p:tgtEl>
                                        <p:attrNameLst>
                                          <p:attrName>style.visibility</p:attrName>
                                        </p:attrNameLst>
                                      </p:cBhvr>
                                      <p:to>
                                        <p:strVal val="visible"/>
                                      </p:to>
                                    </p:set>
                                    <p:anim calcmode="lin" valueType="num">
                                      <p:cBhvr additive="base">
                                        <p:cTn id="21" dur="500" fill="hold"/>
                                        <p:tgtEl>
                                          <p:spTgt spid="58">
                                            <p:graphicEl>
                                              <a:dgm id="{6A7BDCAE-1DED-4597-93DD-F6639FD5D4AE}"/>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58">
                                            <p:graphicEl>
                                              <a:dgm id="{6A7BDCAE-1DED-4597-93DD-F6639FD5D4A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8" grpId="0">
        <p:bldSub>
          <a:bldDgm bld="lvlOne"/>
        </p:bldSub>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5" name="Picture 5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r>
              <a:rPr lang="en-US">
                <a:solidFill>
                  <a:schemeClr val="tx2"/>
                </a:solidFill>
                <a:latin typeface="Arial" panose="020B0604020202020204" pitchFamily="34" charset="0"/>
                <a:cs typeface="Arial" panose="020B0604020202020204" pitchFamily="34" charset="0"/>
              </a:rPr>
              <a:t>Monotonic Writes Example</a:t>
            </a:r>
            <a:endParaRPr lang="en-PK">
              <a:solidFill>
                <a:schemeClr val="tx2"/>
              </a:solidFill>
              <a:latin typeface="Arial" panose="020B0604020202020204" pitchFamily="34" charset="0"/>
              <a:cs typeface="Arial" panose="020B0604020202020204" pitchFamily="34" charset="0"/>
            </a:endParaRPr>
          </a:p>
        </p:txBody>
      </p:sp>
      <p:pic>
        <p:nvPicPr>
          <p:cNvPr id="57" name="Picture 5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47" name="Content Placeholder 2">
            <a:extLst>
              <a:ext uri="{FF2B5EF4-FFF2-40B4-BE49-F238E27FC236}">
                <a16:creationId xmlns:a16="http://schemas.microsoft.com/office/drawing/2014/main" id="{178BE536-90A8-952B-E879-A01253034306}"/>
              </a:ext>
            </a:extLst>
          </p:cNvPr>
          <p:cNvGraphicFramePr>
            <a:graphicFrameLocks noGrp="1"/>
          </p:cNvGraphicFramePr>
          <p:nvPr>
            <p:ph idx="1"/>
            <p:extLst>
              <p:ext uri="{D42A27DB-BD31-4B8C-83A1-F6EECF244321}">
                <p14:modId xmlns:p14="http://schemas.microsoft.com/office/powerpoint/2010/main" val="2065273045"/>
              </p:ext>
            </p:extLst>
          </p:nvPr>
        </p:nvGraphicFramePr>
        <p:xfrm>
          <a:off x="1197268" y="1843284"/>
          <a:ext cx="10156531" cy="43336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72360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09F1BF55-2A9A-4685-852A-EDE26200E0C8}"/>
                                            </p:graphicEl>
                                          </p:spTgt>
                                        </p:tgtEl>
                                        <p:attrNameLst>
                                          <p:attrName>style.visibility</p:attrName>
                                        </p:attrNameLst>
                                      </p:cBhvr>
                                      <p:to>
                                        <p:strVal val="visible"/>
                                      </p:to>
                                    </p:set>
                                    <p:anim calcmode="lin" valueType="num">
                                      <p:cBhvr additive="base">
                                        <p:cTn id="7" dur="500" fill="hold"/>
                                        <p:tgtEl>
                                          <p:spTgt spid="47">
                                            <p:graphicEl>
                                              <a:dgm id="{09F1BF55-2A9A-4685-852A-EDE26200E0C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09F1BF55-2A9A-4685-852A-EDE26200E0C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4A5C1690-CF09-4489-8B3C-468235C9A5ED}"/>
                                            </p:graphicEl>
                                          </p:spTgt>
                                        </p:tgtEl>
                                        <p:attrNameLst>
                                          <p:attrName>style.visibility</p:attrName>
                                        </p:attrNameLst>
                                      </p:cBhvr>
                                      <p:to>
                                        <p:strVal val="visible"/>
                                      </p:to>
                                    </p:set>
                                    <p:anim calcmode="lin" valueType="num">
                                      <p:cBhvr additive="base">
                                        <p:cTn id="13" dur="500" fill="hold"/>
                                        <p:tgtEl>
                                          <p:spTgt spid="47">
                                            <p:graphicEl>
                                              <a:dgm id="{4A5C1690-CF09-4489-8B3C-468235C9A5E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4A5C1690-CF09-4489-8B3C-468235C9A5ED}"/>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
                                            <p:graphicEl>
                                              <a:dgm id="{8B42B7B4-2797-4FCB-B8D1-66A073D68744}"/>
                                            </p:graphicEl>
                                          </p:spTgt>
                                        </p:tgtEl>
                                        <p:attrNameLst>
                                          <p:attrName>style.visibility</p:attrName>
                                        </p:attrNameLst>
                                      </p:cBhvr>
                                      <p:to>
                                        <p:strVal val="visible"/>
                                      </p:to>
                                    </p:set>
                                    <p:anim calcmode="lin" valueType="num">
                                      <p:cBhvr additive="base">
                                        <p:cTn id="19" dur="500" fill="hold"/>
                                        <p:tgtEl>
                                          <p:spTgt spid="47">
                                            <p:graphicEl>
                                              <a:dgm id="{8B42B7B4-2797-4FCB-B8D1-66A073D68744}"/>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
                                            <p:graphicEl>
                                              <a:dgm id="{8B42B7B4-2797-4FCB-B8D1-66A073D68744}"/>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
                                            <p:graphicEl>
                                              <a:dgm id="{1047A705-CF7F-4EBB-9384-4F85911A8C76}"/>
                                            </p:graphicEl>
                                          </p:spTgt>
                                        </p:tgtEl>
                                        <p:attrNameLst>
                                          <p:attrName>style.visibility</p:attrName>
                                        </p:attrNameLst>
                                      </p:cBhvr>
                                      <p:to>
                                        <p:strVal val="visible"/>
                                      </p:to>
                                    </p:set>
                                    <p:anim calcmode="lin" valueType="num">
                                      <p:cBhvr additive="base">
                                        <p:cTn id="25" dur="500" fill="hold"/>
                                        <p:tgtEl>
                                          <p:spTgt spid="47">
                                            <p:graphicEl>
                                              <a:dgm id="{1047A705-CF7F-4EBB-9384-4F85911A8C76}"/>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
                                            <p:graphicEl>
                                              <a:dgm id="{1047A705-CF7F-4EBB-9384-4F85911A8C7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9"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60"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520741"/>
            <a:ext cx="10227067" cy="1100333"/>
          </a:xfrm>
        </p:spPr>
        <p:txBody>
          <a:bodyPr>
            <a:normAutofit/>
          </a:bodyPr>
          <a:lstStyle/>
          <a:p>
            <a:r>
              <a:rPr lang="en-US" dirty="0">
                <a:solidFill>
                  <a:schemeClr val="tx2"/>
                </a:solidFill>
                <a:latin typeface="Arial" panose="020B0604020202020204" pitchFamily="34" charset="0"/>
                <a:cs typeface="Arial" panose="020B0604020202020204" pitchFamily="34" charset="0"/>
              </a:rPr>
              <a:t>Monotonic Writes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334002" y="2141815"/>
            <a:ext cx="5450926" cy="4195444"/>
          </a:xfrm>
        </p:spPr>
        <p:txBody>
          <a:bodyPr>
            <a:normAutofit/>
          </a:bodyPr>
          <a:lstStyle/>
          <a:p>
            <a:pPr>
              <a:lnSpc>
                <a:spcPct val="100000"/>
              </a:lnSpc>
            </a:pPr>
            <a:r>
              <a:rPr lang="en-US" sz="1800" dirty="0">
                <a:solidFill>
                  <a:schemeClr val="tx2"/>
                </a:solidFill>
                <a:latin typeface="Arial" panose="020B0604020202020204" pitchFamily="34" charset="0"/>
                <a:cs typeface="Arial" panose="020B0604020202020204" pitchFamily="34" charset="0"/>
              </a:rPr>
              <a:t>Process P performs a write operation on x at local copy L1, presented as the operation W(x1).</a:t>
            </a:r>
          </a:p>
          <a:p>
            <a:pPr>
              <a:lnSpc>
                <a:spcPct val="100000"/>
              </a:lnSpc>
            </a:pPr>
            <a:r>
              <a:rPr lang="en-US" sz="1800" dirty="0">
                <a:solidFill>
                  <a:schemeClr val="tx2"/>
                </a:solidFill>
                <a:latin typeface="Arial" panose="020B0604020202020204" pitchFamily="34" charset="0"/>
                <a:cs typeface="Arial" panose="020B0604020202020204" pitchFamily="34" charset="0"/>
              </a:rPr>
              <a:t>Later, P performs another write operation on x, but this time at L2, shown as W (x2).</a:t>
            </a:r>
          </a:p>
          <a:p>
            <a:pPr>
              <a:lnSpc>
                <a:spcPct val="100000"/>
              </a:lnSpc>
            </a:pPr>
            <a:r>
              <a:rPr lang="en-US" sz="1800" dirty="0">
                <a:solidFill>
                  <a:schemeClr val="tx2"/>
                </a:solidFill>
                <a:latin typeface="Arial" panose="020B0604020202020204" pitchFamily="34" charset="0"/>
                <a:cs typeface="Arial" panose="020B0604020202020204" pitchFamily="34" charset="0"/>
              </a:rPr>
              <a:t>To ensure monotonic-write consistency, the previous write operation at L1 must have been propagated to L2.</a:t>
            </a:r>
          </a:p>
          <a:p>
            <a:pPr>
              <a:lnSpc>
                <a:spcPct val="100000"/>
              </a:lnSpc>
            </a:pPr>
            <a:r>
              <a:rPr lang="en-US" sz="1800" dirty="0">
                <a:solidFill>
                  <a:schemeClr val="tx2"/>
                </a:solidFill>
                <a:latin typeface="Arial" panose="020B0604020202020204" pitchFamily="34" charset="0"/>
                <a:cs typeface="Arial" panose="020B0604020202020204" pitchFamily="34" charset="0"/>
              </a:rPr>
              <a:t>This explains operation W (x1) at L2, and why it takes place before W (x2).</a:t>
            </a:r>
            <a:endParaRPr lang="en-PK" sz="1800" dirty="0">
              <a:solidFill>
                <a:schemeClr val="tx2"/>
              </a:solidFill>
              <a:latin typeface="Arial" panose="020B0604020202020204" pitchFamily="34" charset="0"/>
              <a:cs typeface="Arial" panose="020B0604020202020204" pitchFamily="34" charset="0"/>
            </a:endParaRPr>
          </a:p>
        </p:txBody>
      </p:sp>
      <p:pic>
        <p:nvPicPr>
          <p:cNvPr id="61"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8" name="TextBox 7">
            <a:extLst>
              <a:ext uri="{FF2B5EF4-FFF2-40B4-BE49-F238E27FC236}">
                <a16:creationId xmlns:a16="http://schemas.microsoft.com/office/drawing/2014/main" id="{53BFB3BA-9AEC-A7F3-85C3-80B77680FE45}"/>
              </a:ext>
            </a:extLst>
          </p:cNvPr>
          <p:cNvSpPr txBox="1"/>
          <p:nvPr/>
        </p:nvSpPr>
        <p:spPr>
          <a:xfrm>
            <a:off x="6407072" y="4537833"/>
            <a:ext cx="5450926"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a:t>
            </a:r>
            <a:r>
              <a:rPr kumimoji="0" lang="en-US" sz="18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monotonic-write consistent data store. </a:t>
            </a:r>
            <a:endParaRPr kumimoji="0" lang="en-PK" sz="18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4" name="Picture 4" descr="07-13">
            <a:extLst>
              <a:ext uri="{FF2B5EF4-FFF2-40B4-BE49-F238E27FC236}">
                <a16:creationId xmlns:a16="http://schemas.microsoft.com/office/drawing/2014/main" id="{19E420F2-D475-CD97-EAA5-3C90A55EE6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2432"/>
          <a:stretch>
            <a:fillRect/>
          </a:stretch>
        </p:blipFill>
        <p:spPr bwMode="auto">
          <a:xfrm>
            <a:off x="5908741" y="2267861"/>
            <a:ext cx="6116638" cy="197167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1246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9"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60"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520741"/>
            <a:ext cx="10227067" cy="1100333"/>
          </a:xfrm>
        </p:spPr>
        <p:txBody>
          <a:bodyPr>
            <a:normAutofit/>
          </a:bodyPr>
          <a:lstStyle/>
          <a:p>
            <a:r>
              <a:rPr lang="en-US" dirty="0">
                <a:solidFill>
                  <a:schemeClr val="tx2"/>
                </a:solidFill>
                <a:latin typeface="Arial" panose="020B0604020202020204" pitchFamily="34" charset="0"/>
                <a:cs typeface="Arial" panose="020B0604020202020204" pitchFamily="34" charset="0"/>
              </a:rPr>
              <a:t>Monotonic Writes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334002" y="2141814"/>
            <a:ext cx="5881863" cy="4372001"/>
          </a:xfrm>
        </p:spPr>
        <p:txBody>
          <a:bodyPr>
            <a:normAutofit/>
          </a:bodyPr>
          <a:lstStyle/>
          <a:p>
            <a:pPr>
              <a:lnSpc>
                <a:spcPct val="100000"/>
              </a:lnSpc>
            </a:pPr>
            <a:r>
              <a:rPr lang="en-US" sz="2000" dirty="0">
                <a:solidFill>
                  <a:schemeClr val="tx1"/>
                </a:solidFill>
                <a:latin typeface="Arial" panose="020B0604020202020204" pitchFamily="34" charset="0"/>
                <a:cs typeface="Arial" panose="020B0604020202020204" pitchFamily="34" charset="0"/>
              </a:rPr>
              <a:t>Situation in which monotonic-write consistency is not guaranteed.</a:t>
            </a:r>
          </a:p>
          <a:p>
            <a:pPr>
              <a:lnSpc>
                <a:spcPct val="100000"/>
              </a:lnSpc>
            </a:pPr>
            <a:r>
              <a:rPr lang="en-US" sz="2000" dirty="0">
                <a:solidFill>
                  <a:schemeClr val="tx1"/>
                </a:solidFill>
                <a:latin typeface="Arial" panose="020B0604020202020204" pitchFamily="34" charset="0"/>
                <a:cs typeface="Arial" panose="020B0604020202020204" pitchFamily="34" charset="0"/>
              </a:rPr>
              <a:t>Missing is the propagation of W(x1) to copy L2.</a:t>
            </a:r>
          </a:p>
          <a:p>
            <a:pPr>
              <a:lnSpc>
                <a:spcPct val="100000"/>
              </a:lnSpc>
            </a:pPr>
            <a:r>
              <a:rPr lang="en-US" sz="2000" dirty="0">
                <a:solidFill>
                  <a:schemeClr val="tx1"/>
                </a:solidFill>
                <a:latin typeface="Arial" panose="020B0604020202020204" pitchFamily="34" charset="0"/>
                <a:cs typeface="Arial" panose="020B0604020202020204" pitchFamily="34" charset="0"/>
              </a:rPr>
              <a:t>No guarantees can be given that the copy of x on which the second write is being performed has the same or more recent value at the time W(x1 ) completed at L1.</a:t>
            </a:r>
            <a:endParaRPr lang="en-PK" sz="2000" dirty="0">
              <a:solidFill>
                <a:schemeClr val="tx1"/>
              </a:solidFill>
              <a:latin typeface="Arial" panose="020B0604020202020204" pitchFamily="34" charset="0"/>
              <a:cs typeface="Arial" panose="020B0604020202020204" pitchFamily="34" charset="0"/>
            </a:endParaRPr>
          </a:p>
        </p:txBody>
      </p:sp>
      <p:pic>
        <p:nvPicPr>
          <p:cNvPr id="61"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8" name="TextBox 7">
            <a:extLst>
              <a:ext uri="{FF2B5EF4-FFF2-40B4-BE49-F238E27FC236}">
                <a16:creationId xmlns:a16="http://schemas.microsoft.com/office/drawing/2014/main" id="{53BFB3BA-9AEC-A7F3-85C3-80B77680FE45}"/>
              </a:ext>
            </a:extLst>
          </p:cNvPr>
          <p:cNvSpPr txBox="1"/>
          <p:nvPr/>
        </p:nvSpPr>
        <p:spPr>
          <a:xfrm>
            <a:off x="6390526" y="4786987"/>
            <a:ext cx="5450926" cy="6463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Arial" panose="020B0604020202020204" pitchFamily="34" charset="0"/>
                <a:cs typeface="Arial" panose="020B0604020202020204" pitchFamily="34" charset="0"/>
              </a:rPr>
              <a:t>(b) </a:t>
            </a:r>
            <a:r>
              <a:rPr lang="en-US" dirty="0">
                <a:latin typeface="Arial" panose="020B0604020202020204" pitchFamily="34" charset="0"/>
                <a:cs typeface="Arial" panose="020B0604020202020204" pitchFamily="34" charset="0"/>
              </a:rPr>
              <a:t>A data store that does not provide monotonic-write consistency.</a:t>
            </a:r>
            <a:endParaRPr kumimoji="0" lang="en-PK" sz="18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4" name="Picture 4" descr="07-13">
            <a:extLst>
              <a:ext uri="{FF2B5EF4-FFF2-40B4-BE49-F238E27FC236}">
                <a16:creationId xmlns:a16="http://schemas.microsoft.com/office/drawing/2014/main" id="{DBAA07F7-F0E8-32D2-B1BF-737138AD15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3519"/>
          <a:stretch>
            <a:fillRect/>
          </a:stretch>
        </p:blipFill>
        <p:spPr bwMode="auto">
          <a:xfrm>
            <a:off x="6390526" y="2141815"/>
            <a:ext cx="5501356" cy="19716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16032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Client-Centric Consistency Models: Read Your Writes</a:t>
            </a:r>
          </a:p>
        </p:txBody>
      </p:sp>
    </p:spTree>
    <p:extLst>
      <p:ext uri="{BB962C8B-B14F-4D97-AF65-F5344CB8AC3E}">
        <p14:creationId xmlns:p14="http://schemas.microsoft.com/office/powerpoint/2010/main" val="9059651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30199967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7403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t>"Client-Centric Consistency Models: Read Your Writes</a:t>
            </a:r>
            <a:endParaRPr lang="en-PK" dirty="0"/>
          </a:p>
        </p:txBody>
      </p:sp>
      <p:graphicFrame>
        <p:nvGraphicFramePr>
          <p:cNvPr id="36" name="Content Placeholder 3">
            <a:extLst>
              <a:ext uri="{FF2B5EF4-FFF2-40B4-BE49-F238E27FC236}">
                <a16:creationId xmlns:a16="http://schemas.microsoft.com/office/drawing/2014/main" id="{11E78A91-4F5D-0EB0-E484-9BB6D14B8021}"/>
              </a:ext>
            </a:extLst>
          </p:cNvPr>
          <p:cNvGraphicFramePr>
            <a:graphicFrameLocks noGrp="1"/>
          </p:cNvGraphicFramePr>
          <p:nvPr>
            <p:ph idx="1"/>
            <p:extLst>
              <p:ext uri="{D42A27DB-BD31-4B8C-83A1-F6EECF244321}">
                <p14:modId xmlns:p14="http://schemas.microsoft.com/office/powerpoint/2010/main" val="3463965687"/>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52363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9"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60"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520741"/>
            <a:ext cx="10227067" cy="1100333"/>
          </a:xfrm>
        </p:spPr>
        <p:txBody>
          <a:bodyPr>
            <a:normAutofit/>
          </a:bodyPr>
          <a:lstStyle/>
          <a:p>
            <a:r>
              <a:rPr lang="en-US" dirty="0">
                <a:solidFill>
                  <a:schemeClr val="tx2"/>
                </a:solidFill>
                <a:latin typeface="Arial" panose="020B0604020202020204" pitchFamily="34" charset="0"/>
                <a:cs typeface="Arial" panose="020B0604020202020204" pitchFamily="34" charset="0"/>
              </a:rPr>
              <a:t>Read Your Writes Example</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334002" y="2267861"/>
            <a:ext cx="5450926" cy="4069398"/>
          </a:xfrm>
        </p:spPr>
        <p:txBody>
          <a:bodyPr>
            <a:normAutofit/>
          </a:bodyPr>
          <a:lstStyle/>
          <a:p>
            <a:pPr>
              <a:lnSpc>
                <a:spcPct val="100000"/>
              </a:lnSpc>
            </a:pPr>
            <a:r>
              <a:rPr lang="en-US" sz="2000" dirty="0">
                <a:solidFill>
                  <a:schemeClr val="tx2"/>
                </a:solidFill>
                <a:latin typeface="Arial" panose="020B0604020202020204" pitchFamily="34" charset="0"/>
                <a:cs typeface="Arial" panose="020B0604020202020204" pitchFamily="34" charset="0"/>
              </a:rPr>
              <a:t>Process P performed a write operation W(x1) and later a read operation at a different local copy.</a:t>
            </a:r>
          </a:p>
          <a:p>
            <a:pPr>
              <a:lnSpc>
                <a:spcPct val="100000"/>
              </a:lnSpc>
            </a:pPr>
            <a:r>
              <a:rPr lang="en-US" sz="2000" dirty="0">
                <a:solidFill>
                  <a:schemeClr val="tx2"/>
                </a:solidFill>
                <a:latin typeface="Arial" panose="020B0604020202020204" pitchFamily="34" charset="0"/>
                <a:cs typeface="Arial" panose="020B0604020202020204" pitchFamily="34" charset="0"/>
              </a:rPr>
              <a:t>Read-your-writes consistency guarantees that the effects of the write operation can be seen by the succeeding read operation.</a:t>
            </a:r>
          </a:p>
          <a:p>
            <a:pPr>
              <a:lnSpc>
                <a:spcPct val="100000"/>
              </a:lnSpc>
            </a:pPr>
            <a:r>
              <a:rPr lang="en-US" sz="2000" dirty="0">
                <a:solidFill>
                  <a:schemeClr val="tx2"/>
                </a:solidFill>
                <a:latin typeface="Arial" panose="020B0604020202020204" pitchFamily="34" charset="0"/>
                <a:cs typeface="Arial" panose="020B0604020202020204" pitchFamily="34" charset="0"/>
              </a:rPr>
              <a:t>This is expressed by WS (x1;x2), which states that W (x1) is part of WS (x2).</a:t>
            </a:r>
            <a:endParaRPr lang="en-PK" sz="2000" dirty="0">
              <a:solidFill>
                <a:schemeClr val="tx2"/>
              </a:solidFill>
              <a:latin typeface="Arial" panose="020B0604020202020204" pitchFamily="34" charset="0"/>
              <a:cs typeface="Arial" panose="020B0604020202020204" pitchFamily="34" charset="0"/>
            </a:endParaRPr>
          </a:p>
        </p:txBody>
      </p:sp>
      <p:pic>
        <p:nvPicPr>
          <p:cNvPr id="61"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8" name="TextBox 7">
            <a:extLst>
              <a:ext uri="{FF2B5EF4-FFF2-40B4-BE49-F238E27FC236}">
                <a16:creationId xmlns:a16="http://schemas.microsoft.com/office/drawing/2014/main" id="{53BFB3BA-9AEC-A7F3-85C3-80B77680FE45}"/>
              </a:ext>
            </a:extLst>
          </p:cNvPr>
          <p:cNvSpPr txBox="1"/>
          <p:nvPr/>
        </p:nvSpPr>
        <p:spPr>
          <a:xfrm>
            <a:off x="6407072" y="4537833"/>
            <a:ext cx="5450926" cy="6463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 A data store that provides read-your-writes consistency.</a:t>
            </a:r>
            <a:endParaRPr kumimoji="0" lang="en-PK"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5" name="Picture 4" descr="07-14">
            <a:extLst>
              <a:ext uri="{FF2B5EF4-FFF2-40B4-BE49-F238E27FC236}">
                <a16:creationId xmlns:a16="http://schemas.microsoft.com/office/drawing/2014/main" id="{4E29A3A7-0A72-4113-2C74-B4D5B82F4D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2061"/>
          <a:stretch>
            <a:fillRect/>
          </a:stretch>
        </p:blipFill>
        <p:spPr bwMode="auto">
          <a:xfrm>
            <a:off x="6206907" y="2445249"/>
            <a:ext cx="5531211" cy="17691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62409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9"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60"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520741"/>
            <a:ext cx="10227067" cy="1100333"/>
          </a:xfrm>
        </p:spPr>
        <p:txBody>
          <a:bodyPr>
            <a:normAutofit/>
          </a:bodyPr>
          <a:lstStyle/>
          <a:p>
            <a:r>
              <a:rPr lang="en-US" dirty="0">
                <a:solidFill>
                  <a:schemeClr val="tx2"/>
                </a:solidFill>
                <a:latin typeface="Arial" panose="020B0604020202020204" pitchFamily="34" charset="0"/>
                <a:cs typeface="Arial" panose="020B0604020202020204" pitchFamily="34" charset="0"/>
              </a:rPr>
              <a:t>Read Your Writes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334002" y="2609635"/>
            <a:ext cx="5450926" cy="3727623"/>
          </a:xfrm>
        </p:spPr>
        <p:txBody>
          <a:bodyPr>
            <a:normAutofit/>
          </a:bodyPr>
          <a:lstStyle/>
          <a:p>
            <a:pPr algn="just">
              <a:lnSpc>
                <a:spcPct val="100000"/>
              </a:lnSpc>
            </a:pPr>
            <a:r>
              <a:rPr lang="en-US" sz="2000" dirty="0">
                <a:solidFill>
                  <a:schemeClr val="tx2"/>
                </a:solidFill>
                <a:latin typeface="Arial" panose="020B0604020202020204" pitchFamily="34" charset="0"/>
                <a:cs typeface="Arial" panose="020B0604020202020204" pitchFamily="34" charset="0"/>
              </a:rPr>
              <a:t>W (x1) has been left out of WS (x2), meaning that the effects of the previous write operation by process P have not been propagated to L2.</a:t>
            </a:r>
            <a:endParaRPr lang="en-PK" sz="2000" dirty="0">
              <a:solidFill>
                <a:schemeClr val="tx2"/>
              </a:solidFill>
              <a:latin typeface="Arial" panose="020B0604020202020204" pitchFamily="34" charset="0"/>
              <a:cs typeface="Arial" panose="020B0604020202020204" pitchFamily="34" charset="0"/>
            </a:endParaRPr>
          </a:p>
        </p:txBody>
      </p:sp>
      <p:pic>
        <p:nvPicPr>
          <p:cNvPr id="61"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8" name="TextBox 7">
            <a:extLst>
              <a:ext uri="{FF2B5EF4-FFF2-40B4-BE49-F238E27FC236}">
                <a16:creationId xmlns:a16="http://schemas.microsoft.com/office/drawing/2014/main" id="{53BFB3BA-9AEC-A7F3-85C3-80B77680FE45}"/>
              </a:ext>
            </a:extLst>
          </p:cNvPr>
          <p:cNvSpPr txBox="1"/>
          <p:nvPr/>
        </p:nvSpPr>
        <p:spPr>
          <a:xfrm>
            <a:off x="5992380" y="4568081"/>
            <a:ext cx="5450926"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(b) A data store that does not. </a:t>
            </a:r>
            <a:endParaRPr kumimoji="0" lang="en-PK"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5" name="Picture 4" descr="07-14">
            <a:extLst>
              <a:ext uri="{FF2B5EF4-FFF2-40B4-BE49-F238E27FC236}">
                <a16:creationId xmlns:a16="http://schemas.microsoft.com/office/drawing/2014/main" id="{B4A1F60C-5341-199D-EA6D-99027BC2EF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2913"/>
          <a:stretch>
            <a:fillRect/>
          </a:stretch>
        </p:blipFill>
        <p:spPr bwMode="auto">
          <a:xfrm>
            <a:off x="5908638" y="2320167"/>
            <a:ext cx="5716492" cy="186153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83394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Client-Centric Consistency Models: Writes Follow Reads</a:t>
            </a:r>
          </a:p>
        </p:txBody>
      </p:sp>
    </p:spTree>
    <p:extLst>
      <p:ext uri="{BB962C8B-B14F-4D97-AF65-F5344CB8AC3E}">
        <p14:creationId xmlns:p14="http://schemas.microsoft.com/office/powerpoint/2010/main" val="36285598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398129338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94044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t>Client-Centric Consistency Models: Writes Follow Reads</a:t>
            </a:r>
            <a:endParaRPr lang="en-PK" dirty="0"/>
          </a:p>
        </p:txBody>
      </p:sp>
      <p:graphicFrame>
        <p:nvGraphicFramePr>
          <p:cNvPr id="36" name="Content Placeholder 3">
            <a:extLst>
              <a:ext uri="{FF2B5EF4-FFF2-40B4-BE49-F238E27FC236}">
                <a16:creationId xmlns:a16="http://schemas.microsoft.com/office/drawing/2014/main" id="{B73EBF65-11D5-4113-ADB0-586C34204BAC}"/>
              </a:ext>
            </a:extLst>
          </p:cNvPr>
          <p:cNvGraphicFramePr>
            <a:graphicFrameLocks noGrp="1"/>
          </p:cNvGraphicFramePr>
          <p:nvPr>
            <p:ph idx="1"/>
            <p:extLst>
              <p:ext uri="{D42A27DB-BD31-4B8C-83A1-F6EECF244321}">
                <p14:modId xmlns:p14="http://schemas.microsoft.com/office/powerpoint/2010/main" val="2824472355"/>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64063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9"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60"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520741"/>
            <a:ext cx="10227067" cy="1100333"/>
          </a:xfrm>
        </p:spPr>
        <p:txBody>
          <a:bodyPr>
            <a:normAutofit/>
          </a:bodyPr>
          <a:lstStyle/>
          <a:p>
            <a:r>
              <a:rPr lang="en-US" dirty="0">
                <a:solidFill>
                  <a:schemeClr val="tx2"/>
                </a:solidFill>
                <a:latin typeface="Arial" panose="020B0604020202020204" pitchFamily="34" charset="0"/>
                <a:cs typeface="Arial" panose="020B0604020202020204" pitchFamily="34" charset="0"/>
              </a:rPr>
              <a:t>Writes Follow Reads Example</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334002" y="2609635"/>
            <a:ext cx="5450926" cy="3727623"/>
          </a:xfrm>
        </p:spPr>
        <p:txBody>
          <a:bodyPr>
            <a:normAutofit/>
          </a:bodyPr>
          <a:lstStyle/>
          <a:p>
            <a:pPr algn="just">
              <a:lnSpc>
                <a:spcPct val="100000"/>
              </a:lnSpc>
            </a:pPr>
            <a:r>
              <a:rPr lang="en-US" sz="2400" dirty="0">
                <a:solidFill>
                  <a:schemeClr val="tx2"/>
                </a:solidFill>
                <a:latin typeface="Arial" panose="020B0604020202020204" pitchFamily="34" charset="0"/>
                <a:cs typeface="Arial" panose="020B0604020202020204" pitchFamily="34" charset="0"/>
              </a:rPr>
              <a:t>A process reads x at local copy L1.</a:t>
            </a:r>
          </a:p>
          <a:p>
            <a:pPr algn="just">
              <a:lnSpc>
                <a:spcPct val="100000"/>
              </a:lnSpc>
            </a:pPr>
            <a:r>
              <a:rPr lang="en-US" sz="2400" dirty="0">
                <a:solidFill>
                  <a:schemeClr val="tx2"/>
                </a:solidFill>
                <a:latin typeface="Arial" panose="020B0604020202020204" pitchFamily="34" charset="0"/>
                <a:cs typeface="Arial" panose="020B0604020202020204" pitchFamily="34" charset="0"/>
              </a:rPr>
              <a:t>The write operations that led to the value just read, also appear in the write set at L2, where the same process later performs a write operation.</a:t>
            </a:r>
          </a:p>
          <a:p>
            <a:pPr algn="just">
              <a:lnSpc>
                <a:spcPct val="100000"/>
              </a:lnSpc>
            </a:pPr>
            <a:r>
              <a:rPr lang="en-US" sz="2400" dirty="0">
                <a:solidFill>
                  <a:schemeClr val="tx2"/>
                </a:solidFill>
                <a:latin typeface="Arial" panose="020B0604020202020204" pitchFamily="34" charset="0"/>
                <a:cs typeface="Arial" panose="020B0604020202020204" pitchFamily="34" charset="0"/>
              </a:rPr>
              <a:t>(Note that other processes at L2 see those write operations as well.)</a:t>
            </a:r>
            <a:endParaRPr lang="en-PK" sz="2400" dirty="0">
              <a:solidFill>
                <a:schemeClr val="tx2"/>
              </a:solidFill>
              <a:latin typeface="Arial" panose="020B0604020202020204" pitchFamily="34" charset="0"/>
              <a:cs typeface="Arial" panose="020B0604020202020204" pitchFamily="34" charset="0"/>
            </a:endParaRPr>
          </a:p>
        </p:txBody>
      </p:sp>
      <p:pic>
        <p:nvPicPr>
          <p:cNvPr id="61"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8" name="TextBox 7">
            <a:extLst>
              <a:ext uri="{FF2B5EF4-FFF2-40B4-BE49-F238E27FC236}">
                <a16:creationId xmlns:a16="http://schemas.microsoft.com/office/drawing/2014/main" id="{53BFB3BA-9AEC-A7F3-85C3-80B77680FE45}"/>
              </a:ext>
            </a:extLst>
          </p:cNvPr>
          <p:cNvSpPr txBox="1"/>
          <p:nvPr/>
        </p:nvSpPr>
        <p:spPr>
          <a:xfrm>
            <a:off x="5992380" y="4568081"/>
            <a:ext cx="5450926"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 A writes-follow-reads consistent data store.</a:t>
            </a:r>
            <a:endParaRPr kumimoji="0" lang="en-PK"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 name="Picture 4" descr="07-15">
            <a:extLst>
              <a:ext uri="{FF2B5EF4-FFF2-40B4-BE49-F238E27FC236}">
                <a16:creationId xmlns:a16="http://schemas.microsoft.com/office/drawing/2014/main" id="{CC8963C4-C266-0F23-3B58-7E83AFA851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3232"/>
          <a:stretch>
            <a:fillRect/>
          </a:stretch>
        </p:blipFill>
        <p:spPr bwMode="auto">
          <a:xfrm>
            <a:off x="6422742" y="2434975"/>
            <a:ext cx="5573303" cy="181709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03115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9">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9" name="Rectangle 51">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60" name="Picture 53">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3000" y="520741"/>
            <a:ext cx="10227067" cy="1100333"/>
          </a:xfrm>
        </p:spPr>
        <p:txBody>
          <a:bodyPr>
            <a:normAutofit/>
          </a:bodyPr>
          <a:lstStyle/>
          <a:p>
            <a:r>
              <a:rPr lang="en-US" dirty="0">
                <a:solidFill>
                  <a:schemeClr val="tx2"/>
                </a:solidFill>
                <a:latin typeface="Arial" panose="020B0604020202020204" pitchFamily="34" charset="0"/>
                <a:cs typeface="Arial" panose="020B0604020202020204" pitchFamily="34" charset="0"/>
              </a:rPr>
              <a:t>Writes Follow Reads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1609B1-0531-E27D-1419-3C8DCCBF77F7}"/>
              </a:ext>
            </a:extLst>
          </p:cNvPr>
          <p:cNvSpPr>
            <a:spLocks noGrp="1"/>
          </p:cNvSpPr>
          <p:nvPr>
            <p:ph idx="1"/>
          </p:nvPr>
        </p:nvSpPr>
        <p:spPr>
          <a:xfrm>
            <a:off x="334002" y="2722652"/>
            <a:ext cx="5450926" cy="3614606"/>
          </a:xfrm>
        </p:spPr>
        <p:txBody>
          <a:bodyPr>
            <a:normAutofit/>
          </a:bodyPr>
          <a:lstStyle/>
          <a:p>
            <a:pPr algn="just">
              <a:lnSpc>
                <a:spcPct val="100000"/>
              </a:lnSpc>
            </a:pPr>
            <a:r>
              <a:rPr lang="en-US" sz="2400" dirty="0">
                <a:solidFill>
                  <a:schemeClr val="tx2"/>
                </a:solidFill>
                <a:latin typeface="Arial" panose="020B0604020202020204" pitchFamily="34" charset="0"/>
                <a:cs typeface="Arial" panose="020B0604020202020204" pitchFamily="34" charset="0"/>
              </a:rPr>
              <a:t> No guarantees are given that the operation performed at L2,</a:t>
            </a:r>
          </a:p>
          <a:p>
            <a:pPr algn="just">
              <a:lnSpc>
                <a:spcPct val="100000"/>
              </a:lnSpc>
            </a:pPr>
            <a:r>
              <a:rPr lang="en-US" sz="2400" dirty="0">
                <a:solidFill>
                  <a:schemeClr val="tx2"/>
                </a:solidFill>
                <a:latin typeface="Arial" panose="020B0604020202020204" pitchFamily="34" charset="0"/>
                <a:cs typeface="Arial" panose="020B0604020202020204" pitchFamily="34" charset="0"/>
              </a:rPr>
              <a:t>They are performed on a copy that is consistent with the one just read at L1.</a:t>
            </a:r>
            <a:endParaRPr lang="en-PK" sz="2400" dirty="0">
              <a:solidFill>
                <a:schemeClr val="tx2"/>
              </a:solidFill>
              <a:latin typeface="Arial" panose="020B0604020202020204" pitchFamily="34" charset="0"/>
              <a:cs typeface="Arial" panose="020B0604020202020204" pitchFamily="34" charset="0"/>
            </a:endParaRPr>
          </a:p>
        </p:txBody>
      </p:sp>
      <p:pic>
        <p:nvPicPr>
          <p:cNvPr id="61" name="Picture 55">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8" name="TextBox 7">
            <a:extLst>
              <a:ext uri="{FF2B5EF4-FFF2-40B4-BE49-F238E27FC236}">
                <a16:creationId xmlns:a16="http://schemas.microsoft.com/office/drawing/2014/main" id="{53BFB3BA-9AEC-A7F3-85C3-80B77680FE45}"/>
              </a:ext>
            </a:extLst>
          </p:cNvPr>
          <p:cNvSpPr txBox="1"/>
          <p:nvPr/>
        </p:nvSpPr>
        <p:spPr>
          <a:xfrm>
            <a:off x="6407072" y="4643553"/>
            <a:ext cx="5450926" cy="6463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(b) A data store that does not provide writes-follow-reads consistency.</a:t>
            </a:r>
            <a:endParaRPr kumimoji="0" lang="en-PK"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 name="Picture 4" descr="07-15">
            <a:extLst>
              <a:ext uri="{FF2B5EF4-FFF2-40B4-BE49-F238E27FC236}">
                <a16:creationId xmlns:a16="http://schemas.microsoft.com/office/drawing/2014/main" id="{D0989CB0-6CF1-0E66-27DD-F198E56032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3355"/>
          <a:stretch>
            <a:fillRect/>
          </a:stretch>
        </p:blipFill>
        <p:spPr bwMode="auto">
          <a:xfrm>
            <a:off x="6442246" y="2609634"/>
            <a:ext cx="5428760" cy="177464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1685436"/>
      </p:ext>
    </p:extLst>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2209</TotalTime>
  <Words>3061</Words>
  <Application>Microsoft Office PowerPoint</Application>
  <PresentationFormat>Widescreen</PresentationFormat>
  <Paragraphs>285</Paragraphs>
  <Slides>60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Avenir Next LT Pro</vt:lpstr>
      <vt:lpstr>AvenirNext LT Pro Medium</vt:lpstr>
      <vt:lpstr>Calibri</vt:lpstr>
      <vt:lpstr>BlockprintVTI</vt:lpstr>
      <vt:lpstr>CS621 Parallel and Distributed Computing</vt:lpstr>
      <vt:lpstr>CS621 Parallel and Distributed Computing</vt:lpstr>
      <vt:lpstr>Objectives</vt:lpstr>
      <vt:lpstr>What is replication of data?</vt:lpstr>
      <vt:lpstr>Reasons for Replication</vt:lpstr>
      <vt:lpstr>Replication as Scaling Technique</vt:lpstr>
      <vt:lpstr>CS621 Parallel and Distributed Computing</vt:lpstr>
      <vt:lpstr>Objectives</vt:lpstr>
      <vt:lpstr>Replication and Consistency</vt:lpstr>
      <vt:lpstr>Replication and Consistency: Data Consistency Models</vt:lpstr>
      <vt:lpstr>Data Consistency Models</vt:lpstr>
      <vt:lpstr>CS621 Parallel and Distributed Computing</vt:lpstr>
      <vt:lpstr>Objectives</vt:lpstr>
      <vt:lpstr>Data Consistency Model</vt:lpstr>
      <vt:lpstr>Data-Centric Consistency Models</vt:lpstr>
      <vt:lpstr>Data-Centric Consistency Models: Continuous Consistency</vt:lpstr>
      <vt:lpstr>Continuous Consistency: Cont..</vt:lpstr>
      <vt:lpstr>CS621 Parallel and Distributed Computing</vt:lpstr>
      <vt:lpstr>Objectives</vt:lpstr>
      <vt:lpstr>Data-Centric Consistency Models: Sequential Consistency </vt:lpstr>
      <vt:lpstr>Sequential Consistency Cont…</vt:lpstr>
      <vt:lpstr>Sequential Consistency Cont…</vt:lpstr>
      <vt:lpstr>CS621 Parallel and Distributed Computing</vt:lpstr>
      <vt:lpstr>Objectives</vt:lpstr>
      <vt:lpstr>Data-Centric Consistency Models: Causal Consistency</vt:lpstr>
      <vt:lpstr>Causal Consistency Example</vt:lpstr>
      <vt:lpstr>Causal Consistency Example Cont…</vt:lpstr>
      <vt:lpstr>Causal Consistency Example Cont…</vt:lpstr>
      <vt:lpstr>Causal Consistency Example Cont…</vt:lpstr>
      <vt:lpstr>CS621 Parallel and Distributed Computing</vt:lpstr>
      <vt:lpstr>Objectives</vt:lpstr>
      <vt:lpstr>Client-Centric Consistency Models</vt:lpstr>
      <vt:lpstr>Client-Centric Consistency Models Cont…</vt:lpstr>
      <vt:lpstr>Client-Centric Consistency Models: Eventual Consistency</vt:lpstr>
      <vt:lpstr>Eventual Consistency Cont…</vt:lpstr>
      <vt:lpstr>Eventual Consistency Example</vt:lpstr>
      <vt:lpstr>Eventual Consistency Example Cont…</vt:lpstr>
      <vt:lpstr>CS621 Parallel and Distributed Computing</vt:lpstr>
      <vt:lpstr>Objectives</vt:lpstr>
      <vt:lpstr>Client-Centric Consistency Models: Monotonic Reads</vt:lpstr>
      <vt:lpstr>Monotonic Reads Example</vt:lpstr>
      <vt:lpstr>Monotonic Reads Example Cont…</vt:lpstr>
      <vt:lpstr>Monotonic Reads Example Cont…</vt:lpstr>
      <vt:lpstr>Monotonic Reads Example Cont…</vt:lpstr>
      <vt:lpstr>CS621 Parallel and Distributed Computing</vt:lpstr>
      <vt:lpstr>Objectives</vt:lpstr>
      <vt:lpstr>Client-Centric Consistency Models: Monotonic Writes</vt:lpstr>
      <vt:lpstr>Monotonic Writes Example</vt:lpstr>
      <vt:lpstr>Monotonic Writes Example Cont…</vt:lpstr>
      <vt:lpstr>Monotonic Writes Example Cont…</vt:lpstr>
      <vt:lpstr>CS621 Parallel and Distributed Computing</vt:lpstr>
      <vt:lpstr>Objectives</vt:lpstr>
      <vt:lpstr>"Client-Centric Consistency Models: Read Your Writes</vt:lpstr>
      <vt:lpstr>Read Your Writes Example</vt:lpstr>
      <vt:lpstr>Read Your Writes Example Cont…</vt:lpstr>
      <vt:lpstr>CS621 Parallel and Distributed Computing</vt:lpstr>
      <vt:lpstr>Objectives</vt:lpstr>
      <vt:lpstr>Client-Centric Consistency Models: Writes Follow Reads</vt:lpstr>
      <vt:lpstr>Writes Follow Reads Example</vt:lpstr>
      <vt:lpstr>Writes Follow Reads Example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Academics 1</dc:creator>
  <cp:lastModifiedBy>Said Nabi</cp:lastModifiedBy>
  <cp:revision>1000</cp:revision>
  <dcterms:created xsi:type="dcterms:W3CDTF">2022-12-26T05:14:17Z</dcterms:created>
  <dcterms:modified xsi:type="dcterms:W3CDTF">2023-06-02T11:14:32Z</dcterms:modified>
</cp:coreProperties>
</file>