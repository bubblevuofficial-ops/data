
<file path=[Content_Types].xml><?xml version="1.0" encoding="utf-8"?>
<Types xmlns="http://schemas.openxmlformats.org/package/2006/content-types">
  <Default Extension="bin" ContentType="application/vnd.openxmlformats-officedocument.oleObject"/>
  <Default Extension="jfif" ContentType="image/jpeg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notesSlides/notesSlide1.xml" ContentType="application/vnd.openxmlformats-officedocument.presentationml.notesSlide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notesSlides/notesSlide2.xml" ContentType="application/vnd.openxmlformats-officedocument.presentationml.notesSlide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diagrams/data9.xml" ContentType="application/vnd.openxmlformats-officedocument.drawingml.diagramData+xml"/>
  <Override PartName="/ppt/diagrams/layout9.xml" ContentType="application/vnd.openxmlformats-officedocument.drawingml.diagramLayout+xml"/>
  <Override PartName="/ppt/diagrams/quickStyle9.xml" ContentType="application/vnd.openxmlformats-officedocument.drawingml.diagramStyle+xml"/>
  <Override PartName="/ppt/diagrams/colors9.xml" ContentType="application/vnd.openxmlformats-officedocument.drawingml.diagramColors+xml"/>
  <Override PartName="/ppt/diagrams/drawing9.xml" ContentType="application/vnd.ms-office.drawingml.diagramDrawing+xml"/>
  <Override PartName="/ppt/diagrams/data10.xml" ContentType="application/vnd.openxmlformats-officedocument.drawingml.diagramData+xml"/>
  <Override PartName="/ppt/diagrams/layout10.xml" ContentType="application/vnd.openxmlformats-officedocument.drawingml.diagramLayout+xml"/>
  <Override PartName="/ppt/diagrams/quickStyle10.xml" ContentType="application/vnd.openxmlformats-officedocument.drawingml.diagramStyle+xml"/>
  <Override PartName="/ppt/diagrams/colors10.xml" ContentType="application/vnd.openxmlformats-officedocument.drawingml.diagramColors+xml"/>
  <Override PartName="/ppt/diagrams/drawing10.xml" ContentType="application/vnd.ms-office.drawingml.diagramDrawing+xml"/>
  <Override PartName="/ppt/diagrams/data11.xml" ContentType="application/vnd.openxmlformats-officedocument.drawingml.diagramData+xml"/>
  <Override PartName="/ppt/diagrams/layout11.xml" ContentType="application/vnd.openxmlformats-officedocument.drawingml.diagramLayout+xml"/>
  <Override PartName="/ppt/diagrams/quickStyle11.xml" ContentType="application/vnd.openxmlformats-officedocument.drawingml.diagramStyle+xml"/>
  <Override PartName="/ppt/diagrams/colors11.xml" ContentType="application/vnd.openxmlformats-officedocument.drawingml.diagramColors+xml"/>
  <Override PartName="/ppt/diagrams/drawing11.xml" ContentType="application/vnd.ms-office.drawingml.diagramDrawing+xml"/>
  <Override PartName="/ppt/diagrams/data12.xml" ContentType="application/vnd.openxmlformats-officedocument.drawingml.diagramData+xml"/>
  <Override PartName="/ppt/diagrams/layout12.xml" ContentType="application/vnd.openxmlformats-officedocument.drawingml.diagramLayout+xml"/>
  <Override PartName="/ppt/diagrams/quickStyle12.xml" ContentType="application/vnd.openxmlformats-officedocument.drawingml.diagramStyle+xml"/>
  <Override PartName="/ppt/diagrams/colors12.xml" ContentType="application/vnd.openxmlformats-officedocument.drawingml.diagramColors+xml"/>
  <Override PartName="/ppt/diagrams/drawing12.xml" ContentType="application/vnd.ms-office.drawingml.diagramDrawing+xml"/>
  <Override PartName="/ppt/diagrams/data13.xml" ContentType="application/vnd.openxmlformats-officedocument.drawingml.diagramData+xml"/>
  <Override PartName="/ppt/diagrams/layout13.xml" ContentType="application/vnd.openxmlformats-officedocument.drawingml.diagramLayout+xml"/>
  <Override PartName="/ppt/diagrams/quickStyle13.xml" ContentType="application/vnd.openxmlformats-officedocument.drawingml.diagramStyle+xml"/>
  <Override PartName="/ppt/diagrams/colors13.xml" ContentType="application/vnd.openxmlformats-officedocument.drawingml.diagramColors+xml"/>
  <Override PartName="/ppt/diagrams/drawing13.xml" ContentType="application/vnd.ms-office.drawingml.diagramDrawing+xml"/>
  <Override PartName="/ppt/diagrams/data14.xml" ContentType="application/vnd.openxmlformats-officedocument.drawingml.diagramData+xml"/>
  <Override PartName="/ppt/diagrams/layout14.xml" ContentType="application/vnd.openxmlformats-officedocument.drawingml.diagramLayout+xml"/>
  <Override PartName="/ppt/diagrams/quickStyle14.xml" ContentType="application/vnd.openxmlformats-officedocument.drawingml.diagramStyle+xml"/>
  <Override PartName="/ppt/diagrams/colors14.xml" ContentType="application/vnd.openxmlformats-officedocument.drawingml.diagramColors+xml"/>
  <Override PartName="/ppt/diagrams/drawing14.xml" ContentType="application/vnd.ms-office.drawingml.diagramDrawing+xml"/>
  <Override PartName="/ppt/diagrams/data15.xml" ContentType="application/vnd.openxmlformats-officedocument.drawingml.diagramData+xml"/>
  <Override PartName="/ppt/diagrams/layout15.xml" ContentType="application/vnd.openxmlformats-officedocument.drawingml.diagramLayout+xml"/>
  <Override PartName="/ppt/diagrams/quickStyle15.xml" ContentType="application/vnd.openxmlformats-officedocument.drawingml.diagramStyle+xml"/>
  <Override PartName="/ppt/diagrams/colors15.xml" ContentType="application/vnd.openxmlformats-officedocument.drawingml.diagramColors+xml"/>
  <Override PartName="/ppt/diagrams/drawing15.xml" ContentType="application/vnd.ms-office.drawingml.diagramDrawing+xml"/>
  <Override PartName="/ppt/diagrams/data16.xml" ContentType="application/vnd.openxmlformats-officedocument.drawingml.diagramData+xml"/>
  <Override PartName="/ppt/diagrams/layout16.xml" ContentType="application/vnd.openxmlformats-officedocument.drawingml.diagramLayout+xml"/>
  <Override PartName="/ppt/diagrams/quickStyle16.xml" ContentType="application/vnd.openxmlformats-officedocument.drawingml.diagramStyle+xml"/>
  <Override PartName="/ppt/diagrams/colors16.xml" ContentType="application/vnd.openxmlformats-officedocument.drawingml.diagramColors+xml"/>
  <Override PartName="/ppt/diagrams/drawing16.xml" ContentType="application/vnd.ms-office.drawingml.diagramDrawing+xml"/>
  <Override PartName="/ppt/diagrams/data17.xml" ContentType="application/vnd.openxmlformats-officedocument.drawingml.diagramData+xml"/>
  <Override PartName="/ppt/diagrams/layout17.xml" ContentType="application/vnd.openxmlformats-officedocument.drawingml.diagramLayout+xml"/>
  <Override PartName="/ppt/diagrams/quickStyle17.xml" ContentType="application/vnd.openxmlformats-officedocument.drawingml.diagramStyle+xml"/>
  <Override PartName="/ppt/diagrams/colors17.xml" ContentType="application/vnd.openxmlformats-officedocument.drawingml.diagramColors+xml"/>
  <Override PartName="/ppt/diagrams/drawing17.xml" ContentType="application/vnd.ms-office.drawingml.diagramDrawing+xml"/>
  <Override PartName="/ppt/diagrams/data18.xml" ContentType="application/vnd.openxmlformats-officedocument.drawingml.diagramData+xml"/>
  <Override PartName="/ppt/diagrams/layout18.xml" ContentType="application/vnd.openxmlformats-officedocument.drawingml.diagramLayout+xml"/>
  <Override PartName="/ppt/diagrams/quickStyle18.xml" ContentType="application/vnd.openxmlformats-officedocument.drawingml.diagramStyle+xml"/>
  <Override PartName="/ppt/diagrams/colors18.xml" ContentType="application/vnd.openxmlformats-officedocument.drawingml.diagramColors+xml"/>
  <Override PartName="/ppt/diagrams/drawing18.xml" ContentType="application/vnd.ms-office.drawingml.diagramDrawing+xml"/>
  <Override PartName="/ppt/notesSlides/notesSlide3.xml" ContentType="application/vnd.openxmlformats-officedocument.presentationml.notesSlide+xml"/>
  <Override PartName="/ppt/diagrams/data19.xml" ContentType="application/vnd.openxmlformats-officedocument.drawingml.diagramData+xml"/>
  <Override PartName="/ppt/diagrams/layout19.xml" ContentType="application/vnd.openxmlformats-officedocument.drawingml.diagramLayout+xml"/>
  <Override PartName="/ppt/diagrams/quickStyle19.xml" ContentType="application/vnd.openxmlformats-officedocument.drawingml.diagramStyle+xml"/>
  <Override PartName="/ppt/diagrams/colors19.xml" ContentType="application/vnd.openxmlformats-officedocument.drawingml.diagramColors+xml"/>
  <Override PartName="/ppt/diagrams/drawing19.xml" ContentType="application/vnd.ms-office.drawingml.diagramDrawing+xml"/>
  <Override PartName="/ppt/diagrams/data20.xml" ContentType="application/vnd.openxmlformats-officedocument.drawingml.diagramData+xml"/>
  <Override PartName="/ppt/diagrams/layout20.xml" ContentType="application/vnd.openxmlformats-officedocument.drawingml.diagramLayout+xml"/>
  <Override PartName="/ppt/diagrams/quickStyle20.xml" ContentType="application/vnd.openxmlformats-officedocument.drawingml.diagramStyle+xml"/>
  <Override PartName="/ppt/diagrams/colors20.xml" ContentType="application/vnd.openxmlformats-officedocument.drawingml.diagramColors+xml"/>
  <Override PartName="/ppt/diagrams/drawing20.xml" ContentType="application/vnd.ms-office.drawingml.diagramDrawing+xml"/>
  <Override PartName="/ppt/notesSlides/notesSlide4.xml" ContentType="application/vnd.openxmlformats-officedocument.presentationml.notesSlide+xml"/>
  <Override PartName="/ppt/diagrams/data22.xml" ContentType="application/vnd.openxmlformats-officedocument.drawingml.diagramData+xml"/>
  <Override PartName="/ppt/diagrams/layout21.xml" ContentType="application/vnd.openxmlformats-officedocument.drawingml.diagramLayout+xml"/>
  <Override PartName="/ppt/diagrams/quickStyle21.xml" ContentType="application/vnd.openxmlformats-officedocument.drawingml.diagramStyle+xml"/>
  <Override PartName="/ppt/diagrams/colors21.xml" ContentType="application/vnd.openxmlformats-officedocument.drawingml.diagramColors+xml"/>
  <Override PartName="/ppt/diagrams/drawing21.xml" ContentType="application/vnd.ms-office.drawingml.diagramDrawing+xml"/>
  <Override PartName="/ppt/diagrams/data23.xml" ContentType="application/vnd.openxmlformats-officedocument.drawingml.diagramData+xml"/>
  <Override PartName="/ppt/diagrams/layout22.xml" ContentType="application/vnd.openxmlformats-officedocument.drawingml.diagramLayout+xml"/>
  <Override PartName="/ppt/diagrams/quickStyle22.xml" ContentType="application/vnd.openxmlformats-officedocument.drawingml.diagramStyle+xml"/>
  <Override PartName="/ppt/diagrams/colors22.xml" ContentType="application/vnd.openxmlformats-officedocument.drawingml.diagramColors+xml"/>
  <Override PartName="/ppt/diagrams/drawing22.xml" ContentType="application/vnd.ms-office.drawingml.diagramDrawing+xml"/>
  <Override PartName="/ppt/diagrams/data24.xml" ContentType="application/vnd.openxmlformats-officedocument.drawingml.diagramData+xml"/>
  <Override PartName="/ppt/diagrams/layout23.xml" ContentType="application/vnd.openxmlformats-officedocument.drawingml.diagramLayout+xml"/>
  <Override PartName="/ppt/diagrams/quickStyle23.xml" ContentType="application/vnd.openxmlformats-officedocument.drawingml.diagramStyle+xml"/>
  <Override PartName="/ppt/diagrams/colors23.xml" ContentType="application/vnd.openxmlformats-officedocument.drawingml.diagramColors+xml"/>
  <Override PartName="/ppt/diagrams/drawing23.xml" ContentType="application/vnd.ms-office.drawingml.diagramDrawing+xml"/>
  <Override PartName="/ppt/diagrams/data25.xml" ContentType="application/vnd.openxmlformats-officedocument.drawingml.diagramData+xml"/>
  <Override PartName="/ppt/diagrams/layout24.xml" ContentType="application/vnd.openxmlformats-officedocument.drawingml.diagramLayout+xml"/>
  <Override PartName="/ppt/diagrams/quickStyle24.xml" ContentType="application/vnd.openxmlformats-officedocument.drawingml.diagramStyle+xml"/>
  <Override PartName="/ppt/diagrams/colors24.xml" ContentType="application/vnd.openxmlformats-officedocument.drawingml.diagramColors+xml"/>
  <Override PartName="/ppt/diagrams/drawing24.xml" ContentType="application/vnd.ms-office.drawingml.diagramDrawing+xml"/>
  <Override PartName="/ppt/notesSlides/notesSlide5.xml" ContentType="application/vnd.openxmlformats-officedocument.presentationml.notesSlide+xml"/>
  <Override PartName="/ppt/diagrams/data26.xml" ContentType="application/vnd.openxmlformats-officedocument.drawingml.diagramData+xml"/>
  <Override PartName="/ppt/diagrams/layout25.xml" ContentType="application/vnd.openxmlformats-officedocument.drawingml.diagramLayout+xml"/>
  <Override PartName="/ppt/diagrams/quickStyle25.xml" ContentType="application/vnd.openxmlformats-officedocument.drawingml.diagramStyle+xml"/>
  <Override PartName="/ppt/diagrams/colors25.xml" ContentType="application/vnd.openxmlformats-officedocument.drawingml.diagramColors+xml"/>
  <Override PartName="/ppt/diagrams/drawing25.xml" ContentType="application/vnd.ms-office.drawingml.diagramDrawing+xml"/>
  <Override PartName="/ppt/diagrams/data27.xml" ContentType="application/vnd.openxmlformats-officedocument.drawingml.diagramData+xml"/>
  <Override PartName="/ppt/diagrams/layout26.xml" ContentType="application/vnd.openxmlformats-officedocument.drawingml.diagramLayout+xml"/>
  <Override PartName="/ppt/diagrams/quickStyle26.xml" ContentType="application/vnd.openxmlformats-officedocument.drawingml.diagramStyle+xml"/>
  <Override PartName="/ppt/diagrams/colors26.xml" ContentType="application/vnd.openxmlformats-officedocument.drawingml.diagramColors+xml"/>
  <Override PartName="/ppt/diagrams/drawing26.xml" ContentType="application/vnd.ms-office.drawingml.diagramDrawing+xml"/>
  <Override PartName="/ppt/notesSlides/notesSlide6.xml" ContentType="application/vnd.openxmlformats-officedocument.presentationml.notesSlide+xml"/>
  <Override PartName="/ppt/diagrams/data28.xml" ContentType="application/vnd.openxmlformats-officedocument.drawingml.diagramData+xml"/>
  <Override PartName="/ppt/diagrams/layout27.xml" ContentType="application/vnd.openxmlformats-officedocument.drawingml.diagramLayout+xml"/>
  <Override PartName="/ppt/diagrams/quickStyle27.xml" ContentType="application/vnd.openxmlformats-officedocument.drawingml.diagramStyle+xml"/>
  <Override PartName="/ppt/diagrams/colors27.xml" ContentType="application/vnd.openxmlformats-officedocument.drawingml.diagramColors+xml"/>
  <Override PartName="/ppt/diagrams/drawing27.xml" ContentType="application/vnd.ms-office.drawingml.diagramDrawing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diagrams/data29.xml" ContentType="application/vnd.openxmlformats-officedocument.drawingml.diagramData+xml"/>
  <Override PartName="/ppt/diagrams/layout28.xml" ContentType="application/vnd.openxmlformats-officedocument.drawingml.diagramLayout+xml"/>
  <Override PartName="/ppt/diagrams/quickStyle28.xml" ContentType="application/vnd.openxmlformats-officedocument.drawingml.diagramStyle+xml"/>
  <Override PartName="/ppt/diagrams/colors28.xml" ContentType="application/vnd.openxmlformats-officedocument.drawingml.diagramColors+xml"/>
  <Override PartName="/ppt/diagrams/drawing28.xml" ContentType="application/vnd.ms-office.drawingml.diagramDrawing+xml"/>
  <Override PartName="/ppt/notesSlides/notesSlide12.xml" ContentType="application/vnd.openxmlformats-officedocument.presentationml.notesSlide+xml"/>
  <Override PartName="/ppt/diagrams/data30.xml" ContentType="application/vnd.openxmlformats-officedocument.drawingml.diagramData+xml"/>
  <Override PartName="/ppt/diagrams/layout29.xml" ContentType="application/vnd.openxmlformats-officedocument.drawingml.diagramLayout+xml"/>
  <Override PartName="/ppt/diagrams/quickStyle29.xml" ContentType="application/vnd.openxmlformats-officedocument.drawingml.diagramStyle+xml"/>
  <Override PartName="/ppt/diagrams/colors29.xml" ContentType="application/vnd.openxmlformats-officedocument.drawingml.diagramColors+xml"/>
  <Override PartName="/ppt/diagrams/drawing29.xml" ContentType="application/vnd.ms-office.drawingml.diagramDrawing+xml"/>
  <Override PartName="/ppt/diagrams/data31.xml" ContentType="application/vnd.openxmlformats-officedocument.drawingml.diagramData+xml"/>
  <Override PartName="/ppt/diagrams/layout30.xml" ContentType="application/vnd.openxmlformats-officedocument.drawingml.diagramLayout+xml"/>
  <Override PartName="/ppt/diagrams/quickStyle30.xml" ContentType="application/vnd.openxmlformats-officedocument.drawingml.diagramStyle+xml"/>
  <Override PartName="/ppt/diagrams/colors30.xml" ContentType="application/vnd.openxmlformats-officedocument.drawingml.diagramColors+xml"/>
  <Override PartName="/ppt/diagrams/drawing30.xml" ContentType="application/vnd.ms-office.drawingml.diagramDrawing+xml"/>
  <Override PartName="/ppt/diagrams/data32.xml" ContentType="application/vnd.openxmlformats-officedocument.drawingml.diagramData+xml"/>
  <Override PartName="/ppt/diagrams/layout31.xml" ContentType="application/vnd.openxmlformats-officedocument.drawingml.diagramLayout+xml"/>
  <Override PartName="/ppt/diagrams/quickStyle31.xml" ContentType="application/vnd.openxmlformats-officedocument.drawingml.diagramStyle+xml"/>
  <Override PartName="/ppt/diagrams/colors31.xml" ContentType="application/vnd.openxmlformats-officedocument.drawingml.diagramColors+xml"/>
  <Override PartName="/ppt/diagrams/drawing31.xml" ContentType="application/vnd.ms-office.drawingml.diagramDrawing+xml"/>
  <Override PartName="/ppt/diagrams/data33.xml" ContentType="application/vnd.openxmlformats-officedocument.drawingml.diagramData+xml"/>
  <Override PartName="/ppt/diagrams/layout32.xml" ContentType="application/vnd.openxmlformats-officedocument.drawingml.diagramLayout+xml"/>
  <Override PartName="/ppt/diagrams/quickStyle32.xml" ContentType="application/vnd.openxmlformats-officedocument.drawingml.diagramStyle+xml"/>
  <Override PartName="/ppt/diagrams/colors32.xml" ContentType="application/vnd.openxmlformats-officedocument.drawingml.diagramColors+xml"/>
  <Override PartName="/ppt/diagrams/drawing32.xml" ContentType="application/vnd.ms-office.drawingml.diagramDrawing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diagrams/data34.xml" ContentType="application/vnd.openxmlformats-officedocument.drawingml.diagramData+xml"/>
  <Override PartName="/ppt/diagrams/layout33.xml" ContentType="application/vnd.openxmlformats-officedocument.drawingml.diagramLayout+xml"/>
  <Override PartName="/ppt/diagrams/quickStyle33.xml" ContentType="application/vnd.openxmlformats-officedocument.drawingml.diagramStyle+xml"/>
  <Override PartName="/ppt/diagrams/colors33.xml" ContentType="application/vnd.openxmlformats-officedocument.drawingml.diagramColors+xml"/>
  <Override PartName="/ppt/diagrams/drawing33.xml" ContentType="application/vnd.ms-office.drawingml.diagramDrawing+xml"/>
  <Override PartName="/ppt/notesSlides/notesSlide17.xml" ContentType="application/vnd.openxmlformats-officedocument.presentationml.notesSlide+xml"/>
  <Override PartName="/ppt/diagrams/data35.xml" ContentType="application/vnd.openxmlformats-officedocument.drawingml.diagramData+xml"/>
  <Override PartName="/ppt/diagrams/layout34.xml" ContentType="application/vnd.openxmlformats-officedocument.drawingml.diagramLayout+xml"/>
  <Override PartName="/ppt/diagrams/quickStyle34.xml" ContentType="application/vnd.openxmlformats-officedocument.drawingml.diagramStyle+xml"/>
  <Override PartName="/ppt/diagrams/colors34.xml" ContentType="application/vnd.openxmlformats-officedocument.drawingml.diagramColors+xml"/>
  <Override PartName="/ppt/diagrams/drawing34.xml" ContentType="application/vnd.ms-office.drawingml.diagramDrawing+xml"/>
  <Override PartName="/ppt/notesSlides/notesSlide18.xml" ContentType="application/vnd.openxmlformats-officedocument.presentationml.notesSlide+xml"/>
  <Override PartName="/ppt/diagrams/data37.xml" ContentType="application/vnd.openxmlformats-officedocument.drawingml.diagramData+xml"/>
  <Override PartName="/ppt/diagrams/layout35.xml" ContentType="application/vnd.openxmlformats-officedocument.drawingml.diagramLayout+xml"/>
  <Override PartName="/ppt/diagrams/quickStyle35.xml" ContentType="application/vnd.openxmlformats-officedocument.drawingml.diagramStyle+xml"/>
  <Override PartName="/ppt/diagrams/colors35.xml" ContentType="application/vnd.openxmlformats-officedocument.drawingml.diagramColors+xml"/>
  <Override PartName="/ppt/diagrams/drawing35.xml" ContentType="application/vnd.ms-office.drawingml.diagramDrawing+xml"/>
  <Override PartName="/ppt/notesSlides/notesSlide19.xml" ContentType="application/vnd.openxmlformats-officedocument.presentationml.notesSlide+xml"/>
  <Override PartName="/ppt/diagrams/data38.xml" ContentType="application/vnd.openxmlformats-officedocument.drawingml.diagramData+xml"/>
  <Override PartName="/ppt/diagrams/layout36.xml" ContentType="application/vnd.openxmlformats-officedocument.drawingml.diagramLayout+xml"/>
  <Override PartName="/ppt/diagrams/quickStyle36.xml" ContentType="application/vnd.openxmlformats-officedocument.drawingml.diagramStyle+xml"/>
  <Override PartName="/ppt/diagrams/colors36.xml" ContentType="application/vnd.openxmlformats-officedocument.drawingml.diagramColors+xml"/>
  <Override PartName="/ppt/diagrams/drawing36.xml" ContentType="application/vnd.ms-office.drawingml.diagramDrawing+xml"/>
  <Override PartName="/ppt/notesSlides/notesSlide20.xml" ContentType="application/vnd.openxmlformats-officedocument.presentationml.notesSlide+xml"/>
  <Override PartName="/ppt/diagrams/data39.xml" ContentType="application/vnd.openxmlformats-officedocument.drawingml.diagramData+xml"/>
  <Override PartName="/ppt/diagrams/layout37.xml" ContentType="application/vnd.openxmlformats-officedocument.drawingml.diagramLayout+xml"/>
  <Override PartName="/ppt/diagrams/quickStyle37.xml" ContentType="application/vnd.openxmlformats-officedocument.drawingml.diagramStyle+xml"/>
  <Override PartName="/ppt/diagrams/colors37.xml" ContentType="application/vnd.openxmlformats-officedocument.drawingml.diagramColors+xml"/>
  <Override PartName="/ppt/diagrams/drawing37.xml" ContentType="application/vnd.ms-office.drawingml.diagramDrawing+xml"/>
  <Override PartName="/ppt/diagrams/data40.xml" ContentType="application/vnd.openxmlformats-officedocument.drawingml.diagramData+xml"/>
  <Override PartName="/ppt/diagrams/layout38.xml" ContentType="application/vnd.openxmlformats-officedocument.drawingml.diagramLayout+xml"/>
  <Override PartName="/ppt/diagrams/quickStyle38.xml" ContentType="application/vnd.openxmlformats-officedocument.drawingml.diagramStyle+xml"/>
  <Override PartName="/ppt/diagrams/colors38.xml" ContentType="application/vnd.openxmlformats-officedocument.drawingml.diagramColors+xml"/>
  <Override PartName="/ppt/diagrams/drawing38.xml" ContentType="application/vnd.ms-office.drawingml.diagramDrawing+xml"/>
  <Override PartName="/ppt/diagrams/data41.xml" ContentType="application/vnd.openxmlformats-officedocument.drawingml.diagramData+xml"/>
  <Override PartName="/ppt/diagrams/layout39.xml" ContentType="application/vnd.openxmlformats-officedocument.drawingml.diagramLayout+xml"/>
  <Override PartName="/ppt/diagrams/quickStyle39.xml" ContentType="application/vnd.openxmlformats-officedocument.drawingml.diagramStyle+xml"/>
  <Override PartName="/ppt/diagrams/colors39.xml" ContentType="application/vnd.openxmlformats-officedocument.drawingml.diagramColors+xml"/>
  <Override PartName="/ppt/diagrams/drawing39.xml" ContentType="application/vnd.ms-office.drawingml.diagramDrawing+xml"/>
  <Override PartName="/ppt/diagrams/data43.xml" ContentType="application/vnd.openxmlformats-officedocument.drawingml.diagramData+xml"/>
  <Override PartName="/ppt/diagrams/layout40.xml" ContentType="application/vnd.openxmlformats-officedocument.drawingml.diagramLayout+xml"/>
  <Override PartName="/ppt/diagrams/quickStyle40.xml" ContentType="application/vnd.openxmlformats-officedocument.drawingml.diagramStyle+xml"/>
  <Override PartName="/ppt/diagrams/colors40.xml" ContentType="application/vnd.openxmlformats-officedocument.drawingml.diagramColors+xml"/>
  <Override PartName="/ppt/diagrams/drawing40.xml" ContentType="application/vnd.ms-office.drawingml.diagramDrawing+xml"/>
  <Override PartName="/ppt/diagrams/data45.xml" ContentType="application/vnd.openxmlformats-officedocument.drawingml.diagramData+xml"/>
  <Override PartName="/ppt/diagrams/layout41.xml" ContentType="application/vnd.openxmlformats-officedocument.drawingml.diagramLayout+xml"/>
  <Override PartName="/ppt/diagrams/quickStyle41.xml" ContentType="application/vnd.openxmlformats-officedocument.drawingml.diagramStyle+xml"/>
  <Override PartName="/ppt/diagrams/colors41.xml" ContentType="application/vnd.openxmlformats-officedocument.drawingml.diagramColors+xml"/>
  <Override PartName="/ppt/diagrams/drawing4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  <Override PartName="/ppt/diagrams/data21.xml" ContentType="application/vnd.openxmlformats-officedocument.drawingml.diagramData+xml"/>
  <Override PartName="/ppt/diagrams/data36.xml" ContentType="application/vnd.openxmlformats-officedocument.drawingml.diagramData+xml"/>
  <Override PartName="/ppt/diagrams/data42.xml" ContentType="application/vnd.openxmlformats-officedocument.drawingml.diagramData+xml"/>
  <Override PartName="/ppt/diagrams/data44.xml" ContentType="application/vnd.openxmlformats-officedocument.drawingml.diagramData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71"/>
  </p:notesMasterIdLst>
  <p:sldIdLst>
    <p:sldId id="448" r:id="rId2"/>
    <p:sldId id="318" r:id="rId3"/>
    <p:sldId id="320" r:id="rId4"/>
    <p:sldId id="363" r:id="rId5"/>
    <p:sldId id="452" r:id="rId6"/>
    <p:sldId id="478" r:id="rId7"/>
    <p:sldId id="399" r:id="rId8"/>
    <p:sldId id="480" r:id="rId9"/>
    <p:sldId id="481" r:id="rId10"/>
    <p:sldId id="479" r:id="rId11"/>
    <p:sldId id="394" r:id="rId12"/>
    <p:sldId id="368" r:id="rId13"/>
    <p:sldId id="294" r:id="rId14"/>
    <p:sldId id="485" r:id="rId15"/>
    <p:sldId id="486" r:id="rId16"/>
    <p:sldId id="484" r:id="rId17"/>
    <p:sldId id="483" r:id="rId18"/>
    <p:sldId id="487" r:id="rId19"/>
    <p:sldId id="488" r:id="rId20"/>
    <p:sldId id="492" r:id="rId21"/>
    <p:sldId id="493" r:id="rId22"/>
    <p:sldId id="489" r:id="rId23"/>
    <p:sldId id="364" r:id="rId24"/>
    <p:sldId id="437" r:id="rId25"/>
    <p:sldId id="465" r:id="rId26"/>
    <p:sldId id="490" r:id="rId27"/>
    <p:sldId id="482" r:id="rId28"/>
    <p:sldId id="491" r:id="rId29"/>
    <p:sldId id="453" r:id="rId30"/>
    <p:sldId id="393" r:id="rId31"/>
    <p:sldId id="494" r:id="rId32"/>
    <p:sldId id="495" r:id="rId33"/>
    <p:sldId id="496" r:id="rId34"/>
    <p:sldId id="497" r:id="rId35"/>
    <p:sldId id="498" r:id="rId36"/>
    <p:sldId id="500" r:id="rId37"/>
    <p:sldId id="339" r:id="rId38"/>
    <p:sldId id="340" r:id="rId39"/>
    <p:sldId id="499" r:id="rId40"/>
    <p:sldId id="501" r:id="rId41"/>
    <p:sldId id="454" r:id="rId42"/>
    <p:sldId id="403" r:id="rId43"/>
    <p:sldId id="504" r:id="rId44"/>
    <p:sldId id="505" r:id="rId45"/>
    <p:sldId id="502" r:id="rId46"/>
    <p:sldId id="508" r:id="rId47"/>
    <p:sldId id="506" r:id="rId48"/>
    <p:sldId id="507" r:id="rId49"/>
    <p:sldId id="450" r:id="rId50"/>
    <p:sldId id="397" r:id="rId51"/>
    <p:sldId id="503" r:id="rId52"/>
    <p:sldId id="456" r:id="rId53"/>
    <p:sldId id="509" r:id="rId54"/>
    <p:sldId id="510" r:id="rId55"/>
    <p:sldId id="466" r:id="rId56"/>
    <p:sldId id="511" r:id="rId57"/>
    <p:sldId id="457" r:id="rId58"/>
    <p:sldId id="512" r:id="rId59"/>
    <p:sldId id="513" r:id="rId60"/>
    <p:sldId id="514" r:id="rId61"/>
    <p:sldId id="515" r:id="rId62"/>
    <p:sldId id="516" r:id="rId63"/>
    <p:sldId id="408" r:id="rId64"/>
    <p:sldId id="517" r:id="rId65"/>
    <p:sldId id="518" r:id="rId66"/>
    <p:sldId id="365" r:id="rId67"/>
    <p:sldId id="372" r:id="rId68"/>
    <p:sldId id="519" r:id="rId69"/>
    <p:sldId id="520" r:id="rId70"/>
  </p:sldIdLst>
  <p:sldSz cx="12192000" cy="6858000"/>
  <p:notesSz cx="6858000" cy="9144000"/>
  <p:defaultTextStyle>
    <a:defPPr>
      <a:defRPr lang="x-non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C6600"/>
    <a:srgbClr val="996633"/>
    <a:srgbClr val="0033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413" autoAdjust="0"/>
    <p:restoredTop sz="92578" autoAdjust="0"/>
  </p:normalViewPr>
  <p:slideViewPr>
    <p:cSldViewPr snapToGrid="0">
      <p:cViewPr varScale="1">
        <p:scale>
          <a:sx n="118" d="100"/>
          <a:sy n="118" d="100"/>
        </p:scale>
        <p:origin x="288" y="9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7" Type="http://schemas.openxmlformats.org/officeDocument/2006/relationships/slide" Target="slides/slide6.xml"/><Relationship Id="rId71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61" Type="http://schemas.openxmlformats.org/officeDocument/2006/relationships/slide" Target="slides/slide60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presProps" Target="pres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svg"/><Relationship Id="rId1" Type="http://schemas.openxmlformats.org/officeDocument/2006/relationships/image" Target="../media/image5.png"/><Relationship Id="rId4" Type="http://schemas.openxmlformats.org/officeDocument/2006/relationships/image" Target="../media/image8.svg"/></Relationships>
</file>

<file path=ppt/diagrams/_rels/data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svg"/><Relationship Id="rId1" Type="http://schemas.openxmlformats.org/officeDocument/2006/relationships/image" Target="../media/image5.png"/><Relationship Id="rId4" Type="http://schemas.openxmlformats.org/officeDocument/2006/relationships/image" Target="../media/image8.svg"/></Relationships>
</file>

<file path=ppt/diagrams/_rels/data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svg"/><Relationship Id="rId1" Type="http://schemas.openxmlformats.org/officeDocument/2006/relationships/image" Target="../media/image5.png"/><Relationship Id="rId4" Type="http://schemas.openxmlformats.org/officeDocument/2006/relationships/image" Target="../media/image8.svg"/></Relationships>
</file>

<file path=ppt/diagrams/_rels/data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svg"/><Relationship Id="rId1" Type="http://schemas.openxmlformats.org/officeDocument/2006/relationships/image" Target="../media/image5.png"/><Relationship Id="rId4" Type="http://schemas.openxmlformats.org/officeDocument/2006/relationships/image" Target="../media/image8.svg"/></Relationships>
</file>

<file path=ppt/diagrams/_rels/data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70.png"/></Relationships>
</file>

<file path=ppt/diagrams/_rels/data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8.svg"/><Relationship Id="rId1" Type="http://schemas.openxmlformats.org/officeDocument/2006/relationships/image" Target="../media/image17.png"/><Relationship Id="rId5" Type="http://schemas.openxmlformats.org/officeDocument/2006/relationships/image" Target="../media/image23.png"/><Relationship Id="rId4" Type="http://schemas.openxmlformats.org/officeDocument/2006/relationships/image" Target="../media/image21.svg"/></Relationships>
</file>

<file path=ppt/diagrams/_rels/data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8.svg"/><Relationship Id="rId1" Type="http://schemas.openxmlformats.org/officeDocument/2006/relationships/image" Target="../media/image17.png"/><Relationship Id="rId4" Type="http://schemas.openxmlformats.org/officeDocument/2006/relationships/image" Target="../media/image21.svg"/></Relationships>
</file>

<file path=ppt/diagrams/_rels/data36.xml.rels><?xml version="1.0" encoding="UTF-8" standalone="yes"?>
<Relationships xmlns="http://schemas.openxmlformats.org/package/2006/relationships"><Relationship Id="rId1" Type="http://schemas.openxmlformats.org/officeDocument/2006/relationships/image" Target="../media/image480.png"/></Relationships>
</file>

<file path=ppt/diagrams/_rels/data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8.svg"/><Relationship Id="rId1" Type="http://schemas.openxmlformats.org/officeDocument/2006/relationships/image" Target="../media/image17.png"/><Relationship Id="rId4" Type="http://schemas.openxmlformats.org/officeDocument/2006/relationships/image" Target="../media/image21.svg"/></Relationships>
</file>

<file path=ppt/diagrams/_rels/data42.xml.rels><?xml version="1.0" encoding="UTF-8" standalone="yes"?>
<Relationships xmlns="http://schemas.openxmlformats.org/package/2006/relationships"><Relationship Id="rId1" Type="http://schemas.openxmlformats.org/officeDocument/2006/relationships/image" Target="../media/image550.png"/></Relationships>
</file>

<file path=ppt/diagrams/_rels/data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70.png"/><Relationship Id="rId1" Type="http://schemas.openxmlformats.org/officeDocument/2006/relationships/image" Target="../media/image560.pn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svg"/><Relationship Id="rId1" Type="http://schemas.openxmlformats.org/officeDocument/2006/relationships/image" Target="../media/image5.png"/><Relationship Id="rId4" Type="http://schemas.openxmlformats.org/officeDocument/2006/relationships/image" Target="../media/image8.svg"/></Relationships>
</file>

<file path=ppt/diagrams/_rels/drawing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svg"/><Relationship Id="rId1" Type="http://schemas.openxmlformats.org/officeDocument/2006/relationships/image" Target="../media/image5.png"/><Relationship Id="rId4" Type="http://schemas.openxmlformats.org/officeDocument/2006/relationships/image" Target="../media/image8.svg"/></Relationships>
</file>

<file path=ppt/diagrams/_rels/drawing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svg"/><Relationship Id="rId1" Type="http://schemas.openxmlformats.org/officeDocument/2006/relationships/image" Target="../media/image5.png"/><Relationship Id="rId4" Type="http://schemas.openxmlformats.org/officeDocument/2006/relationships/image" Target="../media/image8.svg"/></Relationships>
</file>

<file path=ppt/diagrams/_rels/drawing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svg"/><Relationship Id="rId1" Type="http://schemas.openxmlformats.org/officeDocument/2006/relationships/image" Target="../media/image5.png"/><Relationship Id="rId4" Type="http://schemas.openxmlformats.org/officeDocument/2006/relationships/image" Target="../media/image8.svg"/></Relationships>
</file>

<file path=ppt/diagrams/_rels/drawing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8.svg"/><Relationship Id="rId1" Type="http://schemas.openxmlformats.org/officeDocument/2006/relationships/image" Target="../media/image17.png"/><Relationship Id="rId5" Type="http://schemas.openxmlformats.org/officeDocument/2006/relationships/image" Target="../media/image23.png"/><Relationship Id="rId4" Type="http://schemas.openxmlformats.org/officeDocument/2006/relationships/image" Target="../media/image21.svg"/></Relationships>
</file>

<file path=ppt/diagrams/_rels/drawing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8.svg"/><Relationship Id="rId1" Type="http://schemas.openxmlformats.org/officeDocument/2006/relationships/image" Target="../media/image17.png"/><Relationship Id="rId4" Type="http://schemas.openxmlformats.org/officeDocument/2006/relationships/image" Target="../media/image21.svg"/></Relationships>
</file>

<file path=ppt/diagrams/_rels/drawing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8.svg"/><Relationship Id="rId1" Type="http://schemas.openxmlformats.org/officeDocument/2006/relationships/image" Target="../media/image17.png"/><Relationship Id="rId4" Type="http://schemas.openxmlformats.org/officeDocument/2006/relationships/image" Target="../media/image21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0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3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5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7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8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9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0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5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6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7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8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9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0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2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3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4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5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6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7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8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9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0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33284D22-5FBB-4E6B-B09D-FBF016189D2A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x-none"/>
        </a:p>
      </dgm:t>
    </dgm:pt>
    <dgm:pt modelId="{AD97C7EA-A52E-4807-91FC-7F73ACA10AEF}">
      <dgm:prSet phldrT="[Text]"/>
      <dgm:spPr/>
      <dgm:t>
        <a:bodyPr/>
        <a:lstStyle/>
        <a:p>
          <a:pPr>
            <a:lnSpc>
              <a:spcPct val="100000"/>
            </a:lnSpc>
          </a:pPr>
          <a:r>
            <a:rPr lang="en-US" dirty="0">
              <a:latin typeface="Arial" panose="020B0604020202020204" pitchFamily="34" charset="0"/>
              <a:cs typeface="Arial" panose="020B0604020202020204" pitchFamily="34" charset="0"/>
            </a:rPr>
            <a:t>What is </a:t>
          </a:r>
          <a:r>
            <a:rPr lang="en-US" dirty="0">
              <a:solidFill>
                <a:schemeClr val="tx1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rPr>
            <a:t>performance?</a:t>
          </a:r>
          <a:endParaRPr lang="x-none" dirty="0"/>
        </a:p>
      </dgm:t>
    </dgm:pt>
    <dgm:pt modelId="{C71A38FA-4936-49B3-A787-599066C56025}" type="parTrans" cxnId="{1D5F7927-FA0D-46D1-8C91-FF5F26216785}">
      <dgm:prSet/>
      <dgm:spPr/>
      <dgm:t>
        <a:bodyPr/>
        <a:lstStyle/>
        <a:p>
          <a:endParaRPr lang="x-none"/>
        </a:p>
      </dgm:t>
    </dgm:pt>
    <dgm:pt modelId="{21989FB5-9492-48A8-96CF-3AC5D9A84B6B}" type="sibTrans" cxnId="{1D5F7927-FA0D-46D1-8C91-FF5F26216785}">
      <dgm:prSet/>
      <dgm:spPr/>
      <dgm:t>
        <a:bodyPr/>
        <a:lstStyle/>
        <a:p>
          <a:endParaRPr lang="x-none"/>
        </a:p>
      </dgm:t>
    </dgm:pt>
    <dgm:pt modelId="{13132748-EF84-4804-85DC-B5D259AD20F2}">
      <dgm:prSet phldrT="[Text]"/>
      <dgm:spPr/>
      <dgm:t>
        <a:bodyPr/>
        <a:lstStyle/>
        <a:p>
          <a:pPr>
            <a:lnSpc>
              <a:spcPct val="100000"/>
            </a:lnSpc>
          </a:pPr>
          <a:r>
            <a:rPr lang="en-US" dirty="0">
              <a:latin typeface="Arial" panose="020B0604020202020204" pitchFamily="34" charset="0"/>
              <a:cs typeface="Arial" panose="020B0604020202020204" pitchFamily="34" charset="0"/>
            </a:rPr>
            <a:t>Introduction to Analytical Modeling</a:t>
          </a:r>
          <a:endParaRPr lang="x-none" dirty="0"/>
        </a:p>
      </dgm:t>
    </dgm:pt>
    <dgm:pt modelId="{D13F3432-5530-4792-90DF-FE2A5C06F59A}" type="parTrans" cxnId="{921A41CB-07DF-439B-B09B-133ED88D1EF9}">
      <dgm:prSet/>
      <dgm:spPr/>
      <dgm:t>
        <a:bodyPr/>
        <a:lstStyle/>
        <a:p>
          <a:endParaRPr lang="x-none"/>
        </a:p>
      </dgm:t>
    </dgm:pt>
    <dgm:pt modelId="{0594577A-67D3-418F-89DA-C59617FAD0B3}" type="sibTrans" cxnId="{921A41CB-07DF-439B-B09B-133ED88D1EF9}">
      <dgm:prSet/>
      <dgm:spPr/>
      <dgm:t>
        <a:bodyPr/>
        <a:lstStyle/>
        <a:p>
          <a:endParaRPr lang="x-none"/>
        </a:p>
      </dgm:t>
    </dgm:pt>
    <dgm:pt modelId="{ABF4C45D-15C4-49D3-B04C-388C7AFC570D}" type="pres">
      <dgm:prSet presAssocID="{33284D22-5FBB-4E6B-B09D-FBF016189D2A}" presName="root" presStyleCnt="0">
        <dgm:presLayoutVars>
          <dgm:dir/>
          <dgm:resizeHandles val="exact"/>
        </dgm:presLayoutVars>
      </dgm:prSet>
      <dgm:spPr/>
    </dgm:pt>
    <dgm:pt modelId="{A7B19EA3-3658-464F-8172-17D1735860C6}" type="pres">
      <dgm:prSet presAssocID="{AD97C7EA-A52E-4807-91FC-7F73ACA10AEF}" presName="compNode" presStyleCnt="0"/>
      <dgm:spPr/>
    </dgm:pt>
    <dgm:pt modelId="{A186141A-C351-4DED-9869-55A4A97D84AA}" type="pres">
      <dgm:prSet presAssocID="{AD97C7EA-A52E-4807-91FC-7F73ACA10AEF}" presName="bgRect" presStyleLbl="bgShp" presStyleIdx="0" presStyleCnt="2"/>
      <dgm:spPr/>
    </dgm:pt>
    <dgm:pt modelId="{D881F5EF-E907-4B70-B27C-A1BEE31A375E}" type="pres">
      <dgm:prSet presAssocID="{AD97C7EA-A52E-4807-91FC-7F73ACA10AEF}" presName="iconRect" presStyleLbl="node1" presStyleIdx="0" presStyleCnt="2"/>
      <dgm:spPr>
        <a:blipFill>
          <a:blip xmlns:r="http://schemas.openxmlformats.org/officeDocument/2006/relationships" r:embed="rId1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erver"/>
        </a:ext>
      </dgm:extLst>
    </dgm:pt>
    <dgm:pt modelId="{E41D3013-4A94-4A3B-902B-2B6BCB557393}" type="pres">
      <dgm:prSet presAssocID="{AD97C7EA-A52E-4807-91FC-7F73ACA10AEF}" presName="spaceRect" presStyleCnt="0"/>
      <dgm:spPr/>
    </dgm:pt>
    <dgm:pt modelId="{B2AC5C86-20CD-4005-B020-941F6711844F}" type="pres">
      <dgm:prSet presAssocID="{AD97C7EA-A52E-4807-91FC-7F73ACA10AEF}" presName="parTx" presStyleLbl="revTx" presStyleIdx="0" presStyleCnt="2">
        <dgm:presLayoutVars>
          <dgm:chMax val="0"/>
          <dgm:chPref val="0"/>
        </dgm:presLayoutVars>
      </dgm:prSet>
      <dgm:spPr/>
    </dgm:pt>
    <dgm:pt modelId="{869BE282-FAB0-4A15-A539-DA3B59F9C1B6}" type="pres">
      <dgm:prSet presAssocID="{21989FB5-9492-48A8-96CF-3AC5D9A84B6B}" presName="sibTrans" presStyleCnt="0"/>
      <dgm:spPr/>
    </dgm:pt>
    <dgm:pt modelId="{BAE37994-E202-4033-8880-78BC6FEE730E}" type="pres">
      <dgm:prSet presAssocID="{13132748-EF84-4804-85DC-B5D259AD20F2}" presName="compNode" presStyleCnt="0"/>
      <dgm:spPr/>
    </dgm:pt>
    <dgm:pt modelId="{86AFC238-F655-46AB-B4B9-6CFAB4EEE339}" type="pres">
      <dgm:prSet presAssocID="{13132748-EF84-4804-85DC-B5D259AD20F2}" presName="bgRect" presStyleLbl="bgShp" presStyleIdx="1" presStyleCnt="2"/>
      <dgm:spPr/>
    </dgm:pt>
    <dgm:pt modelId="{506C0FB1-07FE-4287-8822-A312BB62CC32}" type="pres">
      <dgm:prSet presAssocID="{13132748-EF84-4804-85DC-B5D259AD20F2}" presName="iconRect" presStyleLbl="node1" presStyleIdx="1" presStyleCnt="2"/>
      <dgm:spPr>
        <a:blipFill>
          <a:blip xmlns:r="http://schemas.openxmlformats.org/officeDocument/2006/relationships"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omputer"/>
        </a:ext>
      </dgm:extLst>
    </dgm:pt>
    <dgm:pt modelId="{099FF8FB-66A9-47D0-8F66-B67B25C0BE12}" type="pres">
      <dgm:prSet presAssocID="{13132748-EF84-4804-85DC-B5D259AD20F2}" presName="spaceRect" presStyleCnt="0"/>
      <dgm:spPr/>
    </dgm:pt>
    <dgm:pt modelId="{59721C85-6656-4AF3-AE8E-BA79FACC6864}" type="pres">
      <dgm:prSet presAssocID="{13132748-EF84-4804-85DC-B5D259AD20F2}" presName="parTx" presStyleLbl="revTx" presStyleIdx="1" presStyleCnt="2">
        <dgm:presLayoutVars>
          <dgm:chMax val="0"/>
          <dgm:chPref val="0"/>
        </dgm:presLayoutVars>
      </dgm:prSet>
      <dgm:spPr/>
    </dgm:pt>
  </dgm:ptLst>
  <dgm:cxnLst>
    <dgm:cxn modelId="{1D5F7927-FA0D-46D1-8C91-FF5F26216785}" srcId="{33284D22-5FBB-4E6B-B09D-FBF016189D2A}" destId="{AD97C7EA-A52E-4807-91FC-7F73ACA10AEF}" srcOrd="0" destOrd="0" parTransId="{C71A38FA-4936-49B3-A787-599066C56025}" sibTransId="{21989FB5-9492-48A8-96CF-3AC5D9A84B6B}"/>
    <dgm:cxn modelId="{F1CAD981-3614-44EC-905C-7FE83E2C8371}" type="presOf" srcId="{33284D22-5FBB-4E6B-B09D-FBF016189D2A}" destId="{ABF4C45D-15C4-49D3-B04C-388C7AFC570D}" srcOrd="0" destOrd="0" presId="urn:microsoft.com/office/officeart/2018/2/layout/IconVerticalSolidList"/>
    <dgm:cxn modelId="{921A41CB-07DF-439B-B09B-133ED88D1EF9}" srcId="{33284D22-5FBB-4E6B-B09D-FBF016189D2A}" destId="{13132748-EF84-4804-85DC-B5D259AD20F2}" srcOrd="1" destOrd="0" parTransId="{D13F3432-5530-4792-90DF-FE2A5C06F59A}" sibTransId="{0594577A-67D3-418F-89DA-C59617FAD0B3}"/>
    <dgm:cxn modelId="{E24C3ED9-494D-41A8-8EDC-6113BE9ADC69}" type="presOf" srcId="{13132748-EF84-4804-85DC-B5D259AD20F2}" destId="{59721C85-6656-4AF3-AE8E-BA79FACC6864}" srcOrd="0" destOrd="0" presId="urn:microsoft.com/office/officeart/2018/2/layout/IconVerticalSolidList"/>
    <dgm:cxn modelId="{68E6EEF4-5DA6-4BAA-98FB-77246F7AB3B7}" type="presOf" srcId="{AD97C7EA-A52E-4807-91FC-7F73ACA10AEF}" destId="{B2AC5C86-20CD-4005-B020-941F6711844F}" srcOrd="0" destOrd="0" presId="urn:microsoft.com/office/officeart/2018/2/layout/IconVerticalSolidList"/>
    <dgm:cxn modelId="{B4E076D7-9730-435B-BD0B-B4B9DCE9F7AD}" type="presParOf" srcId="{ABF4C45D-15C4-49D3-B04C-388C7AFC570D}" destId="{A7B19EA3-3658-464F-8172-17D1735860C6}" srcOrd="0" destOrd="0" presId="urn:microsoft.com/office/officeart/2018/2/layout/IconVerticalSolidList"/>
    <dgm:cxn modelId="{51DD1730-364B-42DB-8BD5-BE38B56D9D29}" type="presParOf" srcId="{A7B19EA3-3658-464F-8172-17D1735860C6}" destId="{A186141A-C351-4DED-9869-55A4A97D84AA}" srcOrd="0" destOrd="0" presId="urn:microsoft.com/office/officeart/2018/2/layout/IconVerticalSolidList"/>
    <dgm:cxn modelId="{6C5AFD03-6B1C-46EB-8232-CDBF7133B59B}" type="presParOf" srcId="{A7B19EA3-3658-464F-8172-17D1735860C6}" destId="{D881F5EF-E907-4B70-B27C-A1BEE31A375E}" srcOrd="1" destOrd="0" presId="urn:microsoft.com/office/officeart/2018/2/layout/IconVerticalSolidList"/>
    <dgm:cxn modelId="{80585D86-A237-480E-ACAF-74C38FDBAD7E}" type="presParOf" srcId="{A7B19EA3-3658-464F-8172-17D1735860C6}" destId="{E41D3013-4A94-4A3B-902B-2B6BCB557393}" srcOrd="2" destOrd="0" presId="urn:microsoft.com/office/officeart/2018/2/layout/IconVerticalSolidList"/>
    <dgm:cxn modelId="{8098B048-CF74-4B06-BFD7-FEB799C1C8FC}" type="presParOf" srcId="{A7B19EA3-3658-464F-8172-17D1735860C6}" destId="{B2AC5C86-20CD-4005-B020-941F6711844F}" srcOrd="3" destOrd="0" presId="urn:microsoft.com/office/officeart/2018/2/layout/IconVerticalSolidList"/>
    <dgm:cxn modelId="{1D5178B9-85F9-4965-AAEE-EBF636685A67}" type="presParOf" srcId="{ABF4C45D-15C4-49D3-B04C-388C7AFC570D}" destId="{869BE282-FAB0-4A15-A539-DA3B59F9C1B6}" srcOrd="1" destOrd="0" presId="urn:microsoft.com/office/officeart/2018/2/layout/IconVerticalSolidList"/>
    <dgm:cxn modelId="{496B0565-817D-48B8-AEDE-B889601FC60B}" type="presParOf" srcId="{ABF4C45D-15C4-49D3-B04C-388C7AFC570D}" destId="{BAE37994-E202-4033-8880-78BC6FEE730E}" srcOrd="2" destOrd="0" presId="urn:microsoft.com/office/officeart/2018/2/layout/IconVerticalSolidList"/>
    <dgm:cxn modelId="{E8BADB4F-A039-421A-869A-1BE302730C3B}" type="presParOf" srcId="{BAE37994-E202-4033-8880-78BC6FEE730E}" destId="{86AFC238-F655-46AB-B4B9-6CFAB4EEE339}" srcOrd="0" destOrd="0" presId="urn:microsoft.com/office/officeart/2018/2/layout/IconVerticalSolidList"/>
    <dgm:cxn modelId="{10D9D0AB-B1A1-4B9D-A420-391B85460230}" type="presParOf" srcId="{BAE37994-E202-4033-8880-78BC6FEE730E}" destId="{506C0FB1-07FE-4287-8822-A312BB62CC32}" srcOrd="1" destOrd="0" presId="urn:microsoft.com/office/officeart/2018/2/layout/IconVerticalSolidList"/>
    <dgm:cxn modelId="{A374A132-9466-405D-B1F9-BACDBFB0F8A0}" type="presParOf" srcId="{BAE37994-E202-4033-8880-78BC6FEE730E}" destId="{099FF8FB-66A9-47D0-8F66-B67B25C0BE12}" srcOrd="2" destOrd="0" presId="urn:microsoft.com/office/officeart/2018/2/layout/IconVerticalSolidList"/>
    <dgm:cxn modelId="{2B6BF084-BBB2-4E65-8B0C-29FE48EB7325}" type="presParOf" srcId="{BAE37994-E202-4033-8880-78BC6FEE730E}" destId="{59721C85-6656-4AF3-AE8E-BA79FACC6864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013D65E9-D98E-4B35-B119-F6B16588C554}" type="doc">
      <dgm:prSet loTypeId="urn:microsoft.com/office/officeart/2005/8/layout/hProcess9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x-none"/>
        </a:p>
      </dgm:t>
    </dgm:pt>
    <dgm:pt modelId="{3120606B-2A4B-444F-8EBC-68C7C87C2896}">
      <dgm:prSet custT="1"/>
      <dgm:spPr>
        <a:solidFill>
          <a:schemeClr val="accent2">
            <a:lumMod val="75000"/>
          </a:schemeClr>
        </a:solidFill>
      </dgm:spPr>
      <dgm:t>
        <a:bodyPr/>
        <a:lstStyle/>
        <a:p>
          <a:pPr algn="ctr"/>
          <a:r>
            <a:rPr lang="en-US" sz="2400" dirty="0"/>
            <a:t>The parallel runtime of a program depends on the input size, the number of processors, and the communication parameters of the machine</a:t>
          </a:r>
          <a:r>
            <a:rPr lang="en-US" sz="24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rPr>
            <a:t>.</a:t>
          </a:r>
          <a:endParaRPr lang="x-none" sz="2400" dirty="0">
            <a:solidFill>
              <a:schemeClr val="bg1"/>
            </a:solidFill>
          </a:endParaRPr>
        </a:p>
      </dgm:t>
    </dgm:pt>
    <dgm:pt modelId="{D0A0B0EF-FD53-41BC-BF37-408093AD03C7}" type="parTrans" cxnId="{F43E49F1-71D9-4E6E-B980-08C048578E52}">
      <dgm:prSet/>
      <dgm:spPr/>
      <dgm:t>
        <a:bodyPr/>
        <a:lstStyle/>
        <a:p>
          <a:endParaRPr lang="x-none"/>
        </a:p>
      </dgm:t>
    </dgm:pt>
    <dgm:pt modelId="{030E0815-8A9D-462B-BC06-7EBD230DE95A}" type="sibTrans" cxnId="{F43E49F1-71D9-4E6E-B980-08C048578E52}">
      <dgm:prSet/>
      <dgm:spPr/>
      <dgm:t>
        <a:bodyPr/>
        <a:lstStyle/>
        <a:p>
          <a:endParaRPr lang="x-none"/>
        </a:p>
      </dgm:t>
    </dgm:pt>
    <dgm:pt modelId="{A70BB88E-F56C-407B-8CAC-F3663D4677FA}">
      <dgm:prSet custT="1"/>
      <dgm:spPr>
        <a:solidFill>
          <a:schemeClr val="accent3">
            <a:lumMod val="75000"/>
          </a:schemeClr>
        </a:solidFill>
      </dgm:spPr>
      <dgm:t>
        <a:bodyPr/>
        <a:lstStyle/>
        <a:p>
          <a:pPr algn="ctr"/>
          <a:r>
            <a:rPr lang="en-US" sz="2400" dirty="0"/>
            <a:t>A sequential algorithm is evaluated by its runtime (in general, asymptotic runtime as a function of input size).</a:t>
          </a:r>
          <a:endParaRPr lang="x-none" sz="2400" dirty="0">
            <a:solidFill>
              <a:schemeClr val="bg1"/>
            </a:solidFill>
          </a:endParaRPr>
        </a:p>
      </dgm:t>
    </dgm:pt>
    <dgm:pt modelId="{98B68B31-F7DD-4DEB-8F9A-FA07EA9B91AF}" type="parTrans" cxnId="{FF262D16-2D44-4211-BE27-D4A446CC66A9}">
      <dgm:prSet/>
      <dgm:spPr/>
      <dgm:t>
        <a:bodyPr/>
        <a:lstStyle/>
        <a:p>
          <a:endParaRPr lang="en-US"/>
        </a:p>
      </dgm:t>
    </dgm:pt>
    <dgm:pt modelId="{7D3123EC-B72A-4909-9A6E-2E2D096335A6}" type="sibTrans" cxnId="{FF262D16-2D44-4211-BE27-D4A446CC66A9}">
      <dgm:prSet/>
      <dgm:spPr/>
      <dgm:t>
        <a:bodyPr/>
        <a:lstStyle/>
        <a:p>
          <a:endParaRPr lang="en-US"/>
        </a:p>
      </dgm:t>
    </dgm:pt>
    <dgm:pt modelId="{901EFAE1-EE98-4CC5-90D7-DE0F65797FC7}" type="pres">
      <dgm:prSet presAssocID="{013D65E9-D98E-4B35-B119-F6B16588C554}" presName="CompostProcess" presStyleCnt="0">
        <dgm:presLayoutVars>
          <dgm:dir/>
          <dgm:resizeHandles val="exact"/>
        </dgm:presLayoutVars>
      </dgm:prSet>
      <dgm:spPr/>
    </dgm:pt>
    <dgm:pt modelId="{170A8F72-A6D5-42E4-9054-9C0CDA50F558}" type="pres">
      <dgm:prSet presAssocID="{013D65E9-D98E-4B35-B119-F6B16588C554}" presName="arrow" presStyleLbl="bgShp" presStyleIdx="0" presStyleCnt="1"/>
      <dgm:spPr/>
    </dgm:pt>
    <dgm:pt modelId="{74BE849E-0FAF-408C-9075-740147AC8DFC}" type="pres">
      <dgm:prSet presAssocID="{013D65E9-D98E-4B35-B119-F6B16588C554}" presName="linearProcess" presStyleCnt="0"/>
      <dgm:spPr/>
    </dgm:pt>
    <dgm:pt modelId="{8FCF39A3-3026-452C-BF79-E3E835A13F4C}" type="pres">
      <dgm:prSet presAssocID="{3120606B-2A4B-444F-8EBC-68C7C87C2896}" presName="textNode" presStyleLbl="node1" presStyleIdx="0" presStyleCnt="2" custScaleY="116134">
        <dgm:presLayoutVars>
          <dgm:bulletEnabled val="1"/>
        </dgm:presLayoutVars>
      </dgm:prSet>
      <dgm:spPr/>
    </dgm:pt>
    <dgm:pt modelId="{2B558F4E-AC1B-4C9C-9C97-051DDA7B4C0D}" type="pres">
      <dgm:prSet presAssocID="{030E0815-8A9D-462B-BC06-7EBD230DE95A}" presName="sibTrans" presStyleCnt="0"/>
      <dgm:spPr/>
    </dgm:pt>
    <dgm:pt modelId="{4B476F36-8D56-45A3-B896-37EE7469962A}" type="pres">
      <dgm:prSet presAssocID="{A70BB88E-F56C-407B-8CAC-F3663D4677FA}" presName="textNode" presStyleLbl="node1" presStyleIdx="1" presStyleCnt="2">
        <dgm:presLayoutVars>
          <dgm:bulletEnabled val="1"/>
        </dgm:presLayoutVars>
      </dgm:prSet>
      <dgm:spPr/>
    </dgm:pt>
  </dgm:ptLst>
  <dgm:cxnLst>
    <dgm:cxn modelId="{FE1B3501-FB51-431A-B1DA-706A561EA5DC}" type="presOf" srcId="{013D65E9-D98E-4B35-B119-F6B16588C554}" destId="{901EFAE1-EE98-4CC5-90D7-DE0F65797FC7}" srcOrd="0" destOrd="0" presId="urn:microsoft.com/office/officeart/2005/8/layout/hProcess9"/>
    <dgm:cxn modelId="{FF262D16-2D44-4211-BE27-D4A446CC66A9}" srcId="{013D65E9-D98E-4B35-B119-F6B16588C554}" destId="{A70BB88E-F56C-407B-8CAC-F3663D4677FA}" srcOrd="1" destOrd="0" parTransId="{98B68B31-F7DD-4DEB-8F9A-FA07EA9B91AF}" sibTransId="{7D3123EC-B72A-4909-9A6E-2E2D096335A6}"/>
    <dgm:cxn modelId="{C199F7E1-51AC-4F7B-928D-5264E3502987}" type="presOf" srcId="{3120606B-2A4B-444F-8EBC-68C7C87C2896}" destId="{8FCF39A3-3026-452C-BF79-E3E835A13F4C}" srcOrd="0" destOrd="0" presId="urn:microsoft.com/office/officeart/2005/8/layout/hProcess9"/>
    <dgm:cxn modelId="{F43E49F1-71D9-4E6E-B980-08C048578E52}" srcId="{013D65E9-D98E-4B35-B119-F6B16588C554}" destId="{3120606B-2A4B-444F-8EBC-68C7C87C2896}" srcOrd="0" destOrd="0" parTransId="{D0A0B0EF-FD53-41BC-BF37-408093AD03C7}" sibTransId="{030E0815-8A9D-462B-BC06-7EBD230DE95A}"/>
    <dgm:cxn modelId="{8A5DBEFF-5774-4E0E-9445-90C8075CD014}" type="presOf" srcId="{A70BB88E-F56C-407B-8CAC-F3663D4677FA}" destId="{4B476F36-8D56-45A3-B896-37EE7469962A}" srcOrd="0" destOrd="0" presId="urn:microsoft.com/office/officeart/2005/8/layout/hProcess9"/>
    <dgm:cxn modelId="{F5716122-55B3-4A85-B13E-FF7E51658F8B}" type="presParOf" srcId="{901EFAE1-EE98-4CC5-90D7-DE0F65797FC7}" destId="{170A8F72-A6D5-42E4-9054-9C0CDA50F558}" srcOrd="0" destOrd="0" presId="urn:microsoft.com/office/officeart/2005/8/layout/hProcess9"/>
    <dgm:cxn modelId="{41BEE99C-97D4-4557-B47E-A7DEEEE6C466}" type="presParOf" srcId="{901EFAE1-EE98-4CC5-90D7-DE0F65797FC7}" destId="{74BE849E-0FAF-408C-9075-740147AC8DFC}" srcOrd="1" destOrd="0" presId="urn:microsoft.com/office/officeart/2005/8/layout/hProcess9"/>
    <dgm:cxn modelId="{23AF516F-83F8-4FD9-9A9B-B0D1BE9C8086}" type="presParOf" srcId="{74BE849E-0FAF-408C-9075-740147AC8DFC}" destId="{8FCF39A3-3026-452C-BF79-E3E835A13F4C}" srcOrd="0" destOrd="0" presId="urn:microsoft.com/office/officeart/2005/8/layout/hProcess9"/>
    <dgm:cxn modelId="{776EF08E-3647-41B0-988F-23EA848BD220}" type="presParOf" srcId="{74BE849E-0FAF-408C-9075-740147AC8DFC}" destId="{2B558F4E-AC1B-4C9C-9C97-051DDA7B4C0D}" srcOrd="1" destOrd="0" presId="urn:microsoft.com/office/officeart/2005/8/layout/hProcess9"/>
    <dgm:cxn modelId="{4FB5D6C1-3295-440A-8B77-FDA9C96EB1DD}" type="presParOf" srcId="{74BE849E-0FAF-408C-9075-740147AC8DFC}" destId="{4B476F36-8D56-45A3-B896-37EE7469962A}" srcOrd="2" destOrd="0" presId="urn:microsoft.com/office/officeart/2005/8/layout/hProcess9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013D65E9-D98E-4B35-B119-F6B16588C554}" type="doc">
      <dgm:prSet loTypeId="urn:microsoft.com/office/officeart/2005/8/layout/process4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x-none"/>
        </a:p>
      </dgm:t>
    </dgm:pt>
    <dgm:pt modelId="{3120606B-2A4B-444F-8EBC-68C7C87C2896}">
      <dgm:prSet custT="1"/>
      <dgm:spPr>
        <a:solidFill>
          <a:schemeClr val="accent2">
            <a:lumMod val="75000"/>
          </a:schemeClr>
        </a:solidFill>
      </dgm:spPr>
      <dgm:t>
        <a:bodyPr/>
        <a:lstStyle/>
        <a:p>
          <a:pPr algn="ctr"/>
          <a:r>
            <a:rPr lang="en-US" sz="2400" dirty="0"/>
            <a:t>An algorithm must therefore be analyzed in the context of the underlying platform. </a:t>
          </a:r>
          <a:endParaRPr lang="x-none" sz="2400" dirty="0">
            <a:solidFill>
              <a:schemeClr val="bg1"/>
            </a:solidFill>
          </a:endParaRPr>
        </a:p>
      </dgm:t>
    </dgm:pt>
    <dgm:pt modelId="{D0A0B0EF-FD53-41BC-BF37-408093AD03C7}" type="parTrans" cxnId="{F43E49F1-71D9-4E6E-B980-08C048578E52}">
      <dgm:prSet/>
      <dgm:spPr/>
      <dgm:t>
        <a:bodyPr/>
        <a:lstStyle/>
        <a:p>
          <a:endParaRPr lang="x-none"/>
        </a:p>
      </dgm:t>
    </dgm:pt>
    <dgm:pt modelId="{030E0815-8A9D-462B-BC06-7EBD230DE95A}" type="sibTrans" cxnId="{F43E49F1-71D9-4E6E-B980-08C048578E52}">
      <dgm:prSet/>
      <dgm:spPr/>
      <dgm:t>
        <a:bodyPr/>
        <a:lstStyle/>
        <a:p>
          <a:endParaRPr lang="x-none"/>
        </a:p>
      </dgm:t>
    </dgm:pt>
    <dgm:pt modelId="{14228461-6FEA-4959-8FD8-BCBFB10748D8}">
      <dgm:prSet custT="1"/>
      <dgm:spPr>
        <a:solidFill>
          <a:schemeClr val="accent3">
            <a:lumMod val="75000"/>
          </a:schemeClr>
        </a:solidFill>
      </dgm:spPr>
      <dgm:t>
        <a:bodyPr/>
        <a:lstStyle/>
        <a:p>
          <a:pPr algn="ctr"/>
          <a:r>
            <a:rPr lang="en-US" sz="2400" dirty="0"/>
            <a:t>The asymptotic runtime of a sequential program is identical on any serial platform. </a:t>
          </a:r>
          <a:endParaRPr lang="en-US" sz="2400" dirty="0">
            <a:solidFill>
              <a:schemeClr val="bg1"/>
            </a:solidFill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A53C8E23-01A4-4483-94BD-C5BDBF6CCE54}" type="parTrans" cxnId="{4786EC36-3F08-4D73-8F3D-FBC51EF2FDA9}">
      <dgm:prSet/>
      <dgm:spPr/>
      <dgm:t>
        <a:bodyPr/>
        <a:lstStyle/>
        <a:p>
          <a:endParaRPr lang="en-US"/>
        </a:p>
      </dgm:t>
    </dgm:pt>
    <dgm:pt modelId="{900AEE4F-6D15-4B3D-BEBA-FB895B43DAD6}" type="sibTrans" cxnId="{4786EC36-3F08-4D73-8F3D-FBC51EF2FDA9}">
      <dgm:prSet/>
      <dgm:spPr/>
      <dgm:t>
        <a:bodyPr/>
        <a:lstStyle/>
        <a:p>
          <a:endParaRPr lang="en-US"/>
        </a:p>
      </dgm:t>
    </dgm:pt>
    <dgm:pt modelId="{1FA74C1A-11C2-43FE-9924-47D0A23C0EF9}">
      <dgm:prSet custT="1"/>
      <dgm:spPr>
        <a:solidFill>
          <a:schemeClr val="accent4">
            <a:lumMod val="75000"/>
          </a:schemeClr>
        </a:solidFill>
      </dgm:spPr>
      <dgm:t>
        <a:bodyPr/>
        <a:lstStyle/>
        <a:p>
          <a:pPr algn="ctr"/>
          <a:r>
            <a:rPr lang="en-US" sz="2400" dirty="0"/>
            <a:t>The parallel runtime of a program depends on the input size, the number of processors, and the communication parameters of the machine</a:t>
          </a:r>
          <a:r>
            <a:rPr lang="en-US" sz="24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rPr>
            <a:t>.</a:t>
          </a:r>
        </a:p>
      </dgm:t>
    </dgm:pt>
    <dgm:pt modelId="{62AA22FC-17EB-4880-BF9F-BE2CC3A8E093}" type="parTrans" cxnId="{15D495F8-9C00-4473-8B6B-D9FD34E8EE18}">
      <dgm:prSet/>
      <dgm:spPr/>
      <dgm:t>
        <a:bodyPr/>
        <a:lstStyle/>
        <a:p>
          <a:endParaRPr lang="en-US"/>
        </a:p>
      </dgm:t>
    </dgm:pt>
    <dgm:pt modelId="{EE49DF81-2CA3-47C6-8ED2-352850C55150}" type="sibTrans" cxnId="{15D495F8-9C00-4473-8B6B-D9FD34E8EE18}">
      <dgm:prSet/>
      <dgm:spPr/>
      <dgm:t>
        <a:bodyPr/>
        <a:lstStyle/>
        <a:p>
          <a:endParaRPr lang="en-US"/>
        </a:p>
      </dgm:t>
    </dgm:pt>
    <dgm:pt modelId="{F11CE2CF-77DF-4995-95A6-DDE4A9789087}" type="pres">
      <dgm:prSet presAssocID="{013D65E9-D98E-4B35-B119-F6B16588C554}" presName="Name0" presStyleCnt="0">
        <dgm:presLayoutVars>
          <dgm:dir/>
          <dgm:animLvl val="lvl"/>
          <dgm:resizeHandles val="exact"/>
        </dgm:presLayoutVars>
      </dgm:prSet>
      <dgm:spPr/>
    </dgm:pt>
    <dgm:pt modelId="{F75E12B0-37FE-46D2-A7DA-D585825B246A}" type="pres">
      <dgm:prSet presAssocID="{1FA74C1A-11C2-43FE-9924-47D0A23C0EF9}" presName="boxAndChildren" presStyleCnt="0"/>
      <dgm:spPr/>
    </dgm:pt>
    <dgm:pt modelId="{481F5D51-6515-45BC-8E93-C8405E9FD1A3}" type="pres">
      <dgm:prSet presAssocID="{1FA74C1A-11C2-43FE-9924-47D0A23C0EF9}" presName="parentTextBox" presStyleLbl="node1" presStyleIdx="0" presStyleCnt="3"/>
      <dgm:spPr/>
    </dgm:pt>
    <dgm:pt modelId="{7C67DF23-2B10-42FC-9447-A802EAB86E36}" type="pres">
      <dgm:prSet presAssocID="{900AEE4F-6D15-4B3D-BEBA-FB895B43DAD6}" presName="sp" presStyleCnt="0"/>
      <dgm:spPr/>
    </dgm:pt>
    <dgm:pt modelId="{B52232ED-CBD8-4F97-A660-259B2E0149D7}" type="pres">
      <dgm:prSet presAssocID="{14228461-6FEA-4959-8FD8-BCBFB10748D8}" presName="arrowAndChildren" presStyleCnt="0"/>
      <dgm:spPr/>
    </dgm:pt>
    <dgm:pt modelId="{A9835A19-555A-4CCB-99A5-5D2DBB9E0C79}" type="pres">
      <dgm:prSet presAssocID="{14228461-6FEA-4959-8FD8-BCBFB10748D8}" presName="parentTextArrow" presStyleLbl="node1" presStyleIdx="1" presStyleCnt="3" custScaleY="82791"/>
      <dgm:spPr/>
    </dgm:pt>
    <dgm:pt modelId="{721A10AB-806B-4716-86E0-3B862625EC72}" type="pres">
      <dgm:prSet presAssocID="{030E0815-8A9D-462B-BC06-7EBD230DE95A}" presName="sp" presStyleCnt="0"/>
      <dgm:spPr/>
    </dgm:pt>
    <dgm:pt modelId="{A86412A7-96A6-4ED4-913F-EA60014329E2}" type="pres">
      <dgm:prSet presAssocID="{3120606B-2A4B-444F-8EBC-68C7C87C2896}" presName="arrowAndChildren" presStyleCnt="0"/>
      <dgm:spPr/>
    </dgm:pt>
    <dgm:pt modelId="{77FFFAF0-02A3-4A5F-AEB3-B0DA389158A8}" type="pres">
      <dgm:prSet presAssocID="{3120606B-2A4B-444F-8EBC-68C7C87C2896}" presName="parentTextArrow" presStyleLbl="node1" presStyleIdx="2" presStyleCnt="3" custScaleY="73731"/>
      <dgm:spPr/>
    </dgm:pt>
  </dgm:ptLst>
  <dgm:cxnLst>
    <dgm:cxn modelId="{ABC7371C-2B67-44CF-A3A2-E065D3711526}" type="presOf" srcId="{013D65E9-D98E-4B35-B119-F6B16588C554}" destId="{F11CE2CF-77DF-4995-95A6-DDE4A9789087}" srcOrd="0" destOrd="0" presId="urn:microsoft.com/office/officeart/2005/8/layout/process4"/>
    <dgm:cxn modelId="{4786EC36-3F08-4D73-8F3D-FBC51EF2FDA9}" srcId="{013D65E9-D98E-4B35-B119-F6B16588C554}" destId="{14228461-6FEA-4959-8FD8-BCBFB10748D8}" srcOrd="1" destOrd="0" parTransId="{A53C8E23-01A4-4483-94BD-C5BDBF6CCE54}" sibTransId="{900AEE4F-6D15-4B3D-BEBA-FB895B43DAD6}"/>
    <dgm:cxn modelId="{FB68A05C-E0E9-4EAC-AE00-2E061007BF1F}" type="presOf" srcId="{3120606B-2A4B-444F-8EBC-68C7C87C2896}" destId="{77FFFAF0-02A3-4A5F-AEB3-B0DA389158A8}" srcOrd="0" destOrd="0" presId="urn:microsoft.com/office/officeart/2005/8/layout/process4"/>
    <dgm:cxn modelId="{242FBB96-2D87-4427-8FB2-CADE140331C4}" type="presOf" srcId="{14228461-6FEA-4959-8FD8-BCBFB10748D8}" destId="{A9835A19-555A-4CCB-99A5-5D2DBB9E0C79}" srcOrd="0" destOrd="0" presId="urn:microsoft.com/office/officeart/2005/8/layout/process4"/>
    <dgm:cxn modelId="{43ED82B4-7B6C-49A0-8CF1-7EC28F30258F}" type="presOf" srcId="{1FA74C1A-11C2-43FE-9924-47D0A23C0EF9}" destId="{481F5D51-6515-45BC-8E93-C8405E9FD1A3}" srcOrd="0" destOrd="0" presId="urn:microsoft.com/office/officeart/2005/8/layout/process4"/>
    <dgm:cxn modelId="{F43E49F1-71D9-4E6E-B980-08C048578E52}" srcId="{013D65E9-D98E-4B35-B119-F6B16588C554}" destId="{3120606B-2A4B-444F-8EBC-68C7C87C2896}" srcOrd="0" destOrd="0" parTransId="{D0A0B0EF-FD53-41BC-BF37-408093AD03C7}" sibTransId="{030E0815-8A9D-462B-BC06-7EBD230DE95A}"/>
    <dgm:cxn modelId="{15D495F8-9C00-4473-8B6B-D9FD34E8EE18}" srcId="{013D65E9-D98E-4B35-B119-F6B16588C554}" destId="{1FA74C1A-11C2-43FE-9924-47D0A23C0EF9}" srcOrd="2" destOrd="0" parTransId="{62AA22FC-17EB-4880-BF9F-BE2CC3A8E093}" sibTransId="{EE49DF81-2CA3-47C6-8ED2-352850C55150}"/>
    <dgm:cxn modelId="{5EDFCF30-A130-4A3F-9D51-0CF1F3E6668B}" type="presParOf" srcId="{F11CE2CF-77DF-4995-95A6-DDE4A9789087}" destId="{F75E12B0-37FE-46D2-A7DA-D585825B246A}" srcOrd="0" destOrd="0" presId="urn:microsoft.com/office/officeart/2005/8/layout/process4"/>
    <dgm:cxn modelId="{63AE83F5-AACB-4F8A-8AB7-870C25471285}" type="presParOf" srcId="{F75E12B0-37FE-46D2-A7DA-D585825B246A}" destId="{481F5D51-6515-45BC-8E93-C8405E9FD1A3}" srcOrd="0" destOrd="0" presId="urn:microsoft.com/office/officeart/2005/8/layout/process4"/>
    <dgm:cxn modelId="{6A8E1BA0-2C1C-46E3-A3A1-D6D720E92C7E}" type="presParOf" srcId="{F11CE2CF-77DF-4995-95A6-DDE4A9789087}" destId="{7C67DF23-2B10-42FC-9447-A802EAB86E36}" srcOrd="1" destOrd="0" presId="urn:microsoft.com/office/officeart/2005/8/layout/process4"/>
    <dgm:cxn modelId="{E7D57104-3B3C-446A-8DDF-46B3ECC573A4}" type="presParOf" srcId="{F11CE2CF-77DF-4995-95A6-DDE4A9789087}" destId="{B52232ED-CBD8-4F97-A660-259B2E0149D7}" srcOrd="2" destOrd="0" presId="urn:microsoft.com/office/officeart/2005/8/layout/process4"/>
    <dgm:cxn modelId="{07CE8A92-07D8-458B-82FC-C3D607104097}" type="presParOf" srcId="{B52232ED-CBD8-4F97-A660-259B2E0149D7}" destId="{A9835A19-555A-4CCB-99A5-5D2DBB9E0C79}" srcOrd="0" destOrd="0" presId="urn:microsoft.com/office/officeart/2005/8/layout/process4"/>
    <dgm:cxn modelId="{562CABC6-2807-4E66-AD03-52EEAD6AE9F1}" type="presParOf" srcId="{F11CE2CF-77DF-4995-95A6-DDE4A9789087}" destId="{721A10AB-806B-4716-86E0-3B862625EC72}" srcOrd="3" destOrd="0" presId="urn:microsoft.com/office/officeart/2005/8/layout/process4"/>
    <dgm:cxn modelId="{09562F58-7123-408D-ABD2-CD9DFC48D050}" type="presParOf" srcId="{F11CE2CF-77DF-4995-95A6-DDE4A9789087}" destId="{A86412A7-96A6-4ED4-913F-EA60014329E2}" srcOrd="4" destOrd="0" presId="urn:microsoft.com/office/officeart/2005/8/layout/process4"/>
    <dgm:cxn modelId="{668BAF82-2A36-48EA-978C-13A0F41982FD}" type="presParOf" srcId="{A86412A7-96A6-4ED4-913F-EA60014329E2}" destId="{77FFFAF0-02A3-4A5F-AEB3-B0DA389158A8}" srcOrd="0" destOrd="0" presId="urn:microsoft.com/office/officeart/2005/8/layout/process4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ED3F1A89-BC85-4253-966C-7691B172F16B}" type="doc">
      <dgm:prSet loTypeId="urn:microsoft.com/office/officeart/2005/8/layout/process4" loCatId="process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A81C1329-B344-4E5A-9AEE-1B757B613B4D}">
      <dgm:prSet custT="1"/>
      <dgm:spPr/>
      <dgm:t>
        <a:bodyPr/>
        <a:lstStyle/>
        <a:p>
          <a:r>
            <a:rPr lang="en-US" sz="2000" dirty="0">
              <a:latin typeface="Arial" panose="020B0604020202020204" pitchFamily="34" charset="0"/>
              <a:cs typeface="Arial" panose="020B0604020202020204" pitchFamily="34" charset="0"/>
            </a:rPr>
            <a:t>Wall clock time - the time from the start of the first processor to the stopping time of the last processor in a parallel ensemble. But how does this scale when the number of processors is changed of the program is ported to another machine altogether? </a:t>
          </a:r>
        </a:p>
      </dgm:t>
    </dgm:pt>
    <dgm:pt modelId="{B33391AB-DB71-40D7-86F3-385E5740A321}" type="parTrans" cxnId="{FA119128-D452-41E2-9C6E-53C9ADAEBB6D}">
      <dgm:prSet/>
      <dgm:spPr/>
      <dgm:t>
        <a:bodyPr/>
        <a:lstStyle/>
        <a:p>
          <a:endParaRPr lang="en-US"/>
        </a:p>
      </dgm:t>
    </dgm:pt>
    <dgm:pt modelId="{830BC0B3-C352-4C9D-8CDA-36F8FD52D51E}" type="sibTrans" cxnId="{FA119128-D452-41E2-9C6E-53C9ADAEBB6D}">
      <dgm:prSet/>
      <dgm:spPr/>
      <dgm:t>
        <a:bodyPr/>
        <a:lstStyle/>
        <a:p>
          <a:endParaRPr lang="en-US"/>
        </a:p>
      </dgm:t>
    </dgm:pt>
    <dgm:pt modelId="{C7BD31F1-F07C-400E-84EB-6AD62D2729E9}">
      <dgm:prSet custT="1"/>
      <dgm:spPr/>
      <dgm:t>
        <a:bodyPr/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>
              <a:solidFill>
                <a:srgbClr val="FFFFFF"/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</a:rPr>
            <a:t>How much faster is the parallel version? </a:t>
          </a:r>
          <a:br>
            <a:rPr lang="en-US" sz="2000" kern="1200" dirty="0">
              <a:solidFill>
                <a:srgbClr val="FFFFFF"/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</a:rPr>
          </a:br>
          <a:r>
            <a:rPr lang="en-US" sz="2000" kern="1200" dirty="0">
              <a:solidFill>
                <a:srgbClr val="FFFFFF"/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</a:rPr>
            <a:t>This begs the obvious follow up question – </a:t>
          </a:r>
          <a:br>
            <a:rPr lang="en-US" sz="2000" kern="1200" dirty="0">
              <a:solidFill>
                <a:srgbClr val="FFFFFF"/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</a:rPr>
          </a:br>
          <a:r>
            <a:rPr lang="en-US" sz="2000" kern="1200" dirty="0">
              <a:solidFill>
                <a:srgbClr val="FFFFFF"/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</a:rPr>
            <a:t>what's the baseline serial version with which we compare? </a:t>
          </a:r>
          <a:br>
            <a:rPr lang="en-US" sz="2000" kern="1200" dirty="0">
              <a:solidFill>
                <a:srgbClr val="FFFFFF"/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</a:rPr>
          </a:br>
          <a:r>
            <a:rPr lang="en-US" sz="2000" kern="1200" dirty="0">
              <a:solidFill>
                <a:srgbClr val="FFFFFF"/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</a:rPr>
            <a:t>Can we use a suboptimal serial program to make our parallel program look .</a:t>
          </a:r>
        </a:p>
      </dgm:t>
    </dgm:pt>
    <dgm:pt modelId="{9DCD4935-E66C-464A-B28A-DF8838CF5FBD}" type="parTrans" cxnId="{942A2152-9C57-46BD-B674-A911D839BB48}">
      <dgm:prSet/>
      <dgm:spPr/>
      <dgm:t>
        <a:bodyPr/>
        <a:lstStyle/>
        <a:p>
          <a:endParaRPr lang="en-US"/>
        </a:p>
      </dgm:t>
    </dgm:pt>
    <dgm:pt modelId="{A132BD8E-B995-4201-A70A-D10386287ED8}" type="sibTrans" cxnId="{942A2152-9C57-46BD-B674-A911D839BB48}">
      <dgm:prSet/>
      <dgm:spPr/>
      <dgm:t>
        <a:bodyPr/>
        <a:lstStyle/>
        <a:p>
          <a:endParaRPr lang="en-US"/>
        </a:p>
      </dgm:t>
    </dgm:pt>
    <dgm:pt modelId="{A13D41A9-423E-4218-A1D5-F6E5404F7FF9}">
      <dgm:prSet custT="1"/>
      <dgm:spPr/>
      <dgm:t>
        <a:bodyPr/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>
              <a:solidFill>
                <a:srgbClr val="FFFFFF"/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</a:rPr>
            <a:t>Raw FLOP count - What good are FLOP counts when they don't solve a problem? </a:t>
          </a:r>
        </a:p>
      </dgm:t>
    </dgm:pt>
    <dgm:pt modelId="{6B4DF925-2FDF-486B-8B36-2275C15F3634}" type="parTrans" cxnId="{FBF04F38-3441-4E6C-AFB6-70A10CE76D6A}">
      <dgm:prSet/>
      <dgm:spPr/>
      <dgm:t>
        <a:bodyPr/>
        <a:lstStyle/>
        <a:p>
          <a:endParaRPr lang="en-US"/>
        </a:p>
      </dgm:t>
    </dgm:pt>
    <dgm:pt modelId="{D06D0E17-D81A-476A-A002-D66157174317}" type="sibTrans" cxnId="{FBF04F38-3441-4E6C-AFB6-70A10CE76D6A}">
      <dgm:prSet/>
      <dgm:spPr/>
      <dgm:t>
        <a:bodyPr/>
        <a:lstStyle/>
        <a:p>
          <a:endParaRPr lang="en-US"/>
        </a:p>
      </dgm:t>
    </dgm:pt>
    <dgm:pt modelId="{D45A85E9-E987-417E-BD41-751858389537}" type="pres">
      <dgm:prSet presAssocID="{ED3F1A89-BC85-4253-966C-7691B172F16B}" presName="Name0" presStyleCnt="0">
        <dgm:presLayoutVars>
          <dgm:dir/>
          <dgm:animLvl val="lvl"/>
          <dgm:resizeHandles val="exact"/>
        </dgm:presLayoutVars>
      </dgm:prSet>
      <dgm:spPr/>
    </dgm:pt>
    <dgm:pt modelId="{D9EF12B2-0920-45FC-BE90-686DD4A2FF0B}" type="pres">
      <dgm:prSet presAssocID="{A13D41A9-423E-4218-A1D5-F6E5404F7FF9}" presName="boxAndChildren" presStyleCnt="0"/>
      <dgm:spPr/>
    </dgm:pt>
    <dgm:pt modelId="{10360388-DC28-4255-9125-BC82C60B9129}" type="pres">
      <dgm:prSet presAssocID="{A13D41A9-423E-4218-A1D5-F6E5404F7FF9}" presName="parentTextBox" presStyleLbl="node1" presStyleIdx="0" presStyleCnt="3" custScaleY="60729"/>
      <dgm:spPr/>
    </dgm:pt>
    <dgm:pt modelId="{2CD74837-1C55-417D-8143-9591BE7910EE}" type="pres">
      <dgm:prSet presAssocID="{A132BD8E-B995-4201-A70A-D10386287ED8}" presName="sp" presStyleCnt="0"/>
      <dgm:spPr/>
    </dgm:pt>
    <dgm:pt modelId="{AC7B8C44-3C33-47A0-A7D0-1C7D6F5A2E4D}" type="pres">
      <dgm:prSet presAssocID="{C7BD31F1-F07C-400E-84EB-6AD62D2729E9}" presName="arrowAndChildren" presStyleCnt="0"/>
      <dgm:spPr/>
    </dgm:pt>
    <dgm:pt modelId="{B037029F-467A-4175-ACCD-5BB0BAD5F108}" type="pres">
      <dgm:prSet presAssocID="{C7BD31F1-F07C-400E-84EB-6AD62D2729E9}" presName="parentTextArrow" presStyleLbl="node1" presStyleIdx="1" presStyleCnt="3"/>
      <dgm:spPr/>
    </dgm:pt>
    <dgm:pt modelId="{465EC2C6-C5F3-42BB-B040-B92617C02F61}" type="pres">
      <dgm:prSet presAssocID="{830BC0B3-C352-4C9D-8CDA-36F8FD52D51E}" presName="sp" presStyleCnt="0"/>
      <dgm:spPr/>
    </dgm:pt>
    <dgm:pt modelId="{0620A790-EBB2-4DC4-8333-804850CBED30}" type="pres">
      <dgm:prSet presAssocID="{A81C1329-B344-4E5A-9AEE-1B757B613B4D}" presName="arrowAndChildren" presStyleCnt="0"/>
      <dgm:spPr/>
    </dgm:pt>
    <dgm:pt modelId="{91A80EC5-5433-486D-A2A1-39BF10E8DFEC}" type="pres">
      <dgm:prSet presAssocID="{A81C1329-B344-4E5A-9AEE-1B757B613B4D}" presName="parentTextArrow" presStyleLbl="node1" presStyleIdx="2" presStyleCnt="3"/>
      <dgm:spPr/>
    </dgm:pt>
  </dgm:ptLst>
  <dgm:cxnLst>
    <dgm:cxn modelId="{FA119128-D452-41E2-9C6E-53C9ADAEBB6D}" srcId="{ED3F1A89-BC85-4253-966C-7691B172F16B}" destId="{A81C1329-B344-4E5A-9AEE-1B757B613B4D}" srcOrd="0" destOrd="0" parTransId="{B33391AB-DB71-40D7-86F3-385E5740A321}" sibTransId="{830BC0B3-C352-4C9D-8CDA-36F8FD52D51E}"/>
    <dgm:cxn modelId="{FBF04F38-3441-4E6C-AFB6-70A10CE76D6A}" srcId="{ED3F1A89-BC85-4253-966C-7691B172F16B}" destId="{A13D41A9-423E-4218-A1D5-F6E5404F7FF9}" srcOrd="2" destOrd="0" parTransId="{6B4DF925-2FDF-486B-8B36-2275C15F3634}" sibTransId="{D06D0E17-D81A-476A-A002-D66157174317}"/>
    <dgm:cxn modelId="{3DEAB062-6DF7-43C0-B572-EB63CA5135E7}" type="presOf" srcId="{A13D41A9-423E-4218-A1D5-F6E5404F7FF9}" destId="{10360388-DC28-4255-9125-BC82C60B9129}" srcOrd="0" destOrd="0" presId="urn:microsoft.com/office/officeart/2005/8/layout/process4"/>
    <dgm:cxn modelId="{68C3BF6B-0A91-4700-990A-20C69029750A}" type="presOf" srcId="{A81C1329-B344-4E5A-9AEE-1B757B613B4D}" destId="{91A80EC5-5433-486D-A2A1-39BF10E8DFEC}" srcOrd="0" destOrd="0" presId="urn:microsoft.com/office/officeart/2005/8/layout/process4"/>
    <dgm:cxn modelId="{942A2152-9C57-46BD-B674-A911D839BB48}" srcId="{ED3F1A89-BC85-4253-966C-7691B172F16B}" destId="{C7BD31F1-F07C-400E-84EB-6AD62D2729E9}" srcOrd="1" destOrd="0" parTransId="{9DCD4935-E66C-464A-B28A-DF8838CF5FBD}" sibTransId="{A132BD8E-B995-4201-A70A-D10386287ED8}"/>
    <dgm:cxn modelId="{8AB3C772-5032-413B-B701-9350A191A767}" type="presOf" srcId="{ED3F1A89-BC85-4253-966C-7691B172F16B}" destId="{D45A85E9-E987-417E-BD41-751858389537}" srcOrd="0" destOrd="0" presId="urn:microsoft.com/office/officeart/2005/8/layout/process4"/>
    <dgm:cxn modelId="{639C75BB-A554-42C2-B521-871F0DCDA7A5}" type="presOf" srcId="{C7BD31F1-F07C-400E-84EB-6AD62D2729E9}" destId="{B037029F-467A-4175-ACCD-5BB0BAD5F108}" srcOrd="0" destOrd="0" presId="urn:microsoft.com/office/officeart/2005/8/layout/process4"/>
    <dgm:cxn modelId="{89C92416-FA37-48F1-9AC2-0B94C2ECF084}" type="presParOf" srcId="{D45A85E9-E987-417E-BD41-751858389537}" destId="{D9EF12B2-0920-45FC-BE90-686DD4A2FF0B}" srcOrd="0" destOrd="0" presId="urn:microsoft.com/office/officeart/2005/8/layout/process4"/>
    <dgm:cxn modelId="{AD3731B7-AD87-4235-A484-720E3567288C}" type="presParOf" srcId="{D9EF12B2-0920-45FC-BE90-686DD4A2FF0B}" destId="{10360388-DC28-4255-9125-BC82C60B9129}" srcOrd="0" destOrd="0" presId="urn:microsoft.com/office/officeart/2005/8/layout/process4"/>
    <dgm:cxn modelId="{685FBAE1-608C-4759-A223-709941E38225}" type="presParOf" srcId="{D45A85E9-E987-417E-BD41-751858389537}" destId="{2CD74837-1C55-417D-8143-9591BE7910EE}" srcOrd="1" destOrd="0" presId="urn:microsoft.com/office/officeart/2005/8/layout/process4"/>
    <dgm:cxn modelId="{7306EA6F-BEBF-457E-AFCB-9212A2690B3C}" type="presParOf" srcId="{D45A85E9-E987-417E-BD41-751858389537}" destId="{AC7B8C44-3C33-47A0-A7D0-1C7D6F5A2E4D}" srcOrd="2" destOrd="0" presId="urn:microsoft.com/office/officeart/2005/8/layout/process4"/>
    <dgm:cxn modelId="{9988D280-0BD8-47C0-8F85-B1EE7C1BEF32}" type="presParOf" srcId="{AC7B8C44-3C33-47A0-A7D0-1C7D6F5A2E4D}" destId="{B037029F-467A-4175-ACCD-5BB0BAD5F108}" srcOrd="0" destOrd="0" presId="urn:microsoft.com/office/officeart/2005/8/layout/process4"/>
    <dgm:cxn modelId="{A30289A3-D25E-46A0-922B-5CBC0FB2EC74}" type="presParOf" srcId="{D45A85E9-E987-417E-BD41-751858389537}" destId="{465EC2C6-C5F3-42BB-B040-B92617C02F61}" srcOrd="3" destOrd="0" presId="urn:microsoft.com/office/officeart/2005/8/layout/process4"/>
    <dgm:cxn modelId="{894D60BB-A16C-4796-86DD-0B5816B1CA86}" type="presParOf" srcId="{D45A85E9-E987-417E-BD41-751858389537}" destId="{0620A790-EBB2-4DC4-8333-804850CBED30}" srcOrd="4" destOrd="0" presId="urn:microsoft.com/office/officeart/2005/8/layout/process4"/>
    <dgm:cxn modelId="{CB779174-A3D1-4349-95BE-AD38109EAB17}" type="presParOf" srcId="{0620A790-EBB2-4DC4-8333-804850CBED30}" destId="{91A80EC5-5433-486D-A2A1-39BF10E8DFEC}" srcOrd="0" destOrd="0" presId="urn:microsoft.com/office/officeart/2005/8/layout/process4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33284D22-5FBB-4E6B-B09D-FBF016189D2A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x-none"/>
        </a:p>
      </dgm:t>
    </dgm:pt>
    <dgm:pt modelId="{AD97C7EA-A52E-4807-91FC-7F73ACA10AEF}">
      <dgm:prSet phldrT="[Text]"/>
      <dgm:spPr/>
      <dgm:t>
        <a:bodyPr/>
        <a:lstStyle/>
        <a:p>
          <a:pPr algn="ctr">
            <a:lnSpc>
              <a:spcPct val="100000"/>
            </a:lnSpc>
          </a:pPr>
          <a:r>
            <a:rPr lang="en-US" dirty="0">
              <a:latin typeface="Arial" panose="020B0604020202020204" pitchFamily="34" charset="0"/>
              <a:cs typeface="Arial" panose="020B0604020202020204" pitchFamily="34" charset="0"/>
            </a:rPr>
            <a:t>Introduction Execution Overhead.</a:t>
          </a:r>
          <a:endParaRPr lang="x-none" dirty="0"/>
        </a:p>
      </dgm:t>
    </dgm:pt>
    <dgm:pt modelId="{C71A38FA-4936-49B3-A787-599066C56025}" type="parTrans" cxnId="{1D5F7927-FA0D-46D1-8C91-FF5F26216785}">
      <dgm:prSet/>
      <dgm:spPr/>
      <dgm:t>
        <a:bodyPr/>
        <a:lstStyle/>
        <a:p>
          <a:endParaRPr lang="x-none"/>
        </a:p>
      </dgm:t>
    </dgm:pt>
    <dgm:pt modelId="{21989FB5-9492-48A8-96CF-3AC5D9A84B6B}" type="sibTrans" cxnId="{1D5F7927-FA0D-46D1-8C91-FF5F26216785}">
      <dgm:prSet/>
      <dgm:spPr/>
      <dgm:t>
        <a:bodyPr/>
        <a:lstStyle/>
        <a:p>
          <a:endParaRPr lang="x-none"/>
        </a:p>
      </dgm:t>
    </dgm:pt>
    <dgm:pt modelId="{13132748-EF84-4804-85DC-B5D259AD20F2}">
      <dgm:prSet phldrT="[Text]"/>
      <dgm:spPr/>
      <dgm:t>
        <a:bodyPr/>
        <a:lstStyle/>
        <a:p>
          <a:pPr algn="ctr">
            <a:lnSpc>
              <a:spcPct val="100000"/>
            </a:lnSpc>
          </a:pPr>
          <a:r>
            <a:rPr lang="en-US" b="0" dirty="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rPr>
            <a:t>Sources of Overhead in Parallel Programs</a:t>
          </a:r>
          <a:endParaRPr lang="x-none" b="0" dirty="0"/>
        </a:p>
      </dgm:t>
    </dgm:pt>
    <dgm:pt modelId="{D13F3432-5530-4792-90DF-FE2A5C06F59A}" type="parTrans" cxnId="{921A41CB-07DF-439B-B09B-133ED88D1EF9}">
      <dgm:prSet/>
      <dgm:spPr/>
      <dgm:t>
        <a:bodyPr/>
        <a:lstStyle/>
        <a:p>
          <a:endParaRPr lang="x-none"/>
        </a:p>
      </dgm:t>
    </dgm:pt>
    <dgm:pt modelId="{0594577A-67D3-418F-89DA-C59617FAD0B3}" type="sibTrans" cxnId="{921A41CB-07DF-439B-B09B-133ED88D1EF9}">
      <dgm:prSet/>
      <dgm:spPr/>
      <dgm:t>
        <a:bodyPr/>
        <a:lstStyle/>
        <a:p>
          <a:endParaRPr lang="x-none"/>
        </a:p>
      </dgm:t>
    </dgm:pt>
    <dgm:pt modelId="{ABF4C45D-15C4-49D3-B04C-388C7AFC570D}" type="pres">
      <dgm:prSet presAssocID="{33284D22-5FBB-4E6B-B09D-FBF016189D2A}" presName="root" presStyleCnt="0">
        <dgm:presLayoutVars>
          <dgm:dir/>
          <dgm:resizeHandles val="exact"/>
        </dgm:presLayoutVars>
      </dgm:prSet>
      <dgm:spPr/>
    </dgm:pt>
    <dgm:pt modelId="{A7B19EA3-3658-464F-8172-17D1735860C6}" type="pres">
      <dgm:prSet presAssocID="{AD97C7EA-A52E-4807-91FC-7F73ACA10AEF}" presName="compNode" presStyleCnt="0"/>
      <dgm:spPr/>
    </dgm:pt>
    <dgm:pt modelId="{A186141A-C351-4DED-9869-55A4A97D84AA}" type="pres">
      <dgm:prSet presAssocID="{AD97C7EA-A52E-4807-91FC-7F73ACA10AEF}" presName="bgRect" presStyleLbl="bgShp" presStyleIdx="0" presStyleCnt="2"/>
      <dgm:spPr/>
    </dgm:pt>
    <dgm:pt modelId="{D881F5EF-E907-4B70-B27C-A1BEE31A375E}" type="pres">
      <dgm:prSet presAssocID="{AD97C7EA-A52E-4807-91FC-7F73ACA10AEF}" presName="iconRect" presStyleLbl="node1" presStyleIdx="0" presStyleCnt="2"/>
      <dgm:spPr>
        <a:blipFill>
          <a:blip xmlns:r="http://schemas.openxmlformats.org/officeDocument/2006/relationships" r:embed="rId1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erver"/>
        </a:ext>
      </dgm:extLst>
    </dgm:pt>
    <dgm:pt modelId="{E41D3013-4A94-4A3B-902B-2B6BCB557393}" type="pres">
      <dgm:prSet presAssocID="{AD97C7EA-A52E-4807-91FC-7F73ACA10AEF}" presName="spaceRect" presStyleCnt="0"/>
      <dgm:spPr/>
    </dgm:pt>
    <dgm:pt modelId="{B2AC5C86-20CD-4005-B020-941F6711844F}" type="pres">
      <dgm:prSet presAssocID="{AD97C7EA-A52E-4807-91FC-7F73ACA10AEF}" presName="parTx" presStyleLbl="revTx" presStyleIdx="0" presStyleCnt="2">
        <dgm:presLayoutVars>
          <dgm:chMax val="0"/>
          <dgm:chPref val="0"/>
        </dgm:presLayoutVars>
      </dgm:prSet>
      <dgm:spPr/>
    </dgm:pt>
    <dgm:pt modelId="{869BE282-FAB0-4A15-A539-DA3B59F9C1B6}" type="pres">
      <dgm:prSet presAssocID="{21989FB5-9492-48A8-96CF-3AC5D9A84B6B}" presName="sibTrans" presStyleCnt="0"/>
      <dgm:spPr/>
    </dgm:pt>
    <dgm:pt modelId="{BAE37994-E202-4033-8880-78BC6FEE730E}" type="pres">
      <dgm:prSet presAssocID="{13132748-EF84-4804-85DC-B5D259AD20F2}" presName="compNode" presStyleCnt="0"/>
      <dgm:spPr/>
    </dgm:pt>
    <dgm:pt modelId="{86AFC238-F655-46AB-B4B9-6CFAB4EEE339}" type="pres">
      <dgm:prSet presAssocID="{13132748-EF84-4804-85DC-B5D259AD20F2}" presName="bgRect" presStyleLbl="bgShp" presStyleIdx="1" presStyleCnt="2"/>
      <dgm:spPr/>
    </dgm:pt>
    <dgm:pt modelId="{506C0FB1-07FE-4287-8822-A312BB62CC32}" type="pres">
      <dgm:prSet presAssocID="{13132748-EF84-4804-85DC-B5D259AD20F2}" presName="iconRect" presStyleLbl="node1" presStyleIdx="1" presStyleCnt="2"/>
      <dgm:spPr>
        <a:blipFill>
          <a:blip xmlns:r="http://schemas.openxmlformats.org/officeDocument/2006/relationships"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omputer"/>
        </a:ext>
      </dgm:extLst>
    </dgm:pt>
    <dgm:pt modelId="{099FF8FB-66A9-47D0-8F66-B67B25C0BE12}" type="pres">
      <dgm:prSet presAssocID="{13132748-EF84-4804-85DC-B5D259AD20F2}" presName="spaceRect" presStyleCnt="0"/>
      <dgm:spPr/>
    </dgm:pt>
    <dgm:pt modelId="{59721C85-6656-4AF3-AE8E-BA79FACC6864}" type="pres">
      <dgm:prSet presAssocID="{13132748-EF84-4804-85DC-B5D259AD20F2}" presName="parTx" presStyleLbl="revTx" presStyleIdx="1" presStyleCnt="2">
        <dgm:presLayoutVars>
          <dgm:chMax val="0"/>
          <dgm:chPref val="0"/>
        </dgm:presLayoutVars>
      </dgm:prSet>
      <dgm:spPr/>
    </dgm:pt>
  </dgm:ptLst>
  <dgm:cxnLst>
    <dgm:cxn modelId="{1D5F7927-FA0D-46D1-8C91-FF5F26216785}" srcId="{33284D22-5FBB-4E6B-B09D-FBF016189D2A}" destId="{AD97C7EA-A52E-4807-91FC-7F73ACA10AEF}" srcOrd="0" destOrd="0" parTransId="{C71A38FA-4936-49B3-A787-599066C56025}" sibTransId="{21989FB5-9492-48A8-96CF-3AC5D9A84B6B}"/>
    <dgm:cxn modelId="{B5D80E2E-DDFD-46D6-94AB-38889D5F65ED}" type="presOf" srcId="{AD97C7EA-A52E-4807-91FC-7F73ACA10AEF}" destId="{B2AC5C86-20CD-4005-B020-941F6711844F}" srcOrd="0" destOrd="0" presId="urn:microsoft.com/office/officeart/2018/2/layout/IconVerticalSolidList"/>
    <dgm:cxn modelId="{921A41CB-07DF-439B-B09B-133ED88D1EF9}" srcId="{33284D22-5FBB-4E6B-B09D-FBF016189D2A}" destId="{13132748-EF84-4804-85DC-B5D259AD20F2}" srcOrd="1" destOrd="0" parTransId="{D13F3432-5530-4792-90DF-FE2A5C06F59A}" sibTransId="{0594577A-67D3-418F-89DA-C59617FAD0B3}"/>
    <dgm:cxn modelId="{0DF6CBCD-AE3A-44B3-A762-C4A0D6B06AB6}" type="presOf" srcId="{33284D22-5FBB-4E6B-B09D-FBF016189D2A}" destId="{ABF4C45D-15C4-49D3-B04C-388C7AFC570D}" srcOrd="0" destOrd="0" presId="urn:microsoft.com/office/officeart/2018/2/layout/IconVerticalSolidList"/>
    <dgm:cxn modelId="{FD507EE1-C337-486A-A20B-DEBC898E8E95}" type="presOf" srcId="{13132748-EF84-4804-85DC-B5D259AD20F2}" destId="{59721C85-6656-4AF3-AE8E-BA79FACC6864}" srcOrd="0" destOrd="0" presId="urn:microsoft.com/office/officeart/2018/2/layout/IconVerticalSolidList"/>
    <dgm:cxn modelId="{E688D32A-7D7C-4595-B4EE-778C3681657C}" type="presParOf" srcId="{ABF4C45D-15C4-49D3-B04C-388C7AFC570D}" destId="{A7B19EA3-3658-464F-8172-17D1735860C6}" srcOrd="0" destOrd="0" presId="urn:microsoft.com/office/officeart/2018/2/layout/IconVerticalSolidList"/>
    <dgm:cxn modelId="{711F31DE-BD0E-407E-90E2-CABFBBD42D68}" type="presParOf" srcId="{A7B19EA3-3658-464F-8172-17D1735860C6}" destId="{A186141A-C351-4DED-9869-55A4A97D84AA}" srcOrd="0" destOrd="0" presId="urn:microsoft.com/office/officeart/2018/2/layout/IconVerticalSolidList"/>
    <dgm:cxn modelId="{888B9391-4FCE-4F6C-8645-89B0E47DAAD7}" type="presParOf" srcId="{A7B19EA3-3658-464F-8172-17D1735860C6}" destId="{D881F5EF-E907-4B70-B27C-A1BEE31A375E}" srcOrd="1" destOrd="0" presId="urn:microsoft.com/office/officeart/2018/2/layout/IconVerticalSolidList"/>
    <dgm:cxn modelId="{CA55E970-982A-44E8-9DDE-EDBC2A658AD0}" type="presParOf" srcId="{A7B19EA3-3658-464F-8172-17D1735860C6}" destId="{E41D3013-4A94-4A3B-902B-2B6BCB557393}" srcOrd="2" destOrd="0" presId="urn:microsoft.com/office/officeart/2018/2/layout/IconVerticalSolidList"/>
    <dgm:cxn modelId="{F252C215-3DB6-42D1-A8F7-9097CEC82969}" type="presParOf" srcId="{A7B19EA3-3658-464F-8172-17D1735860C6}" destId="{B2AC5C86-20CD-4005-B020-941F6711844F}" srcOrd="3" destOrd="0" presId="urn:microsoft.com/office/officeart/2018/2/layout/IconVerticalSolidList"/>
    <dgm:cxn modelId="{10056F29-3CF0-46B6-A138-CD1747768321}" type="presParOf" srcId="{ABF4C45D-15C4-49D3-B04C-388C7AFC570D}" destId="{869BE282-FAB0-4A15-A539-DA3B59F9C1B6}" srcOrd="1" destOrd="0" presId="urn:microsoft.com/office/officeart/2018/2/layout/IconVerticalSolidList"/>
    <dgm:cxn modelId="{046E95E6-A701-4BDF-A06A-79F82FDD48E9}" type="presParOf" srcId="{ABF4C45D-15C4-49D3-B04C-388C7AFC570D}" destId="{BAE37994-E202-4033-8880-78BC6FEE730E}" srcOrd="2" destOrd="0" presId="urn:microsoft.com/office/officeart/2018/2/layout/IconVerticalSolidList"/>
    <dgm:cxn modelId="{8E212D19-62D9-498A-8D1B-918B00E618AF}" type="presParOf" srcId="{BAE37994-E202-4033-8880-78BC6FEE730E}" destId="{86AFC238-F655-46AB-B4B9-6CFAB4EEE339}" srcOrd="0" destOrd="0" presId="urn:microsoft.com/office/officeart/2018/2/layout/IconVerticalSolidList"/>
    <dgm:cxn modelId="{F3FB93C0-B413-489A-9EA1-3581F4E68797}" type="presParOf" srcId="{BAE37994-E202-4033-8880-78BC6FEE730E}" destId="{506C0FB1-07FE-4287-8822-A312BB62CC32}" srcOrd="1" destOrd="0" presId="urn:microsoft.com/office/officeart/2018/2/layout/IconVerticalSolidList"/>
    <dgm:cxn modelId="{20BA1D9C-6A8D-4A6A-B759-96D77B49A177}" type="presParOf" srcId="{BAE37994-E202-4033-8880-78BC6FEE730E}" destId="{099FF8FB-66A9-47D0-8F66-B67B25C0BE12}" srcOrd="2" destOrd="0" presId="urn:microsoft.com/office/officeart/2018/2/layout/IconVerticalSolidList"/>
    <dgm:cxn modelId="{5E42406F-307C-4844-9DD6-7E1C3B393974}" type="presParOf" srcId="{BAE37994-E202-4033-8880-78BC6FEE730E}" destId="{59721C85-6656-4AF3-AE8E-BA79FACC6864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013D65E9-D98E-4B35-B119-F6B16588C554}" type="doc">
      <dgm:prSet loTypeId="urn:microsoft.com/office/officeart/2005/8/layout/process4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x-none"/>
        </a:p>
      </dgm:t>
    </dgm:pt>
    <dgm:pt modelId="{3120606B-2A4B-444F-8EBC-68C7C87C2896}">
      <dgm:prSet custT="1"/>
      <dgm:spPr>
        <a:solidFill>
          <a:schemeClr val="accent2">
            <a:lumMod val="75000"/>
          </a:schemeClr>
        </a:solidFill>
      </dgm:spPr>
      <dgm:t>
        <a:bodyPr/>
        <a:lstStyle/>
        <a:p>
          <a:pPr algn="ctr"/>
          <a:r>
            <a:rPr lang="en-US" sz="2400" dirty="0"/>
            <a:t>If I use two processors, should not my program run twice as fast? </a:t>
          </a:r>
        </a:p>
        <a:p>
          <a:pPr algn="ctr"/>
          <a:endParaRPr lang="en-US" sz="2400" dirty="0"/>
        </a:p>
      </dgm:t>
    </dgm:pt>
    <dgm:pt modelId="{D0A0B0EF-FD53-41BC-BF37-408093AD03C7}" type="parTrans" cxnId="{F43E49F1-71D9-4E6E-B980-08C048578E52}">
      <dgm:prSet/>
      <dgm:spPr/>
      <dgm:t>
        <a:bodyPr/>
        <a:lstStyle/>
        <a:p>
          <a:endParaRPr lang="x-none"/>
        </a:p>
      </dgm:t>
    </dgm:pt>
    <dgm:pt modelId="{030E0815-8A9D-462B-BC06-7EBD230DE95A}" type="sibTrans" cxnId="{F43E49F1-71D9-4E6E-B980-08C048578E52}">
      <dgm:prSet/>
      <dgm:spPr/>
      <dgm:t>
        <a:bodyPr/>
        <a:lstStyle/>
        <a:p>
          <a:endParaRPr lang="x-none"/>
        </a:p>
      </dgm:t>
    </dgm:pt>
    <dgm:pt modelId="{14228461-6FEA-4959-8FD8-BCBFB10748D8}">
      <dgm:prSet custT="1"/>
      <dgm:spPr>
        <a:solidFill>
          <a:schemeClr val="accent3">
            <a:lumMod val="75000"/>
          </a:schemeClr>
        </a:solidFill>
      </dgm:spPr>
      <dgm:t>
        <a:bodyPr/>
        <a:lstStyle/>
        <a:p>
          <a:pPr algn="ctr"/>
          <a:r>
            <a:rPr lang="en-US" sz="2400" dirty="0"/>
            <a:t>No - a number of overheads, including wasted computation, communication, idling, and contention cause degradation in performance.</a:t>
          </a:r>
          <a:endParaRPr lang="en-US" sz="2400" dirty="0">
            <a:solidFill>
              <a:schemeClr val="bg1"/>
            </a:solidFill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A53C8E23-01A4-4483-94BD-C5BDBF6CCE54}" type="parTrans" cxnId="{4786EC36-3F08-4D73-8F3D-FBC51EF2FDA9}">
      <dgm:prSet/>
      <dgm:spPr/>
      <dgm:t>
        <a:bodyPr/>
        <a:lstStyle/>
        <a:p>
          <a:endParaRPr lang="en-US"/>
        </a:p>
      </dgm:t>
    </dgm:pt>
    <dgm:pt modelId="{900AEE4F-6D15-4B3D-BEBA-FB895B43DAD6}" type="sibTrans" cxnId="{4786EC36-3F08-4D73-8F3D-FBC51EF2FDA9}">
      <dgm:prSet/>
      <dgm:spPr/>
      <dgm:t>
        <a:bodyPr/>
        <a:lstStyle/>
        <a:p>
          <a:endParaRPr lang="en-US"/>
        </a:p>
      </dgm:t>
    </dgm:pt>
    <dgm:pt modelId="{F11CE2CF-77DF-4995-95A6-DDE4A9789087}" type="pres">
      <dgm:prSet presAssocID="{013D65E9-D98E-4B35-B119-F6B16588C554}" presName="Name0" presStyleCnt="0">
        <dgm:presLayoutVars>
          <dgm:dir/>
          <dgm:animLvl val="lvl"/>
          <dgm:resizeHandles val="exact"/>
        </dgm:presLayoutVars>
      </dgm:prSet>
      <dgm:spPr/>
    </dgm:pt>
    <dgm:pt modelId="{9D576400-F492-48D7-A6D2-A5C33DB46ABE}" type="pres">
      <dgm:prSet presAssocID="{14228461-6FEA-4959-8FD8-BCBFB10748D8}" presName="boxAndChildren" presStyleCnt="0"/>
      <dgm:spPr/>
    </dgm:pt>
    <dgm:pt modelId="{C9B6DFAE-A343-4267-BBF8-7F4B9C4449A6}" type="pres">
      <dgm:prSet presAssocID="{14228461-6FEA-4959-8FD8-BCBFB10748D8}" presName="parentTextBox" presStyleLbl="node1" presStyleIdx="0" presStyleCnt="2"/>
      <dgm:spPr/>
    </dgm:pt>
    <dgm:pt modelId="{721A10AB-806B-4716-86E0-3B862625EC72}" type="pres">
      <dgm:prSet presAssocID="{030E0815-8A9D-462B-BC06-7EBD230DE95A}" presName="sp" presStyleCnt="0"/>
      <dgm:spPr/>
    </dgm:pt>
    <dgm:pt modelId="{A86412A7-96A6-4ED4-913F-EA60014329E2}" type="pres">
      <dgm:prSet presAssocID="{3120606B-2A4B-444F-8EBC-68C7C87C2896}" presName="arrowAndChildren" presStyleCnt="0"/>
      <dgm:spPr/>
    </dgm:pt>
    <dgm:pt modelId="{77FFFAF0-02A3-4A5F-AEB3-B0DA389158A8}" type="pres">
      <dgm:prSet presAssocID="{3120606B-2A4B-444F-8EBC-68C7C87C2896}" presName="parentTextArrow" presStyleLbl="node1" presStyleIdx="1" presStyleCnt="2" custScaleY="98334"/>
      <dgm:spPr/>
    </dgm:pt>
  </dgm:ptLst>
  <dgm:cxnLst>
    <dgm:cxn modelId="{4786EC36-3F08-4D73-8F3D-FBC51EF2FDA9}" srcId="{013D65E9-D98E-4B35-B119-F6B16588C554}" destId="{14228461-6FEA-4959-8FD8-BCBFB10748D8}" srcOrd="1" destOrd="0" parTransId="{A53C8E23-01A4-4483-94BD-C5BDBF6CCE54}" sibTransId="{900AEE4F-6D15-4B3D-BEBA-FB895B43DAD6}"/>
    <dgm:cxn modelId="{68A96F60-DE89-44BF-8280-706E3A672EC0}" type="presOf" srcId="{3120606B-2A4B-444F-8EBC-68C7C87C2896}" destId="{77FFFAF0-02A3-4A5F-AEB3-B0DA389158A8}" srcOrd="0" destOrd="0" presId="urn:microsoft.com/office/officeart/2005/8/layout/process4"/>
    <dgm:cxn modelId="{469786C4-E34D-4B4E-9E07-8388EB13C6AF}" type="presOf" srcId="{013D65E9-D98E-4B35-B119-F6B16588C554}" destId="{F11CE2CF-77DF-4995-95A6-DDE4A9789087}" srcOrd="0" destOrd="0" presId="urn:microsoft.com/office/officeart/2005/8/layout/process4"/>
    <dgm:cxn modelId="{51957BD8-93EA-4A75-BEFD-02CB8AAE9880}" type="presOf" srcId="{14228461-6FEA-4959-8FD8-BCBFB10748D8}" destId="{C9B6DFAE-A343-4267-BBF8-7F4B9C4449A6}" srcOrd="0" destOrd="0" presId="urn:microsoft.com/office/officeart/2005/8/layout/process4"/>
    <dgm:cxn modelId="{F43E49F1-71D9-4E6E-B980-08C048578E52}" srcId="{013D65E9-D98E-4B35-B119-F6B16588C554}" destId="{3120606B-2A4B-444F-8EBC-68C7C87C2896}" srcOrd="0" destOrd="0" parTransId="{D0A0B0EF-FD53-41BC-BF37-408093AD03C7}" sibTransId="{030E0815-8A9D-462B-BC06-7EBD230DE95A}"/>
    <dgm:cxn modelId="{999E4E9B-9C5B-4849-9501-03AE4A1301EB}" type="presParOf" srcId="{F11CE2CF-77DF-4995-95A6-DDE4A9789087}" destId="{9D576400-F492-48D7-A6D2-A5C33DB46ABE}" srcOrd="0" destOrd="0" presId="urn:microsoft.com/office/officeart/2005/8/layout/process4"/>
    <dgm:cxn modelId="{69725080-AE9A-4622-B747-87E34A85B99F}" type="presParOf" srcId="{9D576400-F492-48D7-A6D2-A5C33DB46ABE}" destId="{C9B6DFAE-A343-4267-BBF8-7F4B9C4449A6}" srcOrd="0" destOrd="0" presId="urn:microsoft.com/office/officeart/2005/8/layout/process4"/>
    <dgm:cxn modelId="{4F934E92-3481-4DBF-8AF2-A0F089713F53}" type="presParOf" srcId="{F11CE2CF-77DF-4995-95A6-DDE4A9789087}" destId="{721A10AB-806B-4716-86E0-3B862625EC72}" srcOrd="1" destOrd="0" presId="urn:microsoft.com/office/officeart/2005/8/layout/process4"/>
    <dgm:cxn modelId="{1AF1495B-B3EA-475D-A4F2-367D09FBF4CC}" type="presParOf" srcId="{F11CE2CF-77DF-4995-95A6-DDE4A9789087}" destId="{A86412A7-96A6-4ED4-913F-EA60014329E2}" srcOrd="2" destOrd="0" presId="urn:microsoft.com/office/officeart/2005/8/layout/process4"/>
    <dgm:cxn modelId="{78D3279C-8469-4E3F-986C-D86C321CCEAE}" type="presParOf" srcId="{A86412A7-96A6-4ED4-913F-EA60014329E2}" destId="{77FFFAF0-02A3-4A5F-AEB3-B0DA389158A8}" srcOrd="0" destOrd="0" presId="urn:microsoft.com/office/officeart/2005/8/layout/process4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20A71FF6-FAF1-4B8F-96EF-3A1FA9A15FB6}" type="doc">
      <dgm:prSet loTypeId="urn:microsoft.com/office/officeart/2005/8/layout/process4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x-none"/>
        </a:p>
      </dgm:t>
    </dgm:pt>
    <dgm:pt modelId="{E5023044-244D-4D11-951B-E4DA949A9430}">
      <dgm:prSet custT="1"/>
      <dgm:spPr>
        <a:solidFill>
          <a:schemeClr val="accent2">
            <a:lumMod val="75000"/>
          </a:schemeClr>
        </a:solidFill>
      </dgm:spPr>
      <dgm:t>
        <a:bodyPr/>
        <a:lstStyle/>
        <a:p>
          <a:r>
            <a:rPr lang="en-US" sz="1800" b="1" dirty="0"/>
            <a:t>Inter-process interactions:</a:t>
          </a:r>
          <a:br>
            <a:rPr lang="en-US" sz="500" dirty="0"/>
          </a:br>
          <a:endParaRPr lang="x-none" sz="500"/>
        </a:p>
      </dgm:t>
    </dgm:pt>
    <dgm:pt modelId="{6B11A83B-A745-4992-B300-D0007553A09F}" type="parTrans" cxnId="{429D213E-9A68-458B-A282-898896B11F8E}">
      <dgm:prSet/>
      <dgm:spPr/>
      <dgm:t>
        <a:bodyPr/>
        <a:lstStyle/>
        <a:p>
          <a:endParaRPr lang="x-none"/>
        </a:p>
      </dgm:t>
    </dgm:pt>
    <dgm:pt modelId="{14F0BEA6-52F5-414D-A077-E49A22297811}" type="sibTrans" cxnId="{429D213E-9A68-458B-A282-898896B11F8E}">
      <dgm:prSet/>
      <dgm:spPr/>
      <dgm:t>
        <a:bodyPr/>
        <a:lstStyle/>
        <a:p>
          <a:endParaRPr lang="x-none"/>
        </a:p>
      </dgm:t>
    </dgm:pt>
    <dgm:pt modelId="{2EF35027-6FAB-48AC-82A4-B451530BBDA8}">
      <dgm:prSet custT="1"/>
      <dgm:spPr>
        <a:solidFill>
          <a:schemeClr val="accent3">
            <a:lumMod val="75000"/>
          </a:schemeClr>
        </a:solidFill>
      </dgm:spPr>
      <dgm:t>
        <a:bodyPr/>
        <a:lstStyle/>
        <a:p>
          <a:r>
            <a:rPr lang="en-US" sz="1800" b="1" dirty="0"/>
            <a:t>Idling: </a:t>
          </a:r>
          <a:endParaRPr lang="x-none" sz="1800" b="1"/>
        </a:p>
      </dgm:t>
    </dgm:pt>
    <dgm:pt modelId="{7A36EF04-AF20-4C43-B041-6EA64C8024C2}" type="parTrans" cxnId="{109259BD-6B92-4E97-9821-31584A0670EE}">
      <dgm:prSet/>
      <dgm:spPr/>
      <dgm:t>
        <a:bodyPr/>
        <a:lstStyle/>
        <a:p>
          <a:endParaRPr lang="x-none"/>
        </a:p>
      </dgm:t>
    </dgm:pt>
    <dgm:pt modelId="{09BE1565-49F0-4ED5-B897-E80D92652ABF}" type="sibTrans" cxnId="{109259BD-6B92-4E97-9821-31584A0670EE}">
      <dgm:prSet/>
      <dgm:spPr/>
      <dgm:t>
        <a:bodyPr/>
        <a:lstStyle/>
        <a:p>
          <a:endParaRPr lang="x-none"/>
        </a:p>
      </dgm:t>
    </dgm:pt>
    <dgm:pt modelId="{606EB11B-02E9-4D0F-A5B5-2BBC604A3212}">
      <dgm:prSet custT="1"/>
      <dgm:spPr>
        <a:solidFill>
          <a:schemeClr val="accent1">
            <a:lumMod val="40000"/>
            <a:lumOff val="60000"/>
            <a:alpha val="90000"/>
          </a:schemeClr>
        </a:solidFill>
      </dgm:spPr>
      <dgm:t>
        <a:bodyPr/>
        <a:lstStyle/>
        <a:p>
          <a:pPr marL="0" lvl="1" indent="0" algn="ctr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US" sz="2000" kern="1200" dirty="0"/>
            <a:t> </a:t>
          </a:r>
          <a:r>
            <a:rPr lang="en-US" sz="2000" kern="1200" dirty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</a:rPr>
            <a:t>Processors working on any non-trivial parallel problem will need to talk to each other. </a:t>
          </a:r>
        </a:p>
      </dgm:t>
    </dgm:pt>
    <dgm:pt modelId="{3E29AA42-1A5C-44E1-AD48-875B6DD0DC40}" type="parTrans" cxnId="{6750933F-D686-4DB7-A17A-A2DAAC58AE84}">
      <dgm:prSet/>
      <dgm:spPr/>
      <dgm:t>
        <a:bodyPr/>
        <a:lstStyle/>
        <a:p>
          <a:endParaRPr lang="en-US"/>
        </a:p>
      </dgm:t>
    </dgm:pt>
    <dgm:pt modelId="{E1677EEB-60D2-407B-AC1C-4DF67275C1F6}" type="sibTrans" cxnId="{6750933F-D686-4DB7-A17A-A2DAAC58AE84}">
      <dgm:prSet/>
      <dgm:spPr/>
      <dgm:t>
        <a:bodyPr/>
        <a:lstStyle/>
        <a:p>
          <a:endParaRPr lang="en-US"/>
        </a:p>
      </dgm:t>
    </dgm:pt>
    <dgm:pt modelId="{A91CB59D-69EE-4E12-B32C-2AE06D8D9F9E}">
      <dgm:prSet custT="1"/>
      <dgm:spPr>
        <a:solidFill>
          <a:schemeClr val="accent1">
            <a:lumMod val="40000"/>
            <a:lumOff val="60000"/>
            <a:alpha val="90000"/>
          </a:schemeClr>
        </a:solidFill>
      </dgm:spPr>
      <dgm:t>
        <a:bodyPr/>
        <a:lstStyle/>
        <a:p>
          <a:pPr marL="0" lvl="1" indent="0" algn="ctr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US" sz="2000" kern="1200" dirty="0">
              <a:latin typeface="Arial" panose="020B0604020202020204" pitchFamily="34" charset="0"/>
              <a:cs typeface="Arial" panose="020B0604020202020204" pitchFamily="34" charset="0"/>
            </a:rPr>
            <a:t>Processes may idle because of load imbalance, synchronization, or serial components</a:t>
          </a:r>
          <a:r>
            <a:rPr lang="en-US" sz="2000" kern="1200" dirty="0"/>
            <a:t>. </a:t>
          </a:r>
          <a:endParaRPr lang="en-US" sz="2000" kern="1200" dirty="0">
            <a:solidFill>
              <a:srgbClr val="000000">
                <a:hueOff val="0"/>
                <a:satOff val="0"/>
                <a:lumOff val="0"/>
                <a:alphaOff val="0"/>
              </a:srgbClr>
            </a:solidFill>
            <a:latin typeface="Arial" panose="020B0604020202020204" pitchFamily="34" charset="0"/>
            <a:ea typeface="+mn-ea"/>
            <a:cs typeface="Arial" panose="020B0604020202020204" pitchFamily="34" charset="0"/>
          </a:endParaRPr>
        </a:p>
      </dgm:t>
    </dgm:pt>
    <dgm:pt modelId="{9CFFC56A-CED9-4C01-BE80-DE539F753E5A}" type="parTrans" cxnId="{38CE782B-9DC3-4CE3-82D5-C81607BB1574}">
      <dgm:prSet/>
      <dgm:spPr/>
      <dgm:t>
        <a:bodyPr/>
        <a:lstStyle/>
        <a:p>
          <a:endParaRPr lang="en-US"/>
        </a:p>
      </dgm:t>
    </dgm:pt>
    <dgm:pt modelId="{2730D6F7-2734-4261-954D-62BD06B2779A}" type="sibTrans" cxnId="{38CE782B-9DC3-4CE3-82D5-C81607BB1574}">
      <dgm:prSet/>
      <dgm:spPr/>
      <dgm:t>
        <a:bodyPr/>
        <a:lstStyle/>
        <a:p>
          <a:endParaRPr lang="en-US"/>
        </a:p>
      </dgm:t>
    </dgm:pt>
    <dgm:pt modelId="{2DC22C84-E75B-41E8-A5B1-E92C6D425AE6}" type="pres">
      <dgm:prSet presAssocID="{20A71FF6-FAF1-4B8F-96EF-3A1FA9A15FB6}" presName="Name0" presStyleCnt="0">
        <dgm:presLayoutVars>
          <dgm:dir/>
          <dgm:animLvl val="lvl"/>
          <dgm:resizeHandles val="exact"/>
        </dgm:presLayoutVars>
      </dgm:prSet>
      <dgm:spPr/>
    </dgm:pt>
    <dgm:pt modelId="{BCF4A505-7CF1-40BB-A912-BF2D0C933D9A}" type="pres">
      <dgm:prSet presAssocID="{2EF35027-6FAB-48AC-82A4-B451530BBDA8}" presName="boxAndChildren" presStyleCnt="0"/>
      <dgm:spPr/>
    </dgm:pt>
    <dgm:pt modelId="{300CEEC6-0099-4364-83F3-2331D18ABB2E}" type="pres">
      <dgm:prSet presAssocID="{2EF35027-6FAB-48AC-82A4-B451530BBDA8}" presName="parentTextBox" presStyleLbl="node1" presStyleIdx="0" presStyleCnt="2"/>
      <dgm:spPr/>
    </dgm:pt>
    <dgm:pt modelId="{E8B5BD65-91AC-4458-9B1F-C57B6A6EF593}" type="pres">
      <dgm:prSet presAssocID="{2EF35027-6FAB-48AC-82A4-B451530BBDA8}" presName="entireBox" presStyleLbl="node1" presStyleIdx="0" presStyleCnt="2"/>
      <dgm:spPr/>
    </dgm:pt>
    <dgm:pt modelId="{9C1B1F25-A3C3-4376-9E14-EC1C1435D219}" type="pres">
      <dgm:prSet presAssocID="{2EF35027-6FAB-48AC-82A4-B451530BBDA8}" presName="descendantBox" presStyleCnt="0"/>
      <dgm:spPr/>
    </dgm:pt>
    <dgm:pt modelId="{773B02EB-2AAA-4886-9BBB-11886050F749}" type="pres">
      <dgm:prSet presAssocID="{A91CB59D-69EE-4E12-B32C-2AE06D8D9F9E}" presName="childTextBox" presStyleLbl="fgAccFollowNode1" presStyleIdx="0" presStyleCnt="2">
        <dgm:presLayoutVars>
          <dgm:bulletEnabled val="1"/>
        </dgm:presLayoutVars>
      </dgm:prSet>
      <dgm:spPr/>
    </dgm:pt>
    <dgm:pt modelId="{4E8FC18D-1659-4185-95FF-94F39C361F96}" type="pres">
      <dgm:prSet presAssocID="{14F0BEA6-52F5-414D-A077-E49A22297811}" presName="sp" presStyleCnt="0"/>
      <dgm:spPr/>
    </dgm:pt>
    <dgm:pt modelId="{E9042A0C-0999-4E29-97A3-A99E59CD81DF}" type="pres">
      <dgm:prSet presAssocID="{E5023044-244D-4D11-951B-E4DA949A9430}" presName="arrowAndChildren" presStyleCnt="0"/>
      <dgm:spPr/>
    </dgm:pt>
    <dgm:pt modelId="{5422FF98-9BA2-4DDD-857C-592A59C39117}" type="pres">
      <dgm:prSet presAssocID="{E5023044-244D-4D11-951B-E4DA949A9430}" presName="parentTextArrow" presStyleLbl="node1" presStyleIdx="0" presStyleCnt="2"/>
      <dgm:spPr/>
    </dgm:pt>
    <dgm:pt modelId="{4E8A2FA1-D44E-431E-B4BE-568B7AA6D041}" type="pres">
      <dgm:prSet presAssocID="{E5023044-244D-4D11-951B-E4DA949A9430}" presName="arrow" presStyleLbl="node1" presStyleIdx="1" presStyleCnt="2"/>
      <dgm:spPr/>
    </dgm:pt>
    <dgm:pt modelId="{877EB746-EEA8-47CD-BDAB-DDF472A18474}" type="pres">
      <dgm:prSet presAssocID="{E5023044-244D-4D11-951B-E4DA949A9430}" presName="descendantArrow" presStyleCnt="0"/>
      <dgm:spPr/>
    </dgm:pt>
    <dgm:pt modelId="{F065C856-0FC1-4DCD-B6C9-453168947EB4}" type="pres">
      <dgm:prSet presAssocID="{606EB11B-02E9-4D0F-A5B5-2BBC604A3212}" presName="childTextArrow" presStyleLbl="fgAccFollowNode1" presStyleIdx="1" presStyleCnt="2">
        <dgm:presLayoutVars>
          <dgm:bulletEnabled val="1"/>
        </dgm:presLayoutVars>
      </dgm:prSet>
      <dgm:spPr/>
    </dgm:pt>
  </dgm:ptLst>
  <dgm:cxnLst>
    <dgm:cxn modelId="{A8EB3D04-F4EB-48F7-B379-D34349219E8D}" type="presOf" srcId="{E5023044-244D-4D11-951B-E4DA949A9430}" destId="{4E8A2FA1-D44E-431E-B4BE-568B7AA6D041}" srcOrd="1" destOrd="0" presId="urn:microsoft.com/office/officeart/2005/8/layout/process4"/>
    <dgm:cxn modelId="{6E163620-0B82-4C6E-B07D-8AF40CD1B4F2}" type="presOf" srcId="{A91CB59D-69EE-4E12-B32C-2AE06D8D9F9E}" destId="{773B02EB-2AAA-4886-9BBB-11886050F749}" srcOrd="0" destOrd="0" presId="urn:microsoft.com/office/officeart/2005/8/layout/process4"/>
    <dgm:cxn modelId="{38CE782B-9DC3-4CE3-82D5-C81607BB1574}" srcId="{2EF35027-6FAB-48AC-82A4-B451530BBDA8}" destId="{A91CB59D-69EE-4E12-B32C-2AE06D8D9F9E}" srcOrd="0" destOrd="0" parTransId="{9CFFC56A-CED9-4C01-BE80-DE539F753E5A}" sibTransId="{2730D6F7-2734-4261-954D-62BD06B2779A}"/>
    <dgm:cxn modelId="{429D213E-9A68-458B-A282-898896B11F8E}" srcId="{20A71FF6-FAF1-4B8F-96EF-3A1FA9A15FB6}" destId="{E5023044-244D-4D11-951B-E4DA949A9430}" srcOrd="0" destOrd="0" parTransId="{6B11A83B-A745-4992-B300-D0007553A09F}" sibTransId="{14F0BEA6-52F5-414D-A077-E49A22297811}"/>
    <dgm:cxn modelId="{6750933F-D686-4DB7-A17A-A2DAAC58AE84}" srcId="{E5023044-244D-4D11-951B-E4DA949A9430}" destId="{606EB11B-02E9-4D0F-A5B5-2BBC604A3212}" srcOrd="0" destOrd="0" parTransId="{3E29AA42-1A5C-44E1-AD48-875B6DD0DC40}" sibTransId="{E1677EEB-60D2-407B-AC1C-4DF67275C1F6}"/>
    <dgm:cxn modelId="{1E573C60-F648-4D4B-BBA0-FC5C1C70BEB6}" type="presOf" srcId="{2EF35027-6FAB-48AC-82A4-B451530BBDA8}" destId="{E8B5BD65-91AC-4458-9B1F-C57B6A6EF593}" srcOrd="1" destOrd="0" presId="urn:microsoft.com/office/officeart/2005/8/layout/process4"/>
    <dgm:cxn modelId="{5A6A8A48-C6DF-4821-A0E5-D400F9D12E4D}" type="presOf" srcId="{E5023044-244D-4D11-951B-E4DA949A9430}" destId="{5422FF98-9BA2-4DDD-857C-592A59C39117}" srcOrd="0" destOrd="0" presId="urn:microsoft.com/office/officeart/2005/8/layout/process4"/>
    <dgm:cxn modelId="{E481257A-641C-489A-8CBF-A2AE24370534}" type="presOf" srcId="{2EF35027-6FAB-48AC-82A4-B451530BBDA8}" destId="{300CEEC6-0099-4364-83F3-2331D18ABB2E}" srcOrd="0" destOrd="0" presId="urn:microsoft.com/office/officeart/2005/8/layout/process4"/>
    <dgm:cxn modelId="{109259BD-6B92-4E97-9821-31584A0670EE}" srcId="{20A71FF6-FAF1-4B8F-96EF-3A1FA9A15FB6}" destId="{2EF35027-6FAB-48AC-82A4-B451530BBDA8}" srcOrd="1" destOrd="0" parTransId="{7A36EF04-AF20-4C43-B041-6EA64C8024C2}" sibTransId="{09BE1565-49F0-4ED5-B897-E80D92652ABF}"/>
    <dgm:cxn modelId="{EE5716DF-0829-44C5-AF5E-25E272C5E62C}" type="presOf" srcId="{606EB11B-02E9-4D0F-A5B5-2BBC604A3212}" destId="{F065C856-0FC1-4DCD-B6C9-453168947EB4}" srcOrd="0" destOrd="0" presId="urn:microsoft.com/office/officeart/2005/8/layout/process4"/>
    <dgm:cxn modelId="{769E60DF-74F6-4567-86FB-0466D181B269}" type="presOf" srcId="{20A71FF6-FAF1-4B8F-96EF-3A1FA9A15FB6}" destId="{2DC22C84-E75B-41E8-A5B1-E92C6D425AE6}" srcOrd="0" destOrd="0" presId="urn:microsoft.com/office/officeart/2005/8/layout/process4"/>
    <dgm:cxn modelId="{36E70A31-AE59-4ABD-A636-FF3F99C7038A}" type="presParOf" srcId="{2DC22C84-E75B-41E8-A5B1-E92C6D425AE6}" destId="{BCF4A505-7CF1-40BB-A912-BF2D0C933D9A}" srcOrd="0" destOrd="0" presId="urn:microsoft.com/office/officeart/2005/8/layout/process4"/>
    <dgm:cxn modelId="{59FD32CD-7C90-4A62-A67C-B8812E8337AB}" type="presParOf" srcId="{BCF4A505-7CF1-40BB-A912-BF2D0C933D9A}" destId="{300CEEC6-0099-4364-83F3-2331D18ABB2E}" srcOrd="0" destOrd="0" presId="urn:microsoft.com/office/officeart/2005/8/layout/process4"/>
    <dgm:cxn modelId="{E29C79F9-C862-4B71-BA0F-169AE058C866}" type="presParOf" srcId="{BCF4A505-7CF1-40BB-A912-BF2D0C933D9A}" destId="{E8B5BD65-91AC-4458-9B1F-C57B6A6EF593}" srcOrd="1" destOrd="0" presId="urn:microsoft.com/office/officeart/2005/8/layout/process4"/>
    <dgm:cxn modelId="{CF9EBC27-EC6C-4FC2-96B0-09995D7714D5}" type="presParOf" srcId="{BCF4A505-7CF1-40BB-A912-BF2D0C933D9A}" destId="{9C1B1F25-A3C3-4376-9E14-EC1C1435D219}" srcOrd="2" destOrd="0" presId="urn:microsoft.com/office/officeart/2005/8/layout/process4"/>
    <dgm:cxn modelId="{1EA61E4A-28A0-4D59-83D3-0079C82A4F50}" type="presParOf" srcId="{9C1B1F25-A3C3-4376-9E14-EC1C1435D219}" destId="{773B02EB-2AAA-4886-9BBB-11886050F749}" srcOrd="0" destOrd="0" presId="urn:microsoft.com/office/officeart/2005/8/layout/process4"/>
    <dgm:cxn modelId="{3DADF444-AB6D-43AC-8811-E715B54D754B}" type="presParOf" srcId="{2DC22C84-E75B-41E8-A5B1-E92C6D425AE6}" destId="{4E8FC18D-1659-4185-95FF-94F39C361F96}" srcOrd="1" destOrd="0" presId="urn:microsoft.com/office/officeart/2005/8/layout/process4"/>
    <dgm:cxn modelId="{AC8E3A35-58E2-4E2D-A1E1-078611B41EAF}" type="presParOf" srcId="{2DC22C84-E75B-41E8-A5B1-E92C6D425AE6}" destId="{E9042A0C-0999-4E29-97A3-A99E59CD81DF}" srcOrd="2" destOrd="0" presId="urn:microsoft.com/office/officeart/2005/8/layout/process4"/>
    <dgm:cxn modelId="{444460F6-F2E6-4D10-B2FB-C06A8AC079DB}" type="presParOf" srcId="{E9042A0C-0999-4E29-97A3-A99E59CD81DF}" destId="{5422FF98-9BA2-4DDD-857C-592A59C39117}" srcOrd="0" destOrd="0" presId="urn:microsoft.com/office/officeart/2005/8/layout/process4"/>
    <dgm:cxn modelId="{6785C557-1BC7-4190-856C-D1E1E56E6A04}" type="presParOf" srcId="{E9042A0C-0999-4E29-97A3-A99E59CD81DF}" destId="{4E8A2FA1-D44E-431E-B4BE-568B7AA6D041}" srcOrd="1" destOrd="0" presId="urn:microsoft.com/office/officeart/2005/8/layout/process4"/>
    <dgm:cxn modelId="{F94DC1E8-6EB4-4CB8-BA81-431482F86363}" type="presParOf" srcId="{E9042A0C-0999-4E29-97A3-A99E59CD81DF}" destId="{877EB746-EEA8-47CD-BDAB-DDF472A18474}" srcOrd="2" destOrd="0" presId="urn:microsoft.com/office/officeart/2005/8/layout/process4"/>
    <dgm:cxn modelId="{2B284E90-6D1B-4040-BC44-7B9AF7DA6D20}" type="presParOf" srcId="{877EB746-EEA8-47CD-BDAB-DDF472A18474}" destId="{F065C856-0FC1-4DCD-B6C9-453168947EB4}" srcOrd="0" destOrd="0" presId="urn:microsoft.com/office/officeart/2005/8/layout/process4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013D65E9-D98E-4B35-B119-F6B16588C554}" type="doc">
      <dgm:prSet loTypeId="urn:microsoft.com/office/officeart/2005/8/layout/chevron2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x-none"/>
        </a:p>
      </dgm:t>
    </dgm:pt>
    <dgm:pt modelId="{3120606B-2A4B-444F-8EBC-68C7C87C2896}">
      <dgm:prSet custT="1"/>
      <dgm:spPr/>
      <dgm:t>
        <a:bodyPr/>
        <a:lstStyle/>
        <a:p>
          <a:r>
            <a:rPr lang="en-US" sz="2400" kern="1200" dirty="0">
              <a:solidFill>
                <a:srgbClr val="FFFFFF"/>
              </a:solidFill>
              <a:latin typeface="Avenir Next LT Pro"/>
              <a:ea typeface="+mn-ea"/>
              <a:cs typeface="+mn-cs"/>
            </a:rPr>
            <a:t>Excess</a:t>
          </a:r>
          <a:r>
            <a:rPr lang="en-US" sz="3400" kern="1200" dirty="0">
              <a:solidFill>
                <a:srgbClr val="FFFFFF"/>
              </a:solidFill>
              <a:latin typeface="Avenir Next LT Pro"/>
              <a:ea typeface="+mn-ea"/>
              <a:cs typeface="+mn-cs"/>
            </a:rPr>
            <a:t> </a:t>
          </a:r>
          <a:r>
            <a:rPr lang="en-US" sz="2800" kern="1200" dirty="0">
              <a:solidFill>
                <a:srgbClr val="FFFFFF"/>
              </a:solidFill>
              <a:latin typeface="Avenir Next LT Pro"/>
              <a:ea typeface="+mn-ea"/>
              <a:cs typeface="+mn-cs"/>
            </a:rPr>
            <a:t>Computation</a:t>
          </a:r>
          <a:r>
            <a:rPr lang="en-US" sz="3400" kern="1200" dirty="0">
              <a:solidFill>
                <a:schemeClr val="bg1"/>
              </a:solidFill>
            </a:rPr>
            <a:t>: </a:t>
          </a:r>
          <a:endParaRPr lang="x-none" sz="3400" kern="1200" dirty="0">
            <a:solidFill>
              <a:schemeClr val="bg1"/>
            </a:solidFill>
          </a:endParaRPr>
        </a:p>
      </dgm:t>
    </dgm:pt>
    <dgm:pt modelId="{D0A0B0EF-FD53-41BC-BF37-408093AD03C7}" type="parTrans" cxnId="{F43E49F1-71D9-4E6E-B980-08C048578E52}">
      <dgm:prSet/>
      <dgm:spPr/>
      <dgm:t>
        <a:bodyPr/>
        <a:lstStyle/>
        <a:p>
          <a:endParaRPr lang="x-none"/>
        </a:p>
      </dgm:t>
    </dgm:pt>
    <dgm:pt modelId="{030E0815-8A9D-462B-BC06-7EBD230DE95A}" type="sibTrans" cxnId="{F43E49F1-71D9-4E6E-B980-08C048578E52}">
      <dgm:prSet/>
      <dgm:spPr/>
      <dgm:t>
        <a:bodyPr/>
        <a:lstStyle/>
        <a:p>
          <a:endParaRPr lang="x-none"/>
        </a:p>
      </dgm:t>
    </dgm:pt>
    <dgm:pt modelId="{AE78AB5D-CA4F-48C1-8E5A-6F9220522EAC}">
      <dgm:prSet custT="1"/>
      <dgm:spPr/>
      <dgm:t>
        <a:bodyPr/>
        <a:lstStyle/>
        <a:p>
          <a:r>
            <a:rPr lang="en-US" sz="2000" kern="1200" dirty="0">
              <a:solidFill>
                <a:srgbClr val="000000"/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</a:rPr>
            <a:t>The difference in computation performed by the parallel program and the best serial program is the excess computation overhead incurred by the parallel program.</a:t>
          </a:r>
          <a:br>
            <a:rPr lang="en-US" sz="2000" kern="1200" dirty="0">
              <a:solidFill>
                <a:srgbClr val="000000"/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</a:rPr>
          </a:br>
          <a:endParaRPr lang="x-none" sz="2000" kern="1200" dirty="0">
            <a:solidFill>
              <a:srgbClr val="000000"/>
            </a:solidFill>
            <a:latin typeface="Arial" panose="020B0604020202020204" pitchFamily="34" charset="0"/>
            <a:ea typeface="+mn-ea"/>
            <a:cs typeface="Arial" panose="020B0604020202020204" pitchFamily="34" charset="0"/>
          </a:endParaRPr>
        </a:p>
      </dgm:t>
    </dgm:pt>
    <dgm:pt modelId="{EBA63AE8-5588-40D5-8999-B4A282039CF6}" type="parTrans" cxnId="{29B3681E-66C8-47D7-87DE-FA61231F75DD}">
      <dgm:prSet/>
      <dgm:spPr/>
      <dgm:t>
        <a:bodyPr/>
        <a:lstStyle/>
        <a:p>
          <a:endParaRPr lang="x-none"/>
        </a:p>
      </dgm:t>
    </dgm:pt>
    <dgm:pt modelId="{4F370E98-9501-4A30-BA5C-73D8C9E6012F}" type="sibTrans" cxnId="{29B3681E-66C8-47D7-87DE-FA61231F75DD}">
      <dgm:prSet/>
      <dgm:spPr/>
      <dgm:t>
        <a:bodyPr/>
        <a:lstStyle/>
        <a:p>
          <a:endParaRPr lang="x-none"/>
        </a:p>
      </dgm:t>
    </dgm:pt>
    <dgm:pt modelId="{5A1F8478-0D44-4751-8BCF-A0FA2029BB43}">
      <dgm:prSet custT="1"/>
      <dgm:spPr/>
      <dgm:t>
        <a:bodyPr/>
        <a:lstStyle/>
        <a:p>
          <a:r>
            <a:rPr lang="en-US" altLang="en-PK" sz="2000" kern="1200" dirty="0">
              <a:latin typeface="Arial" panose="020B0604020202020204" pitchFamily="34" charset="0"/>
              <a:cs typeface="Arial" panose="020B0604020202020204" pitchFamily="34" charset="0"/>
            </a:rPr>
            <a:t>This is computation not performed by the serial version. </a:t>
          </a:r>
          <a:br>
            <a:rPr lang="en-US" altLang="en-PK" sz="2000" kern="1200" dirty="0">
              <a:latin typeface="Arial" panose="020B0604020202020204" pitchFamily="34" charset="0"/>
              <a:cs typeface="Arial" panose="020B0604020202020204" pitchFamily="34" charset="0"/>
            </a:rPr>
          </a:br>
          <a:endParaRPr lang="x-none" sz="2000" kern="1200" dirty="0">
            <a:solidFill>
              <a:schemeClr val="tx1"/>
            </a:solidFill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A9901D48-EA25-4198-A0BA-294BB557BE0E}" type="parTrans" cxnId="{8532EC52-4A0D-4C3A-A96C-7606A1F17C77}">
      <dgm:prSet/>
      <dgm:spPr/>
      <dgm:t>
        <a:bodyPr/>
        <a:lstStyle/>
        <a:p>
          <a:endParaRPr lang="x-none"/>
        </a:p>
      </dgm:t>
    </dgm:pt>
    <dgm:pt modelId="{FF22BE29-7D1B-45C0-A356-8299BF91C10B}" type="sibTrans" cxnId="{8532EC52-4A0D-4C3A-A96C-7606A1F17C77}">
      <dgm:prSet/>
      <dgm:spPr/>
      <dgm:t>
        <a:bodyPr/>
        <a:lstStyle/>
        <a:p>
          <a:endParaRPr lang="x-none"/>
        </a:p>
      </dgm:t>
    </dgm:pt>
    <dgm:pt modelId="{177F6879-9D50-46F5-B32B-F3E58EA83C84}">
      <dgm:prSet custT="1"/>
      <dgm:spPr/>
      <dgm:t>
        <a:bodyPr/>
        <a:lstStyle/>
        <a:p>
          <a:r>
            <a:rPr lang="en-US" altLang="en-PK" sz="2000" kern="1200" dirty="0">
              <a:latin typeface="Arial" panose="020B0604020202020204" pitchFamily="34" charset="0"/>
              <a:cs typeface="Arial" panose="020B0604020202020204" pitchFamily="34" charset="0"/>
            </a:rPr>
            <a:t>This might be because the serial algorithm is difficult to parallelize, or that some computations are repeated across processors to minimize communication. </a:t>
          </a:r>
          <a:endParaRPr lang="x-none" sz="2000" kern="1200" dirty="0">
            <a:solidFill>
              <a:schemeClr val="tx1"/>
            </a:solidFill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11DE915A-96DF-48CD-8071-33742468B70A}" type="parTrans" cxnId="{02078C54-1CA5-4EB7-9D36-B147BBD4351F}">
      <dgm:prSet/>
      <dgm:spPr/>
      <dgm:t>
        <a:bodyPr/>
        <a:lstStyle/>
        <a:p>
          <a:endParaRPr lang="en-PK"/>
        </a:p>
      </dgm:t>
    </dgm:pt>
    <dgm:pt modelId="{8DB6C2B7-B68A-44A3-AC84-1E1560FE0B68}" type="sibTrans" cxnId="{02078C54-1CA5-4EB7-9D36-B147BBD4351F}">
      <dgm:prSet/>
      <dgm:spPr/>
      <dgm:t>
        <a:bodyPr/>
        <a:lstStyle/>
        <a:p>
          <a:endParaRPr lang="en-PK"/>
        </a:p>
      </dgm:t>
    </dgm:pt>
    <dgm:pt modelId="{9D102F94-E4DC-4CC5-9F36-2AA5B30C8483}" type="pres">
      <dgm:prSet presAssocID="{013D65E9-D98E-4B35-B119-F6B16588C554}" presName="linearFlow" presStyleCnt="0">
        <dgm:presLayoutVars>
          <dgm:dir/>
          <dgm:animLvl val="lvl"/>
          <dgm:resizeHandles val="exact"/>
        </dgm:presLayoutVars>
      </dgm:prSet>
      <dgm:spPr/>
    </dgm:pt>
    <dgm:pt modelId="{909C629F-C818-4818-846D-683E7A16AB78}" type="pres">
      <dgm:prSet presAssocID="{3120606B-2A4B-444F-8EBC-68C7C87C2896}" presName="composite" presStyleCnt="0"/>
      <dgm:spPr/>
    </dgm:pt>
    <dgm:pt modelId="{EAF676BA-F013-48D5-AD15-62CE0451E6C3}" type="pres">
      <dgm:prSet presAssocID="{3120606B-2A4B-444F-8EBC-68C7C87C2896}" presName="parentText" presStyleLbl="alignNode1" presStyleIdx="0" presStyleCnt="1">
        <dgm:presLayoutVars>
          <dgm:chMax val="1"/>
          <dgm:bulletEnabled val="1"/>
        </dgm:presLayoutVars>
      </dgm:prSet>
      <dgm:spPr/>
    </dgm:pt>
    <dgm:pt modelId="{2E2D3930-9034-48AA-9262-13608BCB0882}" type="pres">
      <dgm:prSet presAssocID="{3120606B-2A4B-444F-8EBC-68C7C87C2896}" presName="descendantText" presStyleLbl="alignAcc1" presStyleIdx="0" presStyleCnt="1">
        <dgm:presLayoutVars>
          <dgm:bulletEnabled val="1"/>
        </dgm:presLayoutVars>
      </dgm:prSet>
      <dgm:spPr/>
    </dgm:pt>
  </dgm:ptLst>
  <dgm:cxnLst>
    <dgm:cxn modelId="{29B3681E-66C8-47D7-87DE-FA61231F75DD}" srcId="{3120606B-2A4B-444F-8EBC-68C7C87C2896}" destId="{AE78AB5D-CA4F-48C1-8E5A-6F9220522EAC}" srcOrd="0" destOrd="0" parTransId="{EBA63AE8-5588-40D5-8999-B4A282039CF6}" sibTransId="{4F370E98-9501-4A30-BA5C-73D8C9E6012F}"/>
    <dgm:cxn modelId="{C9C83D2B-FC2B-4C31-A0B5-8987A92B1D9A}" type="presOf" srcId="{AE78AB5D-CA4F-48C1-8E5A-6F9220522EAC}" destId="{2E2D3930-9034-48AA-9262-13608BCB0882}" srcOrd="0" destOrd="0" presId="urn:microsoft.com/office/officeart/2005/8/layout/chevron2"/>
    <dgm:cxn modelId="{1FF93732-CFF9-413E-BBF3-8F70B92D6847}" type="presOf" srcId="{013D65E9-D98E-4B35-B119-F6B16588C554}" destId="{9D102F94-E4DC-4CC5-9F36-2AA5B30C8483}" srcOrd="0" destOrd="0" presId="urn:microsoft.com/office/officeart/2005/8/layout/chevron2"/>
    <dgm:cxn modelId="{28C56038-1C50-49B5-85CE-F81837F71F32}" type="presOf" srcId="{177F6879-9D50-46F5-B32B-F3E58EA83C84}" destId="{2E2D3930-9034-48AA-9262-13608BCB0882}" srcOrd="0" destOrd="2" presId="urn:microsoft.com/office/officeart/2005/8/layout/chevron2"/>
    <dgm:cxn modelId="{2D09156D-103C-4DFE-BA41-1A767720F92F}" type="presOf" srcId="{5A1F8478-0D44-4751-8BCF-A0FA2029BB43}" destId="{2E2D3930-9034-48AA-9262-13608BCB0882}" srcOrd="0" destOrd="1" presId="urn:microsoft.com/office/officeart/2005/8/layout/chevron2"/>
    <dgm:cxn modelId="{8532EC52-4A0D-4C3A-A96C-7606A1F17C77}" srcId="{3120606B-2A4B-444F-8EBC-68C7C87C2896}" destId="{5A1F8478-0D44-4751-8BCF-A0FA2029BB43}" srcOrd="1" destOrd="0" parTransId="{A9901D48-EA25-4198-A0BA-294BB557BE0E}" sibTransId="{FF22BE29-7D1B-45C0-A356-8299BF91C10B}"/>
    <dgm:cxn modelId="{02078C54-1CA5-4EB7-9D36-B147BBD4351F}" srcId="{3120606B-2A4B-444F-8EBC-68C7C87C2896}" destId="{177F6879-9D50-46F5-B32B-F3E58EA83C84}" srcOrd="2" destOrd="0" parTransId="{11DE915A-96DF-48CD-8071-33742468B70A}" sibTransId="{8DB6C2B7-B68A-44A3-AC84-1E1560FE0B68}"/>
    <dgm:cxn modelId="{7BAFD2B8-25F5-4258-981F-AD71323A5016}" type="presOf" srcId="{3120606B-2A4B-444F-8EBC-68C7C87C2896}" destId="{EAF676BA-F013-48D5-AD15-62CE0451E6C3}" srcOrd="0" destOrd="0" presId="urn:microsoft.com/office/officeart/2005/8/layout/chevron2"/>
    <dgm:cxn modelId="{F43E49F1-71D9-4E6E-B980-08C048578E52}" srcId="{013D65E9-D98E-4B35-B119-F6B16588C554}" destId="{3120606B-2A4B-444F-8EBC-68C7C87C2896}" srcOrd="0" destOrd="0" parTransId="{D0A0B0EF-FD53-41BC-BF37-408093AD03C7}" sibTransId="{030E0815-8A9D-462B-BC06-7EBD230DE95A}"/>
    <dgm:cxn modelId="{21BBE7DF-DB71-49BA-9D7C-4EBFB9B52359}" type="presParOf" srcId="{9D102F94-E4DC-4CC5-9F36-2AA5B30C8483}" destId="{909C629F-C818-4818-846D-683E7A16AB78}" srcOrd="0" destOrd="0" presId="urn:microsoft.com/office/officeart/2005/8/layout/chevron2"/>
    <dgm:cxn modelId="{3EF9D2A3-DE1A-4A16-A83E-166C361F1CBB}" type="presParOf" srcId="{909C629F-C818-4818-846D-683E7A16AB78}" destId="{EAF676BA-F013-48D5-AD15-62CE0451E6C3}" srcOrd="0" destOrd="0" presId="urn:microsoft.com/office/officeart/2005/8/layout/chevron2"/>
    <dgm:cxn modelId="{2FF83450-B056-4484-ACE4-BA827EA519DA}" type="presParOf" srcId="{909C629F-C818-4818-846D-683E7A16AB78}" destId="{2E2D3930-9034-48AA-9262-13608BCB0882}" srcOrd="1" destOrd="0" presId="urn:microsoft.com/office/officeart/2005/8/layout/chevron2"/>
  </dgm:cxnLst>
  <dgm:bg/>
  <dgm:whole/>
  <dgm:extLst>
    <a:ext uri="http://schemas.microsoft.com/office/drawing/2008/diagram">
      <dsp:dataModelExt xmlns:dsp="http://schemas.microsoft.com/office/drawing/2008/diagram" relId="rId9" minVer="http://schemas.openxmlformats.org/drawingml/2006/diagram"/>
    </a:ext>
  </dgm:extLst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33284D22-5FBB-4E6B-B09D-FBF016189D2A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x-none"/>
        </a:p>
      </dgm:t>
    </dgm:pt>
    <dgm:pt modelId="{AD97C7EA-A52E-4807-91FC-7F73ACA10AEF}">
      <dgm:prSet phldrT="[Text]"/>
      <dgm:spPr/>
      <dgm:t>
        <a:bodyPr/>
        <a:lstStyle/>
        <a:p>
          <a:pPr algn="ctr">
            <a:lnSpc>
              <a:spcPct val="100000"/>
            </a:lnSpc>
          </a:pPr>
          <a:r>
            <a:rPr lang="en-US" dirty="0">
              <a:latin typeface="Arial" panose="020B0604020202020204" pitchFamily="34" charset="0"/>
              <a:cs typeface="Arial" panose="020B0604020202020204" pitchFamily="34" charset="0"/>
            </a:rPr>
            <a:t>Serial vs Parallel Performance.</a:t>
          </a:r>
          <a:endParaRPr lang="x-none" dirty="0"/>
        </a:p>
      </dgm:t>
    </dgm:pt>
    <dgm:pt modelId="{C71A38FA-4936-49B3-A787-599066C56025}" type="parTrans" cxnId="{1D5F7927-FA0D-46D1-8C91-FF5F26216785}">
      <dgm:prSet/>
      <dgm:spPr/>
      <dgm:t>
        <a:bodyPr/>
        <a:lstStyle/>
        <a:p>
          <a:endParaRPr lang="x-none"/>
        </a:p>
      </dgm:t>
    </dgm:pt>
    <dgm:pt modelId="{21989FB5-9492-48A8-96CF-3AC5D9A84B6B}" type="sibTrans" cxnId="{1D5F7927-FA0D-46D1-8C91-FF5F26216785}">
      <dgm:prSet/>
      <dgm:spPr/>
      <dgm:t>
        <a:bodyPr/>
        <a:lstStyle/>
        <a:p>
          <a:endParaRPr lang="x-none"/>
        </a:p>
      </dgm:t>
    </dgm:pt>
    <dgm:pt modelId="{13132748-EF84-4804-85DC-B5D259AD20F2}">
      <dgm:prSet phldrT="[Text]"/>
      <dgm:spPr/>
      <dgm:t>
        <a:bodyPr/>
        <a:lstStyle/>
        <a:p>
          <a:pPr algn="ctr">
            <a:lnSpc>
              <a:spcPct val="100000"/>
            </a:lnSpc>
          </a:pPr>
          <a:r>
            <a:rPr lang="en-US" b="0" dirty="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rPr>
            <a:t>Performance Metrics</a:t>
          </a:r>
          <a:endParaRPr lang="x-none" b="0" dirty="0"/>
        </a:p>
      </dgm:t>
    </dgm:pt>
    <dgm:pt modelId="{D13F3432-5530-4792-90DF-FE2A5C06F59A}" type="parTrans" cxnId="{921A41CB-07DF-439B-B09B-133ED88D1EF9}">
      <dgm:prSet/>
      <dgm:spPr/>
      <dgm:t>
        <a:bodyPr/>
        <a:lstStyle/>
        <a:p>
          <a:endParaRPr lang="x-none"/>
        </a:p>
      </dgm:t>
    </dgm:pt>
    <dgm:pt modelId="{0594577A-67D3-418F-89DA-C59617FAD0B3}" type="sibTrans" cxnId="{921A41CB-07DF-439B-B09B-133ED88D1EF9}">
      <dgm:prSet/>
      <dgm:spPr/>
      <dgm:t>
        <a:bodyPr/>
        <a:lstStyle/>
        <a:p>
          <a:endParaRPr lang="x-none"/>
        </a:p>
      </dgm:t>
    </dgm:pt>
    <dgm:pt modelId="{ABF4C45D-15C4-49D3-B04C-388C7AFC570D}" type="pres">
      <dgm:prSet presAssocID="{33284D22-5FBB-4E6B-B09D-FBF016189D2A}" presName="root" presStyleCnt="0">
        <dgm:presLayoutVars>
          <dgm:dir/>
          <dgm:resizeHandles val="exact"/>
        </dgm:presLayoutVars>
      </dgm:prSet>
      <dgm:spPr/>
    </dgm:pt>
    <dgm:pt modelId="{A7B19EA3-3658-464F-8172-17D1735860C6}" type="pres">
      <dgm:prSet presAssocID="{AD97C7EA-A52E-4807-91FC-7F73ACA10AEF}" presName="compNode" presStyleCnt="0"/>
      <dgm:spPr/>
    </dgm:pt>
    <dgm:pt modelId="{A186141A-C351-4DED-9869-55A4A97D84AA}" type="pres">
      <dgm:prSet presAssocID="{AD97C7EA-A52E-4807-91FC-7F73ACA10AEF}" presName="bgRect" presStyleLbl="bgShp" presStyleIdx="0" presStyleCnt="2"/>
      <dgm:spPr/>
    </dgm:pt>
    <dgm:pt modelId="{D881F5EF-E907-4B70-B27C-A1BEE31A375E}" type="pres">
      <dgm:prSet presAssocID="{AD97C7EA-A52E-4807-91FC-7F73ACA10AEF}" presName="iconRect" presStyleLbl="node1" presStyleIdx="0" presStyleCnt="2"/>
      <dgm:spPr>
        <a:blipFill>
          <a:blip xmlns:r="http://schemas.openxmlformats.org/officeDocument/2006/relationships" r:embed="rId1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erver"/>
        </a:ext>
      </dgm:extLst>
    </dgm:pt>
    <dgm:pt modelId="{E41D3013-4A94-4A3B-902B-2B6BCB557393}" type="pres">
      <dgm:prSet presAssocID="{AD97C7EA-A52E-4807-91FC-7F73ACA10AEF}" presName="spaceRect" presStyleCnt="0"/>
      <dgm:spPr/>
    </dgm:pt>
    <dgm:pt modelId="{B2AC5C86-20CD-4005-B020-941F6711844F}" type="pres">
      <dgm:prSet presAssocID="{AD97C7EA-A52E-4807-91FC-7F73ACA10AEF}" presName="parTx" presStyleLbl="revTx" presStyleIdx="0" presStyleCnt="2">
        <dgm:presLayoutVars>
          <dgm:chMax val="0"/>
          <dgm:chPref val="0"/>
        </dgm:presLayoutVars>
      </dgm:prSet>
      <dgm:spPr/>
    </dgm:pt>
    <dgm:pt modelId="{869BE282-FAB0-4A15-A539-DA3B59F9C1B6}" type="pres">
      <dgm:prSet presAssocID="{21989FB5-9492-48A8-96CF-3AC5D9A84B6B}" presName="sibTrans" presStyleCnt="0"/>
      <dgm:spPr/>
    </dgm:pt>
    <dgm:pt modelId="{BAE37994-E202-4033-8880-78BC6FEE730E}" type="pres">
      <dgm:prSet presAssocID="{13132748-EF84-4804-85DC-B5D259AD20F2}" presName="compNode" presStyleCnt="0"/>
      <dgm:spPr/>
    </dgm:pt>
    <dgm:pt modelId="{86AFC238-F655-46AB-B4B9-6CFAB4EEE339}" type="pres">
      <dgm:prSet presAssocID="{13132748-EF84-4804-85DC-B5D259AD20F2}" presName="bgRect" presStyleLbl="bgShp" presStyleIdx="1" presStyleCnt="2"/>
      <dgm:spPr/>
    </dgm:pt>
    <dgm:pt modelId="{506C0FB1-07FE-4287-8822-A312BB62CC32}" type="pres">
      <dgm:prSet presAssocID="{13132748-EF84-4804-85DC-B5D259AD20F2}" presName="iconRect" presStyleLbl="node1" presStyleIdx="1" presStyleCnt="2"/>
      <dgm:spPr>
        <a:blipFill>
          <a:blip xmlns:r="http://schemas.openxmlformats.org/officeDocument/2006/relationships"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omputer"/>
        </a:ext>
      </dgm:extLst>
    </dgm:pt>
    <dgm:pt modelId="{099FF8FB-66A9-47D0-8F66-B67B25C0BE12}" type="pres">
      <dgm:prSet presAssocID="{13132748-EF84-4804-85DC-B5D259AD20F2}" presName="spaceRect" presStyleCnt="0"/>
      <dgm:spPr/>
    </dgm:pt>
    <dgm:pt modelId="{59721C85-6656-4AF3-AE8E-BA79FACC6864}" type="pres">
      <dgm:prSet presAssocID="{13132748-EF84-4804-85DC-B5D259AD20F2}" presName="parTx" presStyleLbl="revTx" presStyleIdx="1" presStyleCnt="2">
        <dgm:presLayoutVars>
          <dgm:chMax val="0"/>
          <dgm:chPref val="0"/>
        </dgm:presLayoutVars>
      </dgm:prSet>
      <dgm:spPr/>
    </dgm:pt>
  </dgm:ptLst>
  <dgm:cxnLst>
    <dgm:cxn modelId="{1D5F7927-FA0D-46D1-8C91-FF5F26216785}" srcId="{33284D22-5FBB-4E6B-B09D-FBF016189D2A}" destId="{AD97C7EA-A52E-4807-91FC-7F73ACA10AEF}" srcOrd="0" destOrd="0" parTransId="{C71A38FA-4936-49B3-A787-599066C56025}" sibTransId="{21989FB5-9492-48A8-96CF-3AC5D9A84B6B}"/>
    <dgm:cxn modelId="{B5D80E2E-DDFD-46D6-94AB-38889D5F65ED}" type="presOf" srcId="{AD97C7EA-A52E-4807-91FC-7F73ACA10AEF}" destId="{B2AC5C86-20CD-4005-B020-941F6711844F}" srcOrd="0" destOrd="0" presId="urn:microsoft.com/office/officeart/2018/2/layout/IconVerticalSolidList"/>
    <dgm:cxn modelId="{921A41CB-07DF-439B-B09B-133ED88D1EF9}" srcId="{33284D22-5FBB-4E6B-B09D-FBF016189D2A}" destId="{13132748-EF84-4804-85DC-B5D259AD20F2}" srcOrd="1" destOrd="0" parTransId="{D13F3432-5530-4792-90DF-FE2A5C06F59A}" sibTransId="{0594577A-67D3-418F-89DA-C59617FAD0B3}"/>
    <dgm:cxn modelId="{0DF6CBCD-AE3A-44B3-A762-C4A0D6B06AB6}" type="presOf" srcId="{33284D22-5FBB-4E6B-B09D-FBF016189D2A}" destId="{ABF4C45D-15C4-49D3-B04C-388C7AFC570D}" srcOrd="0" destOrd="0" presId="urn:microsoft.com/office/officeart/2018/2/layout/IconVerticalSolidList"/>
    <dgm:cxn modelId="{FD507EE1-C337-486A-A20B-DEBC898E8E95}" type="presOf" srcId="{13132748-EF84-4804-85DC-B5D259AD20F2}" destId="{59721C85-6656-4AF3-AE8E-BA79FACC6864}" srcOrd="0" destOrd="0" presId="urn:microsoft.com/office/officeart/2018/2/layout/IconVerticalSolidList"/>
    <dgm:cxn modelId="{E688D32A-7D7C-4595-B4EE-778C3681657C}" type="presParOf" srcId="{ABF4C45D-15C4-49D3-B04C-388C7AFC570D}" destId="{A7B19EA3-3658-464F-8172-17D1735860C6}" srcOrd="0" destOrd="0" presId="urn:microsoft.com/office/officeart/2018/2/layout/IconVerticalSolidList"/>
    <dgm:cxn modelId="{711F31DE-BD0E-407E-90E2-CABFBBD42D68}" type="presParOf" srcId="{A7B19EA3-3658-464F-8172-17D1735860C6}" destId="{A186141A-C351-4DED-9869-55A4A97D84AA}" srcOrd="0" destOrd="0" presId="urn:microsoft.com/office/officeart/2018/2/layout/IconVerticalSolidList"/>
    <dgm:cxn modelId="{888B9391-4FCE-4F6C-8645-89B0E47DAAD7}" type="presParOf" srcId="{A7B19EA3-3658-464F-8172-17D1735860C6}" destId="{D881F5EF-E907-4B70-B27C-A1BEE31A375E}" srcOrd="1" destOrd="0" presId="urn:microsoft.com/office/officeart/2018/2/layout/IconVerticalSolidList"/>
    <dgm:cxn modelId="{CA55E970-982A-44E8-9DDE-EDBC2A658AD0}" type="presParOf" srcId="{A7B19EA3-3658-464F-8172-17D1735860C6}" destId="{E41D3013-4A94-4A3B-902B-2B6BCB557393}" srcOrd="2" destOrd="0" presId="urn:microsoft.com/office/officeart/2018/2/layout/IconVerticalSolidList"/>
    <dgm:cxn modelId="{F252C215-3DB6-42D1-A8F7-9097CEC82969}" type="presParOf" srcId="{A7B19EA3-3658-464F-8172-17D1735860C6}" destId="{B2AC5C86-20CD-4005-B020-941F6711844F}" srcOrd="3" destOrd="0" presId="urn:microsoft.com/office/officeart/2018/2/layout/IconVerticalSolidList"/>
    <dgm:cxn modelId="{10056F29-3CF0-46B6-A138-CD1747768321}" type="presParOf" srcId="{ABF4C45D-15C4-49D3-B04C-388C7AFC570D}" destId="{869BE282-FAB0-4A15-A539-DA3B59F9C1B6}" srcOrd="1" destOrd="0" presId="urn:microsoft.com/office/officeart/2018/2/layout/IconVerticalSolidList"/>
    <dgm:cxn modelId="{046E95E6-A701-4BDF-A06A-79F82FDD48E9}" type="presParOf" srcId="{ABF4C45D-15C4-49D3-B04C-388C7AFC570D}" destId="{BAE37994-E202-4033-8880-78BC6FEE730E}" srcOrd="2" destOrd="0" presId="urn:microsoft.com/office/officeart/2018/2/layout/IconVerticalSolidList"/>
    <dgm:cxn modelId="{8E212D19-62D9-498A-8D1B-918B00E618AF}" type="presParOf" srcId="{BAE37994-E202-4033-8880-78BC6FEE730E}" destId="{86AFC238-F655-46AB-B4B9-6CFAB4EEE339}" srcOrd="0" destOrd="0" presId="urn:microsoft.com/office/officeart/2018/2/layout/IconVerticalSolidList"/>
    <dgm:cxn modelId="{F3FB93C0-B413-489A-9EA1-3581F4E68797}" type="presParOf" srcId="{BAE37994-E202-4033-8880-78BC6FEE730E}" destId="{506C0FB1-07FE-4287-8822-A312BB62CC32}" srcOrd="1" destOrd="0" presId="urn:microsoft.com/office/officeart/2018/2/layout/IconVerticalSolidList"/>
    <dgm:cxn modelId="{20BA1D9C-6A8D-4A6A-B759-96D77B49A177}" type="presParOf" srcId="{BAE37994-E202-4033-8880-78BC6FEE730E}" destId="{099FF8FB-66A9-47D0-8F66-B67B25C0BE12}" srcOrd="2" destOrd="0" presId="urn:microsoft.com/office/officeart/2018/2/layout/IconVerticalSolidList"/>
    <dgm:cxn modelId="{5E42406F-307C-4844-9DD6-7E1C3B393974}" type="presParOf" srcId="{BAE37994-E202-4033-8880-78BC6FEE730E}" destId="{59721C85-6656-4AF3-AE8E-BA79FACC6864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10.xml><?xml version="1.0" encoding="utf-8"?>
<dgm:dataModel xmlns:dgm="http://schemas.openxmlformats.org/drawingml/2006/diagram" xmlns:a="http://schemas.openxmlformats.org/drawingml/2006/main">
  <dgm:ptLst>
    <dgm:pt modelId="{013D65E9-D98E-4B35-B119-F6B16588C554}" type="doc">
      <dgm:prSet loTypeId="urn:microsoft.com/office/officeart/2005/8/layout/process4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x-none"/>
        </a:p>
      </dgm:t>
    </dgm:pt>
    <dgm:pt modelId="{3120606B-2A4B-444F-8EBC-68C7C87C2896}">
      <dgm:prSet custT="1"/>
      <dgm:spPr>
        <a:solidFill>
          <a:schemeClr val="accent2">
            <a:lumMod val="75000"/>
          </a:schemeClr>
        </a:solidFill>
      </dgm:spPr>
      <dgm:t>
        <a:bodyPr/>
        <a:lstStyle/>
        <a:p>
          <a:pPr algn="ctr"/>
          <a:endParaRPr lang="en-US" altLang="en-PK" sz="2000" dirty="0">
            <a:latin typeface="Arial" panose="020B0604020202020204" pitchFamily="34" charset="0"/>
            <a:cs typeface="Arial" panose="020B0604020202020204" pitchFamily="34" charset="0"/>
          </a:endParaRPr>
        </a:p>
        <a:p>
          <a:pPr algn="ctr"/>
          <a:r>
            <a:rPr lang="en-US" altLang="en-PK" sz="2000" dirty="0">
              <a:latin typeface="Arial" panose="020B0604020202020204" pitchFamily="34" charset="0"/>
              <a:cs typeface="Arial" panose="020B0604020202020204" pitchFamily="34" charset="0"/>
            </a:rPr>
            <a:t>Serial runtime of a program is the time elapsed between the beginning and the end of its execution on a sequential computer. </a:t>
          </a:r>
          <a:endParaRPr lang="en-US" sz="2000" dirty="0">
            <a:latin typeface="Arial" panose="020B0604020202020204" pitchFamily="34" charset="0"/>
            <a:cs typeface="Arial" panose="020B0604020202020204" pitchFamily="34" charset="0"/>
          </a:endParaRPr>
        </a:p>
        <a:p>
          <a:pPr algn="ctr"/>
          <a:endParaRPr lang="en-US" sz="2400" dirty="0"/>
        </a:p>
      </dgm:t>
    </dgm:pt>
    <dgm:pt modelId="{D0A0B0EF-FD53-41BC-BF37-408093AD03C7}" type="parTrans" cxnId="{F43E49F1-71D9-4E6E-B980-08C048578E52}">
      <dgm:prSet/>
      <dgm:spPr/>
      <dgm:t>
        <a:bodyPr/>
        <a:lstStyle/>
        <a:p>
          <a:endParaRPr lang="x-none"/>
        </a:p>
      </dgm:t>
    </dgm:pt>
    <dgm:pt modelId="{030E0815-8A9D-462B-BC06-7EBD230DE95A}" type="sibTrans" cxnId="{F43E49F1-71D9-4E6E-B980-08C048578E52}">
      <dgm:prSet/>
      <dgm:spPr/>
      <dgm:t>
        <a:bodyPr/>
        <a:lstStyle/>
        <a:p>
          <a:endParaRPr lang="x-none"/>
        </a:p>
      </dgm:t>
    </dgm:pt>
    <dgm:pt modelId="{14228461-6FEA-4959-8FD8-BCBFB10748D8}">
      <dgm:prSet custT="1"/>
      <dgm:spPr>
        <a:solidFill>
          <a:schemeClr val="accent3">
            <a:lumMod val="75000"/>
          </a:schemeClr>
        </a:solidFill>
      </dgm:spPr>
      <dgm:t>
        <a:bodyPr/>
        <a:lstStyle/>
        <a:p>
          <a:pPr algn="ctr"/>
          <a:r>
            <a:rPr lang="en-US" altLang="en-PK" sz="2000" kern="1200" dirty="0">
              <a:solidFill>
                <a:srgbClr val="FFFFFF"/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</a:rPr>
            <a:t>The parallel runtime is the time that elapses from the moment the first processor starts to the moment the last processor finishes execution. </a:t>
          </a:r>
          <a:endParaRPr lang="en-US" sz="2000" kern="1200" dirty="0">
            <a:solidFill>
              <a:srgbClr val="FFFFFF"/>
            </a:solidFill>
            <a:latin typeface="Arial" panose="020B0604020202020204" pitchFamily="34" charset="0"/>
            <a:ea typeface="+mn-ea"/>
            <a:cs typeface="Arial" panose="020B0604020202020204" pitchFamily="34" charset="0"/>
          </a:endParaRPr>
        </a:p>
      </dgm:t>
    </dgm:pt>
    <dgm:pt modelId="{A53C8E23-01A4-4483-94BD-C5BDBF6CCE54}" type="parTrans" cxnId="{4786EC36-3F08-4D73-8F3D-FBC51EF2FDA9}">
      <dgm:prSet/>
      <dgm:spPr/>
      <dgm:t>
        <a:bodyPr/>
        <a:lstStyle/>
        <a:p>
          <a:endParaRPr lang="en-US"/>
        </a:p>
      </dgm:t>
    </dgm:pt>
    <dgm:pt modelId="{900AEE4F-6D15-4B3D-BEBA-FB895B43DAD6}" type="sibTrans" cxnId="{4786EC36-3F08-4D73-8F3D-FBC51EF2FDA9}">
      <dgm:prSet/>
      <dgm:spPr/>
      <dgm:t>
        <a:bodyPr/>
        <a:lstStyle/>
        <a:p>
          <a:endParaRPr lang="en-US"/>
        </a:p>
      </dgm:t>
    </dgm:pt>
    <dgm:pt modelId="{2B9F22E7-90B8-4F01-828F-4E1F7F4D96D8}">
      <dgm:prSet custT="1"/>
      <dgm:spPr>
        <a:solidFill>
          <a:schemeClr val="accent4">
            <a:lumMod val="75000"/>
          </a:schemeClr>
        </a:solidFill>
      </dgm:spPr>
      <dgm:t>
        <a:bodyPr/>
        <a:lstStyle/>
        <a:p>
          <a:pPr algn="ctr"/>
          <a:r>
            <a:rPr lang="en-US" altLang="en-PK" sz="2000" kern="1200" dirty="0">
              <a:solidFill>
                <a:srgbClr val="FFFFFF"/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</a:rPr>
            <a:t>We denote the serial runtime by </a:t>
          </a:r>
          <a:r>
            <a:rPr lang="en-US" altLang="en-PK" sz="2000" b="1" i="1" kern="1200" dirty="0"/>
            <a:t>T</a:t>
          </a:r>
          <a:r>
            <a:rPr lang="en-US" altLang="en-PK" sz="2000" b="1" i="1" kern="1200" baseline="-25000" dirty="0"/>
            <a:t>S </a:t>
          </a:r>
          <a:r>
            <a:rPr lang="en-US" altLang="en-PK" sz="2000" kern="1200" dirty="0">
              <a:solidFill>
                <a:srgbClr val="FFFFFF"/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</a:rPr>
            <a:t>and the parallel runtime by T</a:t>
          </a:r>
          <a:r>
            <a:rPr lang="en-US" altLang="en-PK" sz="2000" b="1" i="1" kern="1200" baseline="-25000" dirty="0">
              <a:solidFill>
                <a:srgbClr val="FFFFFF"/>
              </a:solidFill>
              <a:latin typeface="Avenir Next LT Pro"/>
              <a:ea typeface="+mn-ea"/>
              <a:cs typeface="+mn-cs"/>
            </a:rPr>
            <a:t>P</a:t>
          </a:r>
          <a:r>
            <a:rPr lang="en-US" altLang="en-PK" sz="2000" kern="1200" dirty="0">
              <a:solidFill>
                <a:srgbClr val="FFFFFF"/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</a:rPr>
            <a:t> .</a:t>
          </a:r>
          <a:endParaRPr lang="en-US" sz="2000" kern="1200" dirty="0">
            <a:solidFill>
              <a:srgbClr val="FFFFFF"/>
            </a:solidFill>
            <a:latin typeface="Arial" panose="020B0604020202020204" pitchFamily="34" charset="0"/>
            <a:ea typeface="+mn-ea"/>
            <a:cs typeface="Arial" panose="020B0604020202020204" pitchFamily="34" charset="0"/>
          </a:endParaRPr>
        </a:p>
      </dgm:t>
    </dgm:pt>
    <dgm:pt modelId="{67686C43-8638-4943-B3B4-8FBE25F9828D}" type="parTrans" cxnId="{9F909B5E-1800-410D-A1BB-E25620E344B3}">
      <dgm:prSet/>
      <dgm:spPr/>
      <dgm:t>
        <a:bodyPr/>
        <a:lstStyle/>
        <a:p>
          <a:endParaRPr lang="en-PK"/>
        </a:p>
      </dgm:t>
    </dgm:pt>
    <dgm:pt modelId="{DC998DD1-8094-4D6C-A362-B71BCE3FABF0}" type="sibTrans" cxnId="{9F909B5E-1800-410D-A1BB-E25620E344B3}">
      <dgm:prSet/>
      <dgm:spPr/>
      <dgm:t>
        <a:bodyPr/>
        <a:lstStyle/>
        <a:p>
          <a:endParaRPr lang="en-PK"/>
        </a:p>
      </dgm:t>
    </dgm:pt>
    <dgm:pt modelId="{F11CE2CF-77DF-4995-95A6-DDE4A9789087}" type="pres">
      <dgm:prSet presAssocID="{013D65E9-D98E-4B35-B119-F6B16588C554}" presName="Name0" presStyleCnt="0">
        <dgm:presLayoutVars>
          <dgm:dir/>
          <dgm:animLvl val="lvl"/>
          <dgm:resizeHandles val="exact"/>
        </dgm:presLayoutVars>
      </dgm:prSet>
      <dgm:spPr/>
    </dgm:pt>
    <dgm:pt modelId="{DB12F72B-10F0-40D9-BA5E-6D43B9F87C36}" type="pres">
      <dgm:prSet presAssocID="{2B9F22E7-90B8-4F01-828F-4E1F7F4D96D8}" presName="boxAndChildren" presStyleCnt="0"/>
      <dgm:spPr/>
    </dgm:pt>
    <dgm:pt modelId="{0592BC26-33F9-4460-8183-6EC44E7BD357}" type="pres">
      <dgm:prSet presAssocID="{2B9F22E7-90B8-4F01-828F-4E1F7F4D96D8}" presName="parentTextBox" presStyleLbl="node1" presStyleIdx="0" presStyleCnt="3" custLinFactNeighborX="-85"/>
      <dgm:spPr/>
    </dgm:pt>
    <dgm:pt modelId="{15EAE802-9A2D-448F-8222-587E344F3B95}" type="pres">
      <dgm:prSet presAssocID="{900AEE4F-6D15-4B3D-BEBA-FB895B43DAD6}" presName="sp" presStyleCnt="0"/>
      <dgm:spPr/>
    </dgm:pt>
    <dgm:pt modelId="{0E633005-1762-4BE6-8CFB-317875333B60}" type="pres">
      <dgm:prSet presAssocID="{14228461-6FEA-4959-8FD8-BCBFB10748D8}" presName="arrowAndChildren" presStyleCnt="0"/>
      <dgm:spPr/>
    </dgm:pt>
    <dgm:pt modelId="{FE6F8DB8-44A0-4A2D-AB9F-17E9492F9DB4}" type="pres">
      <dgm:prSet presAssocID="{14228461-6FEA-4959-8FD8-BCBFB10748D8}" presName="parentTextArrow" presStyleLbl="node1" presStyleIdx="1" presStyleCnt="3"/>
      <dgm:spPr/>
    </dgm:pt>
    <dgm:pt modelId="{721A10AB-806B-4716-86E0-3B862625EC72}" type="pres">
      <dgm:prSet presAssocID="{030E0815-8A9D-462B-BC06-7EBD230DE95A}" presName="sp" presStyleCnt="0"/>
      <dgm:spPr/>
    </dgm:pt>
    <dgm:pt modelId="{A86412A7-96A6-4ED4-913F-EA60014329E2}" type="pres">
      <dgm:prSet presAssocID="{3120606B-2A4B-444F-8EBC-68C7C87C2896}" presName="arrowAndChildren" presStyleCnt="0"/>
      <dgm:spPr/>
    </dgm:pt>
    <dgm:pt modelId="{77FFFAF0-02A3-4A5F-AEB3-B0DA389158A8}" type="pres">
      <dgm:prSet presAssocID="{3120606B-2A4B-444F-8EBC-68C7C87C2896}" presName="parentTextArrow" presStyleLbl="node1" presStyleIdx="2" presStyleCnt="3" custScaleY="98334" custLinFactNeighborY="-311"/>
      <dgm:spPr/>
    </dgm:pt>
  </dgm:ptLst>
  <dgm:cxnLst>
    <dgm:cxn modelId="{4786EC36-3F08-4D73-8F3D-FBC51EF2FDA9}" srcId="{013D65E9-D98E-4B35-B119-F6B16588C554}" destId="{14228461-6FEA-4959-8FD8-BCBFB10748D8}" srcOrd="1" destOrd="0" parTransId="{A53C8E23-01A4-4483-94BD-C5BDBF6CCE54}" sibTransId="{900AEE4F-6D15-4B3D-BEBA-FB895B43DAD6}"/>
    <dgm:cxn modelId="{9F909B5E-1800-410D-A1BB-E25620E344B3}" srcId="{013D65E9-D98E-4B35-B119-F6B16588C554}" destId="{2B9F22E7-90B8-4F01-828F-4E1F7F4D96D8}" srcOrd="2" destOrd="0" parTransId="{67686C43-8638-4943-B3B4-8FBE25F9828D}" sibTransId="{DC998DD1-8094-4D6C-A362-B71BCE3FABF0}"/>
    <dgm:cxn modelId="{68A96F60-DE89-44BF-8280-706E3A672EC0}" type="presOf" srcId="{3120606B-2A4B-444F-8EBC-68C7C87C2896}" destId="{77FFFAF0-02A3-4A5F-AEB3-B0DA389158A8}" srcOrd="0" destOrd="0" presId="urn:microsoft.com/office/officeart/2005/8/layout/process4"/>
    <dgm:cxn modelId="{68F2296A-394B-490C-AFB6-16DAAA09592C}" type="presOf" srcId="{2B9F22E7-90B8-4F01-828F-4E1F7F4D96D8}" destId="{0592BC26-33F9-4460-8183-6EC44E7BD357}" srcOrd="0" destOrd="0" presId="urn:microsoft.com/office/officeart/2005/8/layout/process4"/>
    <dgm:cxn modelId="{15026A82-F3AD-4F27-941C-1F44AFC81B8B}" type="presOf" srcId="{14228461-6FEA-4959-8FD8-BCBFB10748D8}" destId="{FE6F8DB8-44A0-4A2D-AB9F-17E9492F9DB4}" srcOrd="0" destOrd="0" presId="urn:microsoft.com/office/officeart/2005/8/layout/process4"/>
    <dgm:cxn modelId="{469786C4-E34D-4B4E-9E07-8388EB13C6AF}" type="presOf" srcId="{013D65E9-D98E-4B35-B119-F6B16588C554}" destId="{F11CE2CF-77DF-4995-95A6-DDE4A9789087}" srcOrd="0" destOrd="0" presId="urn:microsoft.com/office/officeart/2005/8/layout/process4"/>
    <dgm:cxn modelId="{F43E49F1-71D9-4E6E-B980-08C048578E52}" srcId="{013D65E9-D98E-4B35-B119-F6B16588C554}" destId="{3120606B-2A4B-444F-8EBC-68C7C87C2896}" srcOrd="0" destOrd="0" parTransId="{D0A0B0EF-FD53-41BC-BF37-408093AD03C7}" sibTransId="{030E0815-8A9D-462B-BC06-7EBD230DE95A}"/>
    <dgm:cxn modelId="{0D4E794E-5417-4324-A31F-F99B313A888B}" type="presParOf" srcId="{F11CE2CF-77DF-4995-95A6-DDE4A9789087}" destId="{DB12F72B-10F0-40D9-BA5E-6D43B9F87C36}" srcOrd="0" destOrd="0" presId="urn:microsoft.com/office/officeart/2005/8/layout/process4"/>
    <dgm:cxn modelId="{65784990-A3F4-413E-90C2-1916C2E2CA34}" type="presParOf" srcId="{DB12F72B-10F0-40D9-BA5E-6D43B9F87C36}" destId="{0592BC26-33F9-4460-8183-6EC44E7BD357}" srcOrd="0" destOrd="0" presId="urn:microsoft.com/office/officeart/2005/8/layout/process4"/>
    <dgm:cxn modelId="{7A13FC15-9C6F-4D7D-9898-5000D9504234}" type="presParOf" srcId="{F11CE2CF-77DF-4995-95A6-DDE4A9789087}" destId="{15EAE802-9A2D-448F-8222-587E344F3B95}" srcOrd="1" destOrd="0" presId="urn:microsoft.com/office/officeart/2005/8/layout/process4"/>
    <dgm:cxn modelId="{0DC35CE2-1759-4538-9165-71A20DE3F5E4}" type="presParOf" srcId="{F11CE2CF-77DF-4995-95A6-DDE4A9789087}" destId="{0E633005-1762-4BE6-8CFB-317875333B60}" srcOrd="2" destOrd="0" presId="urn:microsoft.com/office/officeart/2005/8/layout/process4"/>
    <dgm:cxn modelId="{834B7C44-8D27-45D3-BD7C-1DF833492617}" type="presParOf" srcId="{0E633005-1762-4BE6-8CFB-317875333B60}" destId="{FE6F8DB8-44A0-4A2D-AB9F-17E9492F9DB4}" srcOrd="0" destOrd="0" presId="urn:microsoft.com/office/officeart/2005/8/layout/process4"/>
    <dgm:cxn modelId="{4F934E92-3481-4DBF-8AF2-A0F089713F53}" type="presParOf" srcId="{F11CE2CF-77DF-4995-95A6-DDE4A9789087}" destId="{721A10AB-806B-4716-86E0-3B862625EC72}" srcOrd="3" destOrd="0" presId="urn:microsoft.com/office/officeart/2005/8/layout/process4"/>
    <dgm:cxn modelId="{1AF1495B-B3EA-475D-A4F2-367D09FBF4CC}" type="presParOf" srcId="{F11CE2CF-77DF-4995-95A6-DDE4A9789087}" destId="{A86412A7-96A6-4ED4-913F-EA60014329E2}" srcOrd="4" destOrd="0" presId="urn:microsoft.com/office/officeart/2005/8/layout/process4"/>
    <dgm:cxn modelId="{78D3279C-8469-4E3F-986C-D86C321CCEAE}" type="presParOf" srcId="{A86412A7-96A6-4ED4-913F-EA60014329E2}" destId="{77FFFAF0-02A3-4A5F-AEB3-B0DA389158A8}" srcOrd="0" destOrd="0" presId="urn:microsoft.com/office/officeart/2005/8/layout/process4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11.xml><?xml version="1.0" encoding="utf-8"?>
<dgm:dataModel xmlns:dgm="http://schemas.openxmlformats.org/drawingml/2006/diagram" xmlns:a="http://schemas.openxmlformats.org/drawingml/2006/main">
  <dgm:ptLst>
    <dgm:pt modelId="{013D65E9-D98E-4B35-B119-F6B16588C554}" type="doc">
      <dgm:prSet loTypeId="urn:microsoft.com/office/officeart/2005/8/layout/process4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x-none"/>
        </a:p>
      </dgm:t>
    </dgm:pt>
    <dgm:pt modelId="{3120606B-2A4B-444F-8EBC-68C7C87C2896}">
      <dgm:prSet custT="1"/>
      <dgm:spPr>
        <a:solidFill>
          <a:schemeClr val="accent2">
            <a:lumMod val="75000"/>
          </a:schemeClr>
        </a:solidFill>
      </dgm:spPr>
      <dgm:t>
        <a:bodyPr/>
        <a:lstStyle/>
        <a:p>
          <a:pPr algn="ctr"/>
          <a:endParaRPr lang="en-US" altLang="en-PK" sz="2000" dirty="0">
            <a:latin typeface="Arial" panose="020B0604020202020204" pitchFamily="34" charset="0"/>
            <a:cs typeface="Arial" panose="020B0604020202020204" pitchFamily="34" charset="0"/>
          </a:endParaRPr>
        </a:p>
        <a:p>
          <a:pPr algn="ctr"/>
          <a:r>
            <a:rPr lang="en-US" altLang="en-PK" sz="2000" dirty="0">
              <a:latin typeface="Arial" panose="020B0604020202020204" pitchFamily="34" charset="0"/>
              <a:cs typeface="Arial" panose="020B0604020202020204" pitchFamily="34" charset="0"/>
            </a:rPr>
            <a:t>The total time collectively spent by all the processing elements over and above that required by the fastest known sequential algorithm for solving the same problem on a single processing element.</a:t>
          </a:r>
          <a:endParaRPr lang="en-US" sz="2000" dirty="0">
            <a:latin typeface="Arial" panose="020B0604020202020204" pitchFamily="34" charset="0"/>
            <a:cs typeface="Arial" panose="020B0604020202020204" pitchFamily="34" charset="0"/>
          </a:endParaRPr>
        </a:p>
        <a:p>
          <a:pPr algn="ctr"/>
          <a:endParaRPr lang="en-US" sz="2400" dirty="0"/>
        </a:p>
      </dgm:t>
    </dgm:pt>
    <dgm:pt modelId="{D0A0B0EF-FD53-41BC-BF37-408093AD03C7}" type="parTrans" cxnId="{F43E49F1-71D9-4E6E-B980-08C048578E52}">
      <dgm:prSet/>
      <dgm:spPr/>
      <dgm:t>
        <a:bodyPr/>
        <a:lstStyle/>
        <a:p>
          <a:endParaRPr lang="x-none"/>
        </a:p>
      </dgm:t>
    </dgm:pt>
    <dgm:pt modelId="{030E0815-8A9D-462B-BC06-7EBD230DE95A}" type="sibTrans" cxnId="{F43E49F1-71D9-4E6E-B980-08C048578E52}">
      <dgm:prSet/>
      <dgm:spPr/>
      <dgm:t>
        <a:bodyPr/>
        <a:lstStyle/>
        <a:p>
          <a:endParaRPr lang="x-none"/>
        </a:p>
      </dgm:t>
    </dgm:pt>
    <dgm:pt modelId="{14228461-6FEA-4959-8FD8-BCBFB10748D8}">
      <dgm:prSet custT="1"/>
      <dgm:spPr>
        <a:solidFill>
          <a:schemeClr val="accent3">
            <a:lumMod val="75000"/>
          </a:schemeClr>
        </a:solidFill>
      </dgm:spPr>
      <dgm:t>
        <a:bodyPr/>
        <a:lstStyle/>
        <a:p>
          <a:pPr algn="ctr"/>
          <a:r>
            <a:rPr lang="en-US" altLang="en-PK" sz="2000" kern="1200" dirty="0">
              <a:solidFill>
                <a:srgbClr val="FFFFFF"/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</a:rPr>
            <a:t>Let </a:t>
          </a:r>
          <a:r>
            <a:rPr lang="en-US" altLang="en-PK" sz="2000" b="1" i="1" kern="1200" dirty="0"/>
            <a:t>T</a:t>
          </a:r>
          <a:r>
            <a:rPr lang="en-US" altLang="en-PK" sz="2000" b="1" i="1" kern="1200" baseline="-25000" dirty="0"/>
            <a:t>all </a:t>
          </a:r>
          <a:r>
            <a:rPr lang="en-US" altLang="en-PK" sz="2000" kern="1200" dirty="0">
              <a:solidFill>
                <a:srgbClr val="FFFFFF"/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</a:rPr>
            <a:t>be the total time collectively spent by all the processing elements and </a:t>
          </a:r>
          <a:r>
            <a:rPr lang="en-US" altLang="en-PK" sz="2000" b="1" i="1" kern="1200" dirty="0"/>
            <a:t>T</a:t>
          </a:r>
          <a:r>
            <a:rPr lang="en-US" altLang="en-PK" sz="2000" b="1" i="1" kern="1200" baseline="-25000" dirty="0"/>
            <a:t>S</a:t>
          </a:r>
          <a:r>
            <a:rPr lang="en-US" altLang="en-PK" sz="2000" kern="1200" dirty="0"/>
            <a:t>  </a:t>
          </a:r>
          <a:r>
            <a:rPr lang="en-US" altLang="en-PK" sz="2000" kern="1200" dirty="0">
              <a:solidFill>
                <a:srgbClr val="FFFFFF"/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</a:rPr>
            <a:t>is the serial time. </a:t>
          </a:r>
          <a:endParaRPr lang="en-US" sz="2000" kern="1200" dirty="0">
            <a:solidFill>
              <a:srgbClr val="FFFFFF"/>
            </a:solidFill>
            <a:latin typeface="Arial" panose="020B0604020202020204" pitchFamily="34" charset="0"/>
            <a:ea typeface="+mn-ea"/>
            <a:cs typeface="Arial" panose="020B0604020202020204" pitchFamily="34" charset="0"/>
          </a:endParaRPr>
        </a:p>
      </dgm:t>
    </dgm:pt>
    <dgm:pt modelId="{A53C8E23-01A4-4483-94BD-C5BDBF6CCE54}" type="parTrans" cxnId="{4786EC36-3F08-4D73-8F3D-FBC51EF2FDA9}">
      <dgm:prSet/>
      <dgm:spPr/>
      <dgm:t>
        <a:bodyPr/>
        <a:lstStyle/>
        <a:p>
          <a:endParaRPr lang="en-US"/>
        </a:p>
      </dgm:t>
    </dgm:pt>
    <dgm:pt modelId="{900AEE4F-6D15-4B3D-BEBA-FB895B43DAD6}" type="sibTrans" cxnId="{4786EC36-3F08-4D73-8F3D-FBC51EF2FDA9}">
      <dgm:prSet/>
      <dgm:spPr/>
      <dgm:t>
        <a:bodyPr/>
        <a:lstStyle/>
        <a:p>
          <a:endParaRPr lang="en-US"/>
        </a:p>
      </dgm:t>
    </dgm:pt>
    <dgm:pt modelId="{2B9F22E7-90B8-4F01-828F-4E1F7F4D96D8}">
      <dgm:prSet custT="1"/>
      <dgm:spPr>
        <a:solidFill>
          <a:schemeClr val="accent4">
            <a:lumMod val="75000"/>
          </a:schemeClr>
        </a:solidFill>
      </dgm:spPr>
      <dgm:t>
        <a:bodyPr/>
        <a:lstStyle/>
        <a:p>
          <a:pPr algn="ctr"/>
          <a:r>
            <a:rPr lang="en-US" altLang="en-PK" sz="2000" b="1" i="1" kern="1200" dirty="0"/>
            <a:t>T</a:t>
          </a:r>
          <a:r>
            <a:rPr lang="en-US" altLang="en-PK" sz="2000" b="1" i="1" kern="1200" baseline="-25000" dirty="0"/>
            <a:t>all</a:t>
          </a:r>
          <a:r>
            <a:rPr lang="en-US" altLang="en-PK" sz="2000" kern="1200" dirty="0"/>
            <a:t>  - </a:t>
          </a:r>
          <a:r>
            <a:rPr lang="en-US" altLang="en-PK" sz="2000" b="1" i="1" kern="1200" dirty="0"/>
            <a:t>T</a:t>
          </a:r>
          <a:r>
            <a:rPr lang="en-US" altLang="en-PK" sz="2000" b="1" i="1" kern="1200" baseline="-25000" dirty="0"/>
            <a:t>S</a:t>
          </a:r>
          <a:r>
            <a:rPr lang="en-US" altLang="en-PK" sz="2000" kern="1200" dirty="0"/>
            <a:t> </a:t>
          </a:r>
          <a:r>
            <a:rPr lang="en-US" altLang="en-PK" sz="2000" kern="1200" dirty="0">
              <a:solidFill>
                <a:srgbClr val="FFFFFF"/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</a:rPr>
            <a:t>is then the total time spend by all processors combined in non-useful work. This is called the total overhead.</a:t>
          </a:r>
          <a:endParaRPr lang="en-US" sz="2000" kern="1200" dirty="0">
            <a:solidFill>
              <a:srgbClr val="FFFFFF"/>
            </a:solidFill>
            <a:latin typeface="Arial" panose="020B0604020202020204" pitchFamily="34" charset="0"/>
            <a:ea typeface="+mn-ea"/>
            <a:cs typeface="Arial" panose="020B0604020202020204" pitchFamily="34" charset="0"/>
          </a:endParaRPr>
        </a:p>
      </dgm:t>
    </dgm:pt>
    <dgm:pt modelId="{67686C43-8638-4943-B3B4-8FBE25F9828D}" type="parTrans" cxnId="{9F909B5E-1800-410D-A1BB-E25620E344B3}">
      <dgm:prSet/>
      <dgm:spPr/>
      <dgm:t>
        <a:bodyPr/>
        <a:lstStyle/>
        <a:p>
          <a:endParaRPr lang="en-PK"/>
        </a:p>
      </dgm:t>
    </dgm:pt>
    <dgm:pt modelId="{DC998DD1-8094-4D6C-A362-B71BCE3FABF0}" type="sibTrans" cxnId="{9F909B5E-1800-410D-A1BB-E25620E344B3}">
      <dgm:prSet/>
      <dgm:spPr/>
      <dgm:t>
        <a:bodyPr/>
        <a:lstStyle/>
        <a:p>
          <a:endParaRPr lang="en-PK"/>
        </a:p>
      </dgm:t>
    </dgm:pt>
    <dgm:pt modelId="{F11CE2CF-77DF-4995-95A6-DDE4A9789087}" type="pres">
      <dgm:prSet presAssocID="{013D65E9-D98E-4B35-B119-F6B16588C554}" presName="Name0" presStyleCnt="0">
        <dgm:presLayoutVars>
          <dgm:dir/>
          <dgm:animLvl val="lvl"/>
          <dgm:resizeHandles val="exact"/>
        </dgm:presLayoutVars>
      </dgm:prSet>
      <dgm:spPr/>
    </dgm:pt>
    <dgm:pt modelId="{DB12F72B-10F0-40D9-BA5E-6D43B9F87C36}" type="pres">
      <dgm:prSet presAssocID="{2B9F22E7-90B8-4F01-828F-4E1F7F4D96D8}" presName="boxAndChildren" presStyleCnt="0"/>
      <dgm:spPr/>
    </dgm:pt>
    <dgm:pt modelId="{0592BC26-33F9-4460-8183-6EC44E7BD357}" type="pres">
      <dgm:prSet presAssocID="{2B9F22E7-90B8-4F01-828F-4E1F7F4D96D8}" presName="parentTextBox" presStyleLbl="node1" presStyleIdx="0" presStyleCnt="3"/>
      <dgm:spPr/>
    </dgm:pt>
    <dgm:pt modelId="{15EAE802-9A2D-448F-8222-587E344F3B95}" type="pres">
      <dgm:prSet presAssocID="{900AEE4F-6D15-4B3D-BEBA-FB895B43DAD6}" presName="sp" presStyleCnt="0"/>
      <dgm:spPr/>
    </dgm:pt>
    <dgm:pt modelId="{0E633005-1762-4BE6-8CFB-317875333B60}" type="pres">
      <dgm:prSet presAssocID="{14228461-6FEA-4959-8FD8-BCBFB10748D8}" presName="arrowAndChildren" presStyleCnt="0"/>
      <dgm:spPr/>
    </dgm:pt>
    <dgm:pt modelId="{FE6F8DB8-44A0-4A2D-AB9F-17E9492F9DB4}" type="pres">
      <dgm:prSet presAssocID="{14228461-6FEA-4959-8FD8-BCBFB10748D8}" presName="parentTextArrow" presStyleLbl="node1" presStyleIdx="1" presStyleCnt="3"/>
      <dgm:spPr/>
    </dgm:pt>
    <dgm:pt modelId="{721A10AB-806B-4716-86E0-3B862625EC72}" type="pres">
      <dgm:prSet presAssocID="{030E0815-8A9D-462B-BC06-7EBD230DE95A}" presName="sp" presStyleCnt="0"/>
      <dgm:spPr/>
    </dgm:pt>
    <dgm:pt modelId="{A86412A7-96A6-4ED4-913F-EA60014329E2}" type="pres">
      <dgm:prSet presAssocID="{3120606B-2A4B-444F-8EBC-68C7C87C2896}" presName="arrowAndChildren" presStyleCnt="0"/>
      <dgm:spPr/>
    </dgm:pt>
    <dgm:pt modelId="{77FFFAF0-02A3-4A5F-AEB3-B0DA389158A8}" type="pres">
      <dgm:prSet presAssocID="{3120606B-2A4B-444F-8EBC-68C7C87C2896}" presName="parentTextArrow" presStyleLbl="node1" presStyleIdx="2" presStyleCnt="3" custScaleY="98334" custLinFactNeighborY="-311"/>
      <dgm:spPr/>
    </dgm:pt>
  </dgm:ptLst>
  <dgm:cxnLst>
    <dgm:cxn modelId="{4786EC36-3F08-4D73-8F3D-FBC51EF2FDA9}" srcId="{013D65E9-D98E-4B35-B119-F6B16588C554}" destId="{14228461-6FEA-4959-8FD8-BCBFB10748D8}" srcOrd="1" destOrd="0" parTransId="{A53C8E23-01A4-4483-94BD-C5BDBF6CCE54}" sibTransId="{900AEE4F-6D15-4B3D-BEBA-FB895B43DAD6}"/>
    <dgm:cxn modelId="{9F909B5E-1800-410D-A1BB-E25620E344B3}" srcId="{013D65E9-D98E-4B35-B119-F6B16588C554}" destId="{2B9F22E7-90B8-4F01-828F-4E1F7F4D96D8}" srcOrd="2" destOrd="0" parTransId="{67686C43-8638-4943-B3B4-8FBE25F9828D}" sibTransId="{DC998DD1-8094-4D6C-A362-B71BCE3FABF0}"/>
    <dgm:cxn modelId="{68A96F60-DE89-44BF-8280-706E3A672EC0}" type="presOf" srcId="{3120606B-2A4B-444F-8EBC-68C7C87C2896}" destId="{77FFFAF0-02A3-4A5F-AEB3-B0DA389158A8}" srcOrd="0" destOrd="0" presId="urn:microsoft.com/office/officeart/2005/8/layout/process4"/>
    <dgm:cxn modelId="{68F2296A-394B-490C-AFB6-16DAAA09592C}" type="presOf" srcId="{2B9F22E7-90B8-4F01-828F-4E1F7F4D96D8}" destId="{0592BC26-33F9-4460-8183-6EC44E7BD357}" srcOrd="0" destOrd="0" presId="urn:microsoft.com/office/officeart/2005/8/layout/process4"/>
    <dgm:cxn modelId="{15026A82-F3AD-4F27-941C-1F44AFC81B8B}" type="presOf" srcId="{14228461-6FEA-4959-8FD8-BCBFB10748D8}" destId="{FE6F8DB8-44A0-4A2D-AB9F-17E9492F9DB4}" srcOrd="0" destOrd="0" presId="urn:microsoft.com/office/officeart/2005/8/layout/process4"/>
    <dgm:cxn modelId="{469786C4-E34D-4B4E-9E07-8388EB13C6AF}" type="presOf" srcId="{013D65E9-D98E-4B35-B119-F6B16588C554}" destId="{F11CE2CF-77DF-4995-95A6-DDE4A9789087}" srcOrd="0" destOrd="0" presId="urn:microsoft.com/office/officeart/2005/8/layout/process4"/>
    <dgm:cxn modelId="{F43E49F1-71D9-4E6E-B980-08C048578E52}" srcId="{013D65E9-D98E-4B35-B119-F6B16588C554}" destId="{3120606B-2A4B-444F-8EBC-68C7C87C2896}" srcOrd="0" destOrd="0" parTransId="{D0A0B0EF-FD53-41BC-BF37-408093AD03C7}" sibTransId="{030E0815-8A9D-462B-BC06-7EBD230DE95A}"/>
    <dgm:cxn modelId="{0D4E794E-5417-4324-A31F-F99B313A888B}" type="presParOf" srcId="{F11CE2CF-77DF-4995-95A6-DDE4A9789087}" destId="{DB12F72B-10F0-40D9-BA5E-6D43B9F87C36}" srcOrd="0" destOrd="0" presId="urn:microsoft.com/office/officeart/2005/8/layout/process4"/>
    <dgm:cxn modelId="{65784990-A3F4-413E-90C2-1916C2E2CA34}" type="presParOf" srcId="{DB12F72B-10F0-40D9-BA5E-6D43B9F87C36}" destId="{0592BC26-33F9-4460-8183-6EC44E7BD357}" srcOrd="0" destOrd="0" presId="urn:microsoft.com/office/officeart/2005/8/layout/process4"/>
    <dgm:cxn modelId="{7A13FC15-9C6F-4D7D-9898-5000D9504234}" type="presParOf" srcId="{F11CE2CF-77DF-4995-95A6-DDE4A9789087}" destId="{15EAE802-9A2D-448F-8222-587E344F3B95}" srcOrd="1" destOrd="0" presId="urn:microsoft.com/office/officeart/2005/8/layout/process4"/>
    <dgm:cxn modelId="{0DC35CE2-1759-4538-9165-71A20DE3F5E4}" type="presParOf" srcId="{F11CE2CF-77DF-4995-95A6-DDE4A9789087}" destId="{0E633005-1762-4BE6-8CFB-317875333B60}" srcOrd="2" destOrd="0" presId="urn:microsoft.com/office/officeart/2005/8/layout/process4"/>
    <dgm:cxn modelId="{834B7C44-8D27-45D3-BD7C-1DF833492617}" type="presParOf" srcId="{0E633005-1762-4BE6-8CFB-317875333B60}" destId="{FE6F8DB8-44A0-4A2D-AB9F-17E9492F9DB4}" srcOrd="0" destOrd="0" presId="urn:microsoft.com/office/officeart/2005/8/layout/process4"/>
    <dgm:cxn modelId="{4F934E92-3481-4DBF-8AF2-A0F089713F53}" type="presParOf" srcId="{F11CE2CF-77DF-4995-95A6-DDE4A9789087}" destId="{721A10AB-806B-4716-86E0-3B862625EC72}" srcOrd="3" destOrd="0" presId="urn:microsoft.com/office/officeart/2005/8/layout/process4"/>
    <dgm:cxn modelId="{1AF1495B-B3EA-475D-A4F2-367D09FBF4CC}" type="presParOf" srcId="{F11CE2CF-77DF-4995-95A6-DDE4A9789087}" destId="{A86412A7-96A6-4ED4-913F-EA60014329E2}" srcOrd="4" destOrd="0" presId="urn:microsoft.com/office/officeart/2005/8/layout/process4"/>
    <dgm:cxn modelId="{78D3279C-8469-4E3F-986C-D86C321CCEAE}" type="presParOf" srcId="{A86412A7-96A6-4ED4-913F-EA60014329E2}" destId="{77FFFAF0-02A3-4A5F-AEB3-B0DA389158A8}" srcOrd="0" destOrd="0" presId="urn:microsoft.com/office/officeart/2005/8/layout/process4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12.xml><?xml version="1.0" encoding="utf-8"?>
<dgm:dataModel xmlns:dgm="http://schemas.openxmlformats.org/drawingml/2006/diagram" xmlns:a="http://schemas.openxmlformats.org/drawingml/2006/main">
  <dgm:ptLst>
    <dgm:pt modelId="{013D65E9-D98E-4B35-B119-F6B16588C554}" type="doc">
      <dgm:prSet loTypeId="urn:microsoft.com/office/officeart/2005/8/layout/process4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x-none"/>
        </a:p>
      </dgm:t>
    </dgm:pt>
    <dgm:pt modelId="{3120606B-2A4B-444F-8EBC-68C7C87C2896}">
      <dgm:prSet custT="1"/>
      <dgm:spPr>
        <a:solidFill>
          <a:schemeClr val="accent2">
            <a:lumMod val="75000"/>
          </a:schemeClr>
        </a:solidFill>
      </dgm:spPr>
      <dgm:t>
        <a:bodyPr/>
        <a:lstStyle/>
        <a:p>
          <a:pPr algn="ctr"/>
          <a:r>
            <a:rPr lang="en-US" altLang="en-PK" sz="2000" kern="1200" dirty="0">
              <a:solidFill>
                <a:srgbClr val="FFFFFF"/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</a:rPr>
            <a:t>The total time collectively spent by all the processing elements </a:t>
          </a:r>
        </a:p>
        <a:p>
          <a:pPr algn="ctr">
            <a:buFontTx/>
            <a:buNone/>
          </a:pPr>
          <a:r>
            <a:rPr lang="en-US" altLang="en-PK" sz="2000" b="1" i="1" kern="1200" dirty="0"/>
            <a:t>T</a:t>
          </a:r>
          <a:r>
            <a:rPr lang="en-US" altLang="en-PK" sz="2000" b="1" i="1" kern="1200" baseline="-25000" dirty="0"/>
            <a:t>all</a:t>
          </a:r>
          <a:r>
            <a:rPr lang="en-US" altLang="en-PK" sz="2000" kern="1200" dirty="0"/>
            <a:t> = </a:t>
          </a:r>
          <a:r>
            <a:rPr lang="en-US" altLang="en-PK" sz="2000" b="1" i="1" kern="1200" dirty="0"/>
            <a:t>p T</a:t>
          </a:r>
          <a:r>
            <a:rPr lang="en-US" altLang="en-PK" sz="2000" b="1" i="1" kern="1200" baseline="-25000" dirty="0"/>
            <a:t>P  	</a:t>
          </a:r>
          <a:r>
            <a:rPr lang="en-US" altLang="en-PK" sz="2000" kern="1200" dirty="0">
              <a:solidFill>
                <a:srgbClr val="FFFFFF"/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</a:rPr>
            <a:t>(</a:t>
          </a:r>
          <a:r>
            <a:rPr lang="en-US" altLang="en-PK" sz="2000" b="1" i="1" kern="1200" dirty="0"/>
            <a:t>p</a:t>
          </a:r>
          <a:r>
            <a:rPr lang="en-US" altLang="en-PK" sz="2000" kern="1200" dirty="0"/>
            <a:t> </a:t>
          </a:r>
          <a:r>
            <a:rPr lang="en-US" altLang="en-PK" sz="2000" kern="1200" dirty="0">
              <a:solidFill>
                <a:srgbClr val="FFFFFF"/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</a:rPr>
            <a:t>is the number of processors). </a:t>
          </a:r>
          <a:endParaRPr lang="en-US" sz="2000" kern="1200" dirty="0">
            <a:solidFill>
              <a:srgbClr val="FFFFFF"/>
            </a:solidFill>
            <a:latin typeface="Arial" panose="020B0604020202020204" pitchFamily="34" charset="0"/>
            <a:ea typeface="+mn-ea"/>
            <a:cs typeface="Arial" panose="020B0604020202020204" pitchFamily="34" charset="0"/>
          </a:endParaRPr>
        </a:p>
      </dgm:t>
    </dgm:pt>
    <dgm:pt modelId="{D0A0B0EF-FD53-41BC-BF37-408093AD03C7}" type="parTrans" cxnId="{F43E49F1-71D9-4E6E-B980-08C048578E52}">
      <dgm:prSet/>
      <dgm:spPr/>
      <dgm:t>
        <a:bodyPr/>
        <a:lstStyle/>
        <a:p>
          <a:endParaRPr lang="x-none"/>
        </a:p>
      </dgm:t>
    </dgm:pt>
    <dgm:pt modelId="{030E0815-8A9D-462B-BC06-7EBD230DE95A}" type="sibTrans" cxnId="{F43E49F1-71D9-4E6E-B980-08C048578E52}">
      <dgm:prSet/>
      <dgm:spPr/>
      <dgm:t>
        <a:bodyPr/>
        <a:lstStyle/>
        <a:p>
          <a:endParaRPr lang="x-none"/>
        </a:p>
      </dgm:t>
    </dgm:pt>
    <dgm:pt modelId="{14228461-6FEA-4959-8FD8-BCBFB10748D8}">
      <dgm:prSet custT="1"/>
      <dgm:spPr>
        <a:solidFill>
          <a:schemeClr val="accent3">
            <a:lumMod val="75000"/>
          </a:schemeClr>
        </a:solidFill>
      </dgm:spPr>
      <dgm:t>
        <a:bodyPr/>
        <a:lstStyle/>
        <a:p>
          <a:pPr algn="ctr"/>
          <a:r>
            <a:rPr lang="en-US" altLang="en-PK" sz="2000" kern="1200" dirty="0">
              <a:solidFill>
                <a:srgbClr val="FFFFFF"/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</a:rPr>
            <a:t>The overhead function (</a:t>
          </a:r>
          <a:r>
            <a:rPr lang="en-US" altLang="en-PK" sz="2000" b="1" i="1" kern="1200" dirty="0"/>
            <a:t>T</a:t>
          </a:r>
          <a:r>
            <a:rPr lang="en-US" altLang="en-PK" sz="2000" b="1" i="1" kern="1200" baseline="-25000" dirty="0"/>
            <a:t>o</a:t>
          </a:r>
          <a:r>
            <a:rPr lang="en-US" altLang="en-PK" sz="2000" kern="1200" dirty="0">
              <a:solidFill>
                <a:srgbClr val="FFFFFF"/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</a:rPr>
            <a:t>) is therefore given by </a:t>
          </a:r>
        </a:p>
        <a:p>
          <a:pPr algn="ctr">
            <a:buFontTx/>
            <a:buNone/>
          </a:pPr>
          <a:r>
            <a:rPr lang="en-US" altLang="en-PK" sz="2000" b="1" i="1" kern="1200" dirty="0"/>
            <a:t>T</a:t>
          </a:r>
          <a:r>
            <a:rPr lang="en-US" altLang="en-PK" sz="2000" b="1" i="1" kern="1200" baseline="-25000" dirty="0"/>
            <a:t>o</a:t>
          </a:r>
          <a:r>
            <a:rPr lang="en-US" altLang="en-PK" sz="2000" kern="1200" dirty="0"/>
            <a:t> = </a:t>
          </a:r>
          <a:r>
            <a:rPr lang="en-US" altLang="en-PK" sz="2000" b="1" i="1" kern="1200" dirty="0"/>
            <a:t>p T</a:t>
          </a:r>
          <a:r>
            <a:rPr lang="en-US" altLang="en-PK" sz="2000" b="1" i="1" kern="1200" baseline="-25000" dirty="0"/>
            <a:t>P</a:t>
          </a:r>
          <a:r>
            <a:rPr lang="en-US" altLang="en-PK" sz="2000" kern="1200" dirty="0"/>
            <a:t> - </a:t>
          </a:r>
          <a:r>
            <a:rPr lang="en-US" altLang="en-PK" sz="2000" b="1" i="1" kern="1200" dirty="0"/>
            <a:t>T</a:t>
          </a:r>
          <a:r>
            <a:rPr lang="en-US" altLang="en-PK" sz="2000" b="1" i="1" kern="1200" baseline="-25000" dirty="0"/>
            <a:t>S</a:t>
          </a:r>
          <a:r>
            <a:rPr lang="en-US" altLang="en-PK" sz="2000" kern="1200" dirty="0"/>
            <a:t> </a:t>
          </a:r>
          <a:endParaRPr lang="en-US" sz="2000" kern="1200" dirty="0">
            <a:solidFill>
              <a:srgbClr val="FFFFFF"/>
            </a:solidFill>
            <a:latin typeface="Arial" panose="020B0604020202020204" pitchFamily="34" charset="0"/>
            <a:ea typeface="+mn-ea"/>
            <a:cs typeface="Arial" panose="020B0604020202020204" pitchFamily="34" charset="0"/>
          </a:endParaRPr>
        </a:p>
      </dgm:t>
    </dgm:pt>
    <dgm:pt modelId="{A53C8E23-01A4-4483-94BD-C5BDBF6CCE54}" type="parTrans" cxnId="{4786EC36-3F08-4D73-8F3D-FBC51EF2FDA9}">
      <dgm:prSet/>
      <dgm:spPr/>
      <dgm:t>
        <a:bodyPr/>
        <a:lstStyle/>
        <a:p>
          <a:endParaRPr lang="en-US"/>
        </a:p>
      </dgm:t>
    </dgm:pt>
    <dgm:pt modelId="{900AEE4F-6D15-4B3D-BEBA-FB895B43DAD6}" type="sibTrans" cxnId="{4786EC36-3F08-4D73-8F3D-FBC51EF2FDA9}">
      <dgm:prSet/>
      <dgm:spPr/>
      <dgm:t>
        <a:bodyPr/>
        <a:lstStyle/>
        <a:p>
          <a:endParaRPr lang="en-US"/>
        </a:p>
      </dgm:t>
    </dgm:pt>
    <dgm:pt modelId="{F11CE2CF-77DF-4995-95A6-DDE4A9789087}" type="pres">
      <dgm:prSet presAssocID="{013D65E9-D98E-4B35-B119-F6B16588C554}" presName="Name0" presStyleCnt="0">
        <dgm:presLayoutVars>
          <dgm:dir/>
          <dgm:animLvl val="lvl"/>
          <dgm:resizeHandles val="exact"/>
        </dgm:presLayoutVars>
      </dgm:prSet>
      <dgm:spPr/>
    </dgm:pt>
    <dgm:pt modelId="{D480BB7D-3103-4E4F-A52A-80FA900A2D0F}" type="pres">
      <dgm:prSet presAssocID="{14228461-6FEA-4959-8FD8-BCBFB10748D8}" presName="boxAndChildren" presStyleCnt="0"/>
      <dgm:spPr/>
    </dgm:pt>
    <dgm:pt modelId="{EAF7D40D-FD0A-4EE9-B27B-9BF3588A7121}" type="pres">
      <dgm:prSet presAssocID="{14228461-6FEA-4959-8FD8-BCBFB10748D8}" presName="parentTextBox" presStyleLbl="node1" presStyleIdx="0" presStyleCnt="2"/>
      <dgm:spPr/>
    </dgm:pt>
    <dgm:pt modelId="{721A10AB-806B-4716-86E0-3B862625EC72}" type="pres">
      <dgm:prSet presAssocID="{030E0815-8A9D-462B-BC06-7EBD230DE95A}" presName="sp" presStyleCnt="0"/>
      <dgm:spPr/>
    </dgm:pt>
    <dgm:pt modelId="{A86412A7-96A6-4ED4-913F-EA60014329E2}" type="pres">
      <dgm:prSet presAssocID="{3120606B-2A4B-444F-8EBC-68C7C87C2896}" presName="arrowAndChildren" presStyleCnt="0"/>
      <dgm:spPr/>
    </dgm:pt>
    <dgm:pt modelId="{77FFFAF0-02A3-4A5F-AEB3-B0DA389158A8}" type="pres">
      <dgm:prSet presAssocID="{3120606B-2A4B-444F-8EBC-68C7C87C2896}" presName="parentTextArrow" presStyleLbl="node1" presStyleIdx="1" presStyleCnt="2" custScaleY="98334" custLinFactNeighborY="-311"/>
      <dgm:spPr/>
    </dgm:pt>
  </dgm:ptLst>
  <dgm:cxnLst>
    <dgm:cxn modelId="{4786EC36-3F08-4D73-8F3D-FBC51EF2FDA9}" srcId="{013D65E9-D98E-4B35-B119-F6B16588C554}" destId="{14228461-6FEA-4959-8FD8-BCBFB10748D8}" srcOrd="1" destOrd="0" parTransId="{A53C8E23-01A4-4483-94BD-C5BDBF6CCE54}" sibTransId="{900AEE4F-6D15-4B3D-BEBA-FB895B43DAD6}"/>
    <dgm:cxn modelId="{68A96F60-DE89-44BF-8280-706E3A672EC0}" type="presOf" srcId="{3120606B-2A4B-444F-8EBC-68C7C87C2896}" destId="{77FFFAF0-02A3-4A5F-AEB3-B0DA389158A8}" srcOrd="0" destOrd="0" presId="urn:microsoft.com/office/officeart/2005/8/layout/process4"/>
    <dgm:cxn modelId="{A760EE71-FE2D-4A69-9C9D-6781CEF7E001}" type="presOf" srcId="{14228461-6FEA-4959-8FD8-BCBFB10748D8}" destId="{EAF7D40D-FD0A-4EE9-B27B-9BF3588A7121}" srcOrd="0" destOrd="0" presId="urn:microsoft.com/office/officeart/2005/8/layout/process4"/>
    <dgm:cxn modelId="{469786C4-E34D-4B4E-9E07-8388EB13C6AF}" type="presOf" srcId="{013D65E9-D98E-4B35-B119-F6B16588C554}" destId="{F11CE2CF-77DF-4995-95A6-DDE4A9789087}" srcOrd="0" destOrd="0" presId="urn:microsoft.com/office/officeart/2005/8/layout/process4"/>
    <dgm:cxn modelId="{F43E49F1-71D9-4E6E-B980-08C048578E52}" srcId="{013D65E9-D98E-4B35-B119-F6B16588C554}" destId="{3120606B-2A4B-444F-8EBC-68C7C87C2896}" srcOrd="0" destOrd="0" parTransId="{D0A0B0EF-FD53-41BC-BF37-408093AD03C7}" sibTransId="{030E0815-8A9D-462B-BC06-7EBD230DE95A}"/>
    <dgm:cxn modelId="{252700CD-609C-43DC-9809-3BA3F267E0C7}" type="presParOf" srcId="{F11CE2CF-77DF-4995-95A6-DDE4A9789087}" destId="{D480BB7D-3103-4E4F-A52A-80FA900A2D0F}" srcOrd="0" destOrd="0" presId="urn:microsoft.com/office/officeart/2005/8/layout/process4"/>
    <dgm:cxn modelId="{5124959F-2C2E-49DA-8654-57CAF9DADC31}" type="presParOf" srcId="{D480BB7D-3103-4E4F-A52A-80FA900A2D0F}" destId="{EAF7D40D-FD0A-4EE9-B27B-9BF3588A7121}" srcOrd="0" destOrd="0" presId="urn:microsoft.com/office/officeart/2005/8/layout/process4"/>
    <dgm:cxn modelId="{4F934E92-3481-4DBF-8AF2-A0F089713F53}" type="presParOf" srcId="{F11CE2CF-77DF-4995-95A6-DDE4A9789087}" destId="{721A10AB-806B-4716-86E0-3B862625EC72}" srcOrd="1" destOrd="0" presId="urn:microsoft.com/office/officeart/2005/8/layout/process4"/>
    <dgm:cxn modelId="{1AF1495B-B3EA-475D-A4F2-367D09FBF4CC}" type="presParOf" srcId="{F11CE2CF-77DF-4995-95A6-DDE4A9789087}" destId="{A86412A7-96A6-4ED4-913F-EA60014329E2}" srcOrd="2" destOrd="0" presId="urn:microsoft.com/office/officeart/2005/8/layout/process4"/>
    <dgm:cxn modelId="{78D3279C-8469-4E3F-986C-D86C321CCEAE}" type="presParOf" srcId="{A86412A7-96A6-4ED4-913F-EA60014329E2}" destId="{77FFFAF0-02A3-4A5F-AEB3-B0DA389158A8}" srcOrd="0" destOrd="0" presId="urn:microsoft.com/office/officeart/2005/8/layout/process4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13.xml><?xml version="1.0" encoding="utf-8"?>
<dgm:dataModel xmlns:dgm="http://schemas.openxmlformats.org/drawingml/2006/diagram" xmlns:a="http://schemas.openxmlformats.org/drawingml/2006/main">
  <dgm:ptLst>
    <dgm:pt modelId="{33284D22-5FBB-4E6B-B09D-FBF016189D2A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x-none"/>
        </a:p>
      </dgm:t>
    </dgm:pt>
    <dgm:pt modelId="{AD97C7EA-A52E-4807-91FC-7F73ACA10AEF}">
      <dgm:prSet phldrT="[Text]"/>
      <dgm:spPr/>
      <dgm:t>
        <a:bodyPr/>
        <a:lstStyle/>
        <a:p>
          <a:pPr algn="ctr">
            <a:lnSpc>
              <a:spcPct val="100000"/>
            </a:lnSpc>
          </a:pPr>
          <a:r>
            <a:rPr lang="en-US" dirty="0">
              <a:latin typeface="Arial" panose="020B0604020202020204" pitchFamily="34" charset="0"/>
              <a:cs typeface="Arial" panose="020B0604020202020204" pitchFamily="34" charset="0"/>
            </a:rPr>
            <a:t>Introduction to Speedup.</a:t>
          </a:r>
          <a:endParaRPr lang="x-none" dirty="0"/>
        </a:p>
      </dgm:t>
    </dgm:pt>
    <dgm:pt modelId="{C71A38FA-4936-49B3-A787-599066C56025}" type="parTrans" cxnId="{1D5F7927-FA0D-46D1-8C91-FF5F26216785}">
      <dgm:prSet/>
      <dgm:spPr/>
      <dgm:t>
        <a:bodyPr/>
        <a:lstStyle/>
        <a:p>
          <a:endParaRPr lang="x-none"/>
        </a:p>
      </dgm:t>
    </dgm:pt>
    <dgm:pt modelId="{21989FB5-9492-48A8-96CF-3AC5D9A84B6B}" type="sibTrans" cxnId="{1D5F7927-FA0D-46D1-8C91-FF5F26216785}">
      <dgm:prSet/>
      <dgm:spPr/>
      <dgm:t>
        <a:bodyPr/>
        <a:lstStyle/>
        <a:p>
          <a:endParaRPr lang="x-none"/>
        </a:p>
      </dgm:t>
    </dgm:pt>
    <dgm:pt modelId="{13132748-EF84-4804-85DC-B5D259AD20F2}">
      <dgm:prSet phldrT="[Text]"/>
      <dgm:spPr/>
      <dgm:t>
        <a:bodyPr/>
        <a:lstStyle/>
        <a:p>
          <a:pPr algn="ctr">
            <a:lnSpc>
              <a:spcPct val="100000"/>
            </a:lnSpc>
          </a:pPr>
          <a:r>
            <a:rPr lang="en-US" b="0" dirty="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rPr>
            <a:t>Speedup Example</a:t>
          </a:r>
          <a:endParaRPr lang="x-none" b="0" dirty="0"/>
        </a:p>
      </dgm:t>
    </dgm:pt>
    <dgm:pt modelId="{D13F3432-5530-4792-90DF-FE2A5C06F59A}" type="parTrans" cxnId="{921A41CB-07DF-439B-B09B-133ED88D1EF9}">
      <dgm:prSet/>
      <dgm:spPr/>
      <dgm:t>
        <a:bodyPr/>
        <a:lstStyle/>
        <a:p>
          <a:endParaRPr lang="x-none"/>
        </a:p>
      </dgm:t>
    </dgm:pt>
    <dgm:pt modelId="{0594577A-67D3-418F-89DA-C59617FAD0B3}" type="sibTrans" cxnId="{921A41CB-07DF-439B-B09B-133ED88D1EF9}">
      <dgm:prSet/>
      <dgm:spPr/>
      <dgm:t>
        <a:bodyPr/>
        <a:lstStyle/>
        <a:p>
          <a:endParaRPr lang="x-none"/>
        </a:p>
      </dgm:t>
    </dgm:pt>
    <dgm:pt modelId="{ABF4C45D-15C4-49D3-B04C-388C7AFC570D}" type="pres">
      <dgm:prSet presAssocID="{33284D22-5FBB-4E6B-B09D-FBF016189D2A}" presName="root" presStyleCnt="0">
        <dgm:presLayoutVars>
          <dgm:dir/>
          <dgm:resizeHandles val="exact"/>
        </dgm:presLayoutVars>
      </dgm:prSet>
      <dgm:spPr/>
    </dgm:pt>
    <dgm:pt modelId="{A7B19EA3-3658-464F-8172-17D1735860C6}" type="pres">
      <dgm:prSet presAssocID="{AD97C7EA-A52E-4807-91FC-7F73ACA10AEF}" presName="compNode" presStyleCnt="0"/>
      <dgm:spPr/>
    </dgm:pt>
    <dgm:pt modelId="{A186141A-C351-4DED-9869-55A4A97D84AA}" type="pres">
      <dgm:prSet presAssocID="{AD97C7EA-A52E-4807-91FC-7F73ACA10AEF}" presName="bgRect" presStyleLbl="bgShp" presStyleIdx="0" presStyleCnt="2"/>
      <dgm:spPr/>
    </dgm:pt>
    <dgm:pt modelId="{D881F5EF-E907-4B70-B27C-A1BEE31A375E}" type="pres">
      <dgm:prSet presAssocID="{AD97C7EA-A52E-4807-91FC-7F73ACA10AEF}" presName="iconRect" presStyleLbl="node1" presStyleIdx="0" presStyleCnt="2"/>
      <dgm:spPr>
        <a:blipFill>
          <a:blip xmlns:r="http://schemas.openxmlformats.org/officeDocument/2006/relationships" r:embed="rId1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erver"/>
        </a:ext>
      </dgm:extLst>
    </dgm:pt>
    <dgm:pt modelId="{E41D3013-4A94-4A3B-902B-2B6BCB557393}" type="pres">
      <dgm:prSet presAssocID="{AD97C7EA-A52E-4807-91FC-7F73ACA10AEF}" presName="spaceRect" presStyleCnt="0"/>
      <dgm:spPr/>
    </dgm:pt>
    <dgm:pt modelId="{B2AC5C86-20CD-4005-B020-941F6711844F}" type="pres">
      <dgm:prSet presAssocID="{AD97C7EA-A52E-4807-91FC-7F73ACA10AEF}" presName="parTx" presStyleLbl="revTx" presStyleIdx="0" presStyleCnt="2">
        <dgm:presLayoutVars>
          <dgm:chMax val="0"/>
          <dgm:chPref val="0"/>
        </dgm:presLayoutVars>
      </dgm:prSet>
      <dgm:spPr/>
    </dgm:pt>
    <dgm:pt modelId="{869BE282-FAB0-4A15-A539-DA3B59F9C1B6}" type="pres">
      <dgm:prSet presAssocID="{21989FB5-9492-48A8-96CF-3AC5D9A84B6B}" presName="sibTrans" presStyleCnt="0"/>
      <dgm:spPr/>
    </dgm:pt>
    <dgm:pt modelId="{BAE37994-E202-4033-8880-78BC6FEE730E}" type="pres">
      <dgm:prSet presAssocID="{13132748-EF84-4804-85DC-B5D259AD20F2}" presName="compNode" presStyleCnt="0"/>
      <dgm:spPr/>
    </dgm:pt>
    <dgm:pt modelId="{86AFC238-F655-46AB-B4B9-6CFAB4EEE339}" type="pres">
      <dgm:prSet presAssocID="{13132748-EF84-4804-85DC-B5D259AD20F2}" presName="bgRect" presStyleLbl="bgShp" presStyleIdx="1" presStyleCnt="2"/>
      <dgm:spPr/>
    </dgm:pt>
    <dgm:pt modelId="{506C0FB1-07FE-4287-8822-A312BB62CC32}" type="pres">
      <dgm:prSet presAssocID="{13132748-EF84-4804-85DC-B5D259AD20F2}" presName="iconRect" presStyleLbl="node1" presStyleIdx="1" presStyleCnt="2"/>
      <dgm:spPr>
        <a:blipFill>
          <a:blip xmlns:r="http://schemas.openxmlformats.org/officeDocument/2006/relationships"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omputer"/>
        </a:ext>
      </dgm:extLst>
    </dgm:pt>
    <dgm:pt modelId="{099FF8FB-66A9-47D0-8F66-B67B25C0BE12}" type="pres">
      <dgm:prSet presAssocID="{13132748-EF84-4804-85DC-B5D259AD20F2}" presName="spaceRect" presStyleCnt="0"/>
      <dgm:spPr/>
    </dgm:pt>
    <dgm:pt modelId="{59721C85-6656-4AF3-AE8E-BA79FACC6864}" type="pres">
      <dgm:prSet presAssocID="{13132748-EF84-4804-85DC-B5D259AD20F2}" presName="parTx" presStyleLbl="revTx" presStyleIdx="1" presStyleCnt="2">
        <dgm:presLayoutVars>
          <dgm:chMax val="0"/>
          <dgm:chPref val="0"/>
        </dgm:presLayoutVars>
      </dgm:prSet>
      <dgm:spPr/>
    </dgm:pt>
  </dgm:ptLst>
  <dgm:cxnLst>
    <dgm:cxn modelId="{1D5F7927-FA0D-46D1-8C91-FF5F26216785}" srcId="{33284D22-5FBB-4E6B-B09D-FBF016189D2A}" destId="{AD97C7EA-A52E-4807-91FC-7F73ACA10AEF}" srcOrd="0" destOrd="0" parTransId="{C71A38FA-4936-49B3-A787-599066C56025}" sibTransId="{21989FB5-9492-48A8-96CF-3AC5D9A84B6B}"/>
    <dgm:cxn modelId="{B5D80E2E-DDFD-46D6-94AB-38889D5F65ED}" type="presOf" srcId="{AD97C7EA-A52E-4807-91FC-7F73ACA10AEF}" destId="{B2AC5C86-20CD-4005-B020-941F6711844F}" srcOrd="0" destOrd="0" presId="urn:microsoft.com/office/officeart/2018/2/layout/IconVerticalSolidList"/>
    <dgm:cxn modelId="{921A41CB-07DF-439B-B09B-133ED88D1EF9}" srcId="{33284D22-5FBB-4E6B-B09D-FBF016189D2A}" destId="{13132748-EF84-4804-85DC-B5D259AD20F2}" srcOrd="1" destOrd="0" parTransId="{D13F3432-5530-4792-90DF-FE2A5C06F59A}" sibTransId="{0594577A-67D3-418F-89DA-C59617FAD0B3}"/>
    <dgm:cxn modelId="{0DF6CBCD-AE3A-44B3-A762-C4A0D6B06AB6}" type="presOf" srcId="{33284D22-5FBB-4E6B-B09D-FBF016189D2A}" destId="{ABF4C45D-15C4-49D3-B04C-388C7AFC570D}" srcOrd="0" destOrd="0" presId="urn:microsoft.com/office/officeart/2018/2/layout/IconVerticalSolidList"/>
    <dgm:cxn modelId="{FD507EE1-C337-486A-A20B-DEBC898E8E95}" type="presOf" srcId="{13132748-EF84-4804-85DC-B5D259AD20F2}" destId="{59721C85-6656-4AF3-AE8E-BA79FACC6864}" srcOrd="0" destOrd="0" presId="urn:microsoft.com/office/officeart/2018/2/layout/IconVerticalSolidList"/>
    <dgm:cxn modelId="{E688D32A-7D7C-4595-B4EE-778C3681657C}" type="presParOf" srcId="{ABF4C45D-15C4-49D3-B04C-388C7AFC570D}" destId="{A7B19EA3-3658-464F-8172-17D1735860C6}" srcOrd="0" destOrd="0" presId="urn:microsoft.com/office/officeart/2018/2/layout/IconVerticalSolidList"/>
    <dgm:cxn modelId="{711F31DE-BD0E-407E-90E2-CABFBBD42D68}" type="presParOf" srcId="{A7B19EA3-3658-464F-8172-17D1735860C6}" destId="{A186141A-C351-4DED-9869-55A4A97D84AA}" srcOrd="0" destOrd="0" presId="urn:microsoft.com/office/officeart/2018/2/layout/IconVerticalSolidList"/>
    <dgm:cxn modelId="{888B9391-4FCE-4F6C-8645-89B0E47DAAD7}" type="presParOf" srcId="{A7B19EA3-3658-464F-8172-17D1735860C6}" destId="{D881F5EF-E907-4B70-B27C-A1BEE31A375E}" srcOrd="1" destOrd="0" presId="urn:microsoft.com/office/officeart/2018/2/layout/IconVerticalSolidList"/>
    <dgm:cxn modelId="{CA55E970-982A-44E8-9DDE-EDBC2A658AD0}" type="presParOf" srcId="{A7B19EA3-3658-464F-8172-17D1735860C6}" destId="{E41D3013-4A94-4A3B-902B-2B6BCB557393}" srcOrd="2" destOrd="0" presId="urn:microsoft.com/office/officeart/2018/2/layout/IconVerticalSolidList"/>
    <dgm:cxn modelId="{F252C215-3DB6-42D1-A8F7-9097CEC82969}" type="presParOf" srcId="{A7B19EA3-3658-464F-8172-17D1735860C6}" destId="{B2AC5C86-20CD-4005-B020-941F6711844F}" srcOrd="3" destOrd="0" presId="urn:microsoft.com/office/officeart/2018/2/layout/IconVerticalSolidList"/>
    <dgm:cxn modelId="{10056F29-3CF0-46B6-A138-CD1747768321}" type="presParOf" srcId="{ABF4C45D-15C4-49D3-B04C-388C7AFC570D}" destId="{869BE282-FAB0-4A15-A539-DA3B59F9C1B6}" srcOrd="1" destOrd="0" presId="urn:microsoft.com/office/officeart/2018/2/layout/IconVerticalSolidList"/>
    <dgm:cxn modelId="{046E95E6-A701-4BDF-A06A-79F82FDD48E9}" type="presParOf" srcId="{ABF4C45D-15C4-49D3-B04C-388C7AFC570D}" destId="{BAE37994-E202-4033-8880-78BC6FEE730E}" srcOrd="2" destOrd="0" presId="urn:microsoft.com/office/officeart/2018/2/layout/IconVerticalSolidList"/>
    <dgm:cxn modelId="{8E212D19-62D9-498A-8D1B-918B00E618AF}" type="presParOf" srcId="{BAE37994-E202-4033-8880-78BC6FEE730E}" destId="{86AFC238-F655-46AB-B4B9-6CFAB4EEE339}" srcOrd="0" destOrd="0" presId="urn:microsoft.com/office/officeart/2018/2/layout/IconVerticalSolidList"/>
    <dgm:cxn modelId="{F3FB93C0-B413-489A-9EA1-3581F4E68797}" type="presParOf" srcId="{BAE37994-E202-4033-8880-78BC6FEE730E}" destId="{506C0FB1-07FE-4287-8822-A312BB62CC32}" srcOrd="1" destOrd="0" presId="urn:microsoft.com/office/officeart/2018/2/layout/IconVerticalSolidList"/>
    <dgm:cxn modelId="{20BA1D9C-6A8D-4A6A-B759-96D77B49A177}" type="presParOf" srcId="{BAE37994-E202-4033-8880-78BC6FEE730E}" destId="{099FF8FB-66A9-47D0-8F66-B67B25C0BE12}" srcOrd="2" destOrd="0" presId="urn:microsoft.com/office/officeart/2018/2/layout/IconVerticalSolidList"/>
    <dgm:cxn modelId="{5E42406F-307C-4844-9DD6-7E1C3B393974}" type="presParOf" srcId="{BAE37994-E202-4033-8880-78BC6FEE730E}" destId="{59721C85-6656-4AF3-AE8E-BA79FACC6864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14.xml><?xml version="1.0" encoding="utf-8"?>
<dgm:dataModel xmlns:dgm="http://schemas.openxmlformats.org/drawingml/2006/diagram" xmlns:a="http://schemas.openxmlformats.org/drawingml/2006/main">
  <dgm:ptLst>
    <dgm:pt modelId="{B57B6F7A-9D7F-44E7-947C-C27B176947BD}" type="doc">
      <dgm:prSet loTypeId="urn:microsoft.com/office/officeart/2005/8/layout/hProcess9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x-none"/>
        </a:p>
      </dgm:t>
    </dgm:pt>
    <dgm:pt modelId="{50953A08-5D1D-4B1A-AF14-02180DCDEB3E}">
      <dgm:prSet custT="1"/>
      <dgm:spPr/>
      <dgm:t>
        <a:bodyPr/>
        <a:lstStyle/>
        <a:p>
          <a:r>
            <a:rPr lang="en-US" altLang="en-PK" sz="2000" dirty="0"/>
            <a:t>Consider the problem of adding </a:t>
          </a:r>
          <a:r>
            <a:rPr lang="en-US" altLang="en-PK" sz="2000" b="1" i="1" dirty="0"/>
            <a:t>n</a:t>
          </a:r>
          <a:r>
            <a:rPr lang="en-US" altLang="en-PK" sz="2000" dirty="0"/>
            <a:t> numbers by using </a:t>
          </a:r>
          <a:r>
            <a:rPr lang="en-US" altLang="en-PK" sz="2000" b="1" i="1" dirty="0"/>
            <a:t>n</a:t>
          </a:r>
          <a:r>
            <a:rPr lang="en-US" altLang="en-PK" sz="2000" dirty="0"/>
            <a:t> processing elements. </a:t>
          </a:r>
          <a:endParaRPr lang="x-none" sz="2000" dirty="0"/>
        </a:p>
      </dgm:t>
    </dgm:pt>
    <dgm:pt modelId="{5089D8FB-BB02-4F85-8B7B-B3A4F5FDA1E4}" type="parTrans" cxnId="{E2C52DF6-6144-4865-92E0-AC9A411C15C6}">
      <dgm:prSet/>
      <dgm:spPr/>
      <dgm:t>
        <a:bodyPr/>
        <a:lstStyle/>
        <a:p>
          <a:endParaRPr lang="x-none"/>
        </a:p>
      </dgm:t>
    </dgm:pt>
    <dgm:pt modelId="{F1B78A0A-054E-4FF0-9B21-BCD9510B287B}" type="sibTrans" cxnId="{E2C52DF6-6144-4865-92E0-AC9A411C15C6}">
      <dgm:prSet/>
      <dgm:spPr/>
      <dgm:t>
        <a:bodyPr/>
        <a:lstStyle/>
        <a:p>
          <a:endParaRPr lang="x-none"/>
        </a:p>
      </dgm:t>
    </dgm:pt>
    <dgm:pt modelId="{D77A6FF4-8CBA-4CA1-94C5-2655FDC79908}">
      <dgm:prSet/>
      <dgm:spPr/>
      <dgm:t>
        <a:bodyPr/>
        <a:lstStyle/>
        <a:p>
          <a:r>
            <a:rPr lang="en-US" altLang="en-PK" dirty="0"/>
            <a:t>If </a:t>
          </a:r>
          <a:r>
            <a:rPr lang="en-US" altLang="en-PK" b="1" i="1" dirty="0"/>
            <a:t>n</a:t>
          </a:r>
          <a:r>
            <a:rPr lang="en-US" altLang="en-PK" dirty="0"/>
            <a:t> is a power of two, we can perform this operation in </a:t>
          </a:r>
          <a:r>
            <a:rPr lang="en-US" altLang="en-PK" b="1" dirty="0"/>
            <a:t>log</a:t>
          </a:r>
          <a:r>
            <a:rPr lang="en-US" altLang="en-PK" b="1" i="1" dirty="0"/>
            <a:t> n</a:t>
          </a:r>
          <a:r>
            <a:rPr lang="en-US" altLang="en-PK" dirty="0"/>
            <a:t> steps by propagating partial sums up a logical binary tree of processors. </a:t>
          </a:r>
          <a:endParaRPr lang="x-none" dirty="0"/>
        </a:p>
      </dgm:t>
    </dgm:pt>
    <dgm:pt modelId="{3165091E-AA8E-4338-8115-5553B8A32499}" type="parTrans" cxnId="{D296A30B-094B-4A1F-893E-7EC188E5A84E}">
      <dgm:prSet/>
      <dgm:spPr/>
      <dgm:t>
        <a:bodyPr/>
        <a:lstStyle/>
        <a:p>
          <a:endParaRPr lang="x-none"/>
        </a:p>
      </dgm:t>
    </dgm:pt>
    <dgm:pt modelId="{10F67AAE-9614-4307-8C30-FC36948913F8}" type="sibTrans" cxnId="{D296A30B-094B-4A1F-893E-7EC188E5A84E}">
      <dgm:prSet/>
      <dgm:spPr/>
      <dgm:t>
        <a:bodyPr/>
        <a:lstStyle/>
        <a:p>
          <a:endParaRPr lang="x-none"/>
        </a:p>
      </dgm:t>
    </dgm:pt>
    <dgm:pt modelId="{F744A4DC-9443-4DFA-8648-84FB89A34382}" type="pres">
      <dgm:prSet presAssocID="{B57B6F7A-9D7F-44E7-947C-C27B176947BD}" presName="CompostProcess" presStyleCnt="0">
        <dgm:presLayoutVars>
          <dgm:dir/>
          <dgm:resizeHandles val="exact"/>
        </dgm:presLayoutVars>
      </dgm:prSet>
      <dgm:spPr/>
    </dgm:pt>
    <dgm:pt modelId="{0FCA9D39-C6BB-4395-9481-7D11F4C6909F}" type="pres">
      <dgm:prSet presAssocID="{B57B6F7A-9D7F-44E7-947C-C27B176947BD}" presName="arrow" presStyleLbl="bgShp" presStyleIdx="0" presStyleCnt="1" custScaleX="117647"/>
      <dgm:spPr/>
    </dgm:pt>
    <dgm:pt modelId="{D14F6A16-AC1C-43D7-9AD9-9B29B7B7F509}" type="pres">
      <dgm:prSet presAssocID="{B57B6F7A-9D7F-44E7-947C-C27B176947BD}" presName="linearProcess" presStyleCnt="0"/>
      <dgm:spPr/>
    </dgm:pt>
    <dgm:pt modelId="{047A4F0A-0B8D-48BA-9910-E99A2C2A8EFF}" type="pres">
      <dgm:prSet presAssocID="{50953A08-5D1D-4B1A-AF14-02180DCDEB3E}" presName="textNode" presStyleLbl="node1" presStyleIdx="0" presStyleCnt="2" custScaleX="89785">
        <dgm:presLayoutVars>
          <dgm:bulletEnabled val="1"/>
        </dgm:presLayoutVars>
      </dgm:prSet>
      <dgm:spPr/>
    </dgm:pt>
    <dgm:pt modelId="{17BA247D-1EF2-4543-80FD-4B222BACABBE}" type="pres">
      <dgm:prSet presAssocID="{F1B78A0A-054E-4FF0-9B21-BCD9510B287B}" presName="sibTrans" presStyleCnt="0"/>
      <dgm:spPr/>
    </dgm:pt>
    <dgm:pt modelId="{418CB92C-366C-4FF8-97AC-66FBD22B220C}" type="pres">
      <dgm:prSet presAssocID="{D77A6FF4-8CBA-4CA1-94C5-2655FDC79908}" presName="textNode" presStyleLbl="node1" presStyleIdx="1" presStyleCnt="2" custScaleX="94633">
        <dgm:presLayoutVars>
          <dgm:bulletEnabled val="1"/>
        </dgm:presLayoutVars>
      </dgm:prSet>
      <dgm:spPr/>
    </dgm:pt>
  </dgm:ptLst>
  <dgm:cxnLst>
    <dgm:cxn modelId="{D296A30B-094B-4A1F-893E-7EC188E5A84E}" srcId="{B57B6F7A-9D7F-44E7-947C-C27B176947BD}" destId="{D77A6FF4-8CBA-4CA1-94C5-2655FDC79908}" srcOrd="1" destOrd="0" parTransId="{3165091E-AA8E-4338-8115-5553B8A32499}" sibTransId="{10F67AAE-9614-4307-8C30-FC36948913F8}"/>
    <dgm:cxn modelId="{0EB1E465-0C99-4AC0-9002-6A2087AAE603}" type="presOf" srcId="{B57B6F7A-9D7F-44E7-947C-C27B176947BD}" destId="{F744A4DC-9443-4DFA-8648-84FB89A34382}" srcOrd="0" destOrd="0" presId="urn:microsoft.com/office/officeart/2005/8/layout/hProcess9"/>
    <dgm:cxn modelId="{6DE5D972-C47F-44FD-B493-90BA04F172F6}" type="presOf" srcId="{D77A6FF4-8CBA-4CA1-94C5-2655FDC79908}" destId="{418CB92C-366C-4FF8-97AC-66FBD22B220C}" srcOrd="0" destOrd="0" presId="urn:microsoft.com/office/officeart/2005/8/layout/hProcess9"/>
    <dgm:cxn modelId="{3755CC7A-5C2E-4CC5-9C83-7B34025BB44C}" type="presOf" srcId="{50953A08-5D1D-4B1A-AF14-02180DCDEB3E}" destId="{047A4F0A-0B8D-48BA-9910-E99A2C2A8EFF}" srcOrd="0" destOrd="0" presId="urn:microsoft.com/office/officeart/2005/8/layout/hProcess9"/>
    <dgm:cxn modelId="{E2C52DF6-6144-4865-92E0-AC9A411C15C6}" srcId="{B57B6F7A-9D7F-44E7-947C-C27B176947BD}" destId="{50953A08-5D1D-4B1A-AF14-02180DCDEB3E}" srcOrd="0" destOrd="0" parTransId="{5089D8FB-BB02-4F85-8B7B-B3A4F5FDA1E4}" sibTransId="{F1B78A0A-054E-4FF0-9B21-BCD9510B287B}"/>
    <dgm:cxn modelId="{68E5C97B-4EC6-4F87-93CD-2A7FB0DC1DB9}" type="presParOf" srcId="{F744A4DC-9443-4DFA-8648-84FB89A34382}" destId="{0FCA9D39-C6BB-4395-9481-7D11F4C6909F}" srcOrd="0" destOrd="0" presId="urn:microsoft.com/office/officeart/2005/8/layout/hProcess9"/>
    <dgm:cxn modelId="{277D086F-711A-4056-8458-F5247B71BB65}" type="presParOf" srcId="{F744A4DC-9443-4DFA-8648-84FB89A34382}" destId="{D14F6A16-AC1C-43D7-9AD9-9B29B7B7F509}" srcOrd="1" destOrd="0" presId="urn:microsoft.com/office/officeart/2005/8/layout/hProcess9"/>
    <dgm:cxn modelId="{8D1F9A04-D0A9-4119-A6E1-5933BF153312}" type="presParOf" srcId="{D14F6A16-AC1C-43D7-9AD9-9B29B7B7F509}" destId="{047A4F0A-0B8D-48BA-9910-E99A2C2A8EFF}" srcOrd="0" destOrd="0" presId="urn:microsoft.com/office/officeart/2005/8/layout/hProcess9"/>
    <dgm:cxn modelId="{6BEF2207-577E-4304-BAC0-4F0C637CDC91}" type="presParOf" srcId="{D14F6A16-AC1C-43D7-9AD9-9B29B7B7F509}" destId="{17BA247D-1EF2-4543-80FD-4B222BACABBE}" srcOrd="1" destOrd="0" presId="urn:microsoft.com/office/officeart/2005/8/layout/hProcess9"/>
    <dgm:cxn modelId="{0E2EA923-2B31-4A8F-958E-561CEAF88475}" type="presParOf" srcId="{D14F6A16-AC1C-43D7-9AD9-9B29B7B7F509}" destId="{418CB92C-366C-4FF8-97AC-66FBD22B220C}" srcOrd="2" destOrd="0" presId="urn:microsoft.com/office/officeart/2005/8/layout/hProcess9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15.xml><?xml version="1.0" encoding="utf-8"?>
<dgm:dataModel xmlns:dgm="http://schemas.openxmlformats.org/drawingml/2006/diagram" xmlns:a="http://schemas.openxmlformats.org/drawingml/2006/main">
  <dgm:ptLst>
    <dgm:pt modelId="{ED3F1A89-BC85-4253-966C-7691B172F16B}" type="doc">
      <dgm:prSet loTypeId="urn:microsoft.com/office/officeart/2005/8/layout/process4" loCatId="process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A81C1329-B344-4E5A-9AEE-1B757B613B4D}">
      <dgm:prSet custT="1"/>
      <dgm:spPr/>
      <dgm:t>
        <a:bodyPr/>
        <a:lstStyle/>
        <a:p>
          <a:r>
            <a:rPr lang="en-US" altLang="en-PK" sz="2000" kern="1200" dirty="0">
              <a:solidFill>
                <a:srgbClr val="FFFFFF"/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</a:rPr>
            <a:t>If an addition takes constant time, say, </a:t>
          </a:r>
          <a:r>
            <a:rPr lang="en-US" altLang="en-PK" sz="2000" b="1" i="1" kern="1200" dirty="0" err="1"/>
            <a:t>t</a:t>
          </a:r>
          <a:r>
            <a:rPr lang="en-US" altLang="en-PK" sz="2000" b="1" i="1" kern="1200" baseline="-25000" dirty="0" err="1"/>
            <a:t>c</a:t>
          </a:r>
          <a:r>
            <a:rPr lang="en-US" altLang="en-PK" sz="2000" b="1" i="1" kern="1200" baseline="-25000" dirty="0"/>
            <a:t> </a:t>
          </a:r>
          <a:r>
            <a:rPr lang="en-US" altLang="en-PK" sz="2000" kern="1200" dirty="0">
              <a:solidFill>
                <a:srgbClr val="FFFFFF"/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</a:rPr>
            <a:t>and communication of a single word takes time </a:t>
          </a:r>
          <a:r>
            <a:rPr lang="en-US" altLang="en-PK" sz="2000" b="1" i="1" kern="1200" dirty="0" err="1"/>
            <a:t>t</a:t>
          </a:r>
          <a:r>
            <a:rPr lang="en-US" altLang="en-PK" sz="2000" b="1" i="1" kern="1200" baseline="-25000" dirty="0" err="1"/>
            <a:t>s</a:t>
          </a:r>
          <a:r>
            <a:rPr lang="en-US" altLang="en-PK" sz="2000" kern="1200" dirty="0"/>
            <a:t> + </a:t>
          </a:r>
          <a:r>
            <a:rPr lang="en-US" altLang="en-PK" sz="2000" b="1" i="1" kern="1200" dirty="0" err="1"/>
            <a:t>t</a:t>
          </a:r>
          <a:r>
            <a:rPr lang="en-US" altLang="en-PK" sz="2000" b="1" i="1" kern="1200" baseline="-25000" dirty="0" err="1"/>
            <a:t>w</a:t>
          </a:r>
          <a:r>
            <a:rPr lang="en-US" altLang="en-PK" sz="2000" kern="1200" dirty="0"/>
            <a:t>, </a:t>
          </a:r>
        </a:p>
        <a:p>
          <a:r>
            <a:rPr lang="en-US" altLang="en-PK" sz="2000" kern="1200" dirty="0">
              <a:solidFill>
                <a:srgbClr val="FFFFFF"/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</a:rPr>
            <a:t>we have the parallel time </a:t>
          </a:r>
        </a:p>
        <a:p>
          <a:pPr>
            <a:buFontTx/>
            <a:buNone/>
          </a:pPr>
          <a:r>
            <a:rPr lang="en-US" altLang="en-PK" sz="2000" b="1" i="1" kern="1200" dirty="0"/>
            <a:t>T</a:t>
          </a:r>
          <a:r>
            <a:rPr lang="en-US" altLang="en-PK" sz="2000" b="1" i="1" kern="1200" baseline="-25000" dirty="0"/>
            <a:t>P</a:t>
          </a:r>
          <a:r>
            <a:rPr lang="en-US" altLang="en-PK" sz="2000" kern="1200" dirty="0"/>
            <a:t> = </a:t>
          </a:r>
          <a:r>
            <a:rPr lang="el-GR" altLang="en-PK" sz="2000" kern="1200" dirty="0">
              <a:cs typeface="Arial" panose="020B0604020202020204" pitchFamily="34" charset="0"/>
            </a:rPr>
            <a:t>Θ</a:t>
          </a:r>
          <a:r>
            <a:rPr lang="en-US" altLang="en-PK" sz="2000" kern="1200" dirty="0"/>
            <a:t> (</a:t>
          </a:r>
          <a:r>
            <a:rPr lang="en-US" altLang="en-PK" sz="2000" b="1" kern="1200" dirty="0"/>
            <a:t>log</a:t>
          </a:r>
          <a:r>
            <a:rPr lang="en-US" altLang="en-PK" sz="2000" b="1" i="1" kern="1200" dirty="0"/>
            <a:t> n</a:t>
          </a:r>
          <a:r>
            <a:rPr lang="en-US" altLang="en-PK" sz="2000" kern="1200" dirty="0"/>
            <a:t>)</a:t>
          </a:r>
          <a:endParaRPr lang="en-US" sz="2000" kern="1200" dirty="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B33391AB-DB71-40D7-86F3-385E5740A321}" type="parTrans" cxnId="{FA119128-D452-41E2-9C6E-53C9ADAEBB6D}">
      <dgm:prSet/>
      <dgm:spPr/>
      <dgm:t>
        <a:bodyPr/>
        <a:lstStyle/>
        <a:p>
          <a:endParaRPr lang="en-US"/>
        </a:p>
      </dgm:t>
    </dgm:pt>
    <dgm:pt modelId="{830BC0B3-C352-4C9D-8CDA-36F8FD52D51E}" type="sibTrans" cxnId="{FA119128-D452-41E2-9C6E-53C9ADAEBB6D}">
      <dgm:prSet/>
      <dgm:spPr/>
      <dgm:t>
        <a:bodyPr/>
        <a:lstStyle/>
        <a:p>
          <a:endParaRPr lang="en-US"/>
        </a:p>
      </dgm:t>
    </dgm:pt>
    <dgm:pt modelId="{C7BD31F1-F07C-400E-84EB-6AD62D2729E9}">
      <dgm:prSet custT="1"/>
      <dgm:spPr/>
      <dgm:t>
        <a:bodyPr/>
        <a:lstStyle/>
        <a:p>
          <a:r>
            <a:rPr lang="en-US" altLang="en-PK" sz="2000" kern="1200" dirty="0">
              <a:solidFill>
                <a:srgbClr val="FFFFFF"/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</a:rPr>
            <a:t>We know that </a:t>
          </a:r>
          <a:r>
            <a:rPr lang="en-US" altLang="en-PK" sz="2000" b="1" i="1" kern="1200" dirty="0"/>
            <a:t>T</a:t>
          </a:r>
          <a:r>
            <a:rPr lang="en-US" altLang="en-PK" sz="2000" b="1" i="1" kern="1200" baseline="-25000" dirty="0"/>
            <a:t>S </a:t>
          </a:r>
          <a:r>
            <a:rPr lang="en-US" altLang="en-PK" sz="2000" kern="1200" dirty="0"/>
            <a:t>= </a:t>
          </a:r>
          <a:r>
            <a:rPr lang="el-GR" altLang="en-PK" sz="2000" kern="1200" dirty="0">
              <a:cs typeface="Arial" panose="020B0604020202020204" pitchFamily="34" charset="0"/>
            </a:rPr>
            <a:t>Θ</a:t>
          </a:r>
          <a:r>
            <a:rPr lang="en-US" altLang="en-PK" sz="2000" kern="1200" dirty="0"/>
            <a:t> (</a:t>
          </a:r>
          <a:r>
            <a:rPr lang="en-US" altLang="en-PK" sz="2000" b="1" i="1" kern="1200" dirty="0"/>
            <a:t>n</a:t>
          </a:r>
          <a:r>
            <a:rPr lang="en-US" altLang="en-PK" sz="2000" kern="1200" dirty="0"/>
            <a:t>)</a:t>
          </a:r>
          <a:endParaRPr lang="en-US" sz="2000" kern="1200" dirty="0">
            <a:solidFill>
              <a:srgbClr val="FFFFFF"/>
            </a:solidFill>
            <a:latin typeface="Arial" panose="020B0604020202020204" pitchFamily="34" charset="0"/>
            <a:ea typeface="+mn-ea"/>
            <a:cs typeface="Arial" panose="020B0604020202020204" pitchFamily="34" charset="0"/>
          </a:endParaRPr>
        </a:p>
      </dgm:t>
    </dgm:pt>
    <dgm:pt modelId="{9DCD4935-E66C-464A-B28A-DF8838CF5FBD}" type="parTrans" cxnId="{942A2152-9C57-46BD-B674-A911D839BB48}">
      <dgm:prSet/>
      <dgm:spPr/>
      <dgm:t>
        <a:bodyPr/>
        <a:lstStyle/>
        <a:p>
          <a:endParaRPr lang="en-US"/>
        </a:p>
      </dgm:t>
    </dgm:pt>
    <dgm:pt modelId="{A132BD8E-B995-4201-A70A-D10386287ED8}" type="sibTrans" cxnId="{942A2152-9C57-46BD-B674-A911D839BB48}">
      <dgm:prSet/>
      <dgm:spPr/>
      <dgm:t>
        <a:bodyPr/>
        <a:lstStyle/>
        <a:p>
          <a:endParaRPr lang="en-US"/>
        </a:p>
      </dgm:t>
    </dgm:pt>
    <dgm:pt modelId="{A13D41A9-423E-4218-A1D5-F6E5404F7FF9}">
      <dgm:prSet custT="1"/>
      <dgm:spPr/>
      <dgm:t>
        <a:bodyPr/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en-PK" sz="2000" kern="1200" dirty="0">
              <a:solidFill>
                <a:srgbClr val="FFFFFF"/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</a:rPr>
            <a:t>Speedup</a:t>
          </a:r>
          <a:r>
            <a:rPr lang="en-US" altLang="en-PK" sz="2000" kern="1200" dirty="0"/>
            <a:t> </a:t>
          </a:r>
          <a:r>
            <a:rPr lang="en-US" altLang="en-PK" sz="2000" b="1" i="1" kern="1200" dirty="0"/>
            <a:t>S</a:t>
          </a:r>
          <a:r>
            <a:rPr lang="en-US" altLang="en-PK" sz="2000" kern="1200" dirty="0"/>
            <a:t> </a:t>
          </a:r>
          <a:r>
            <a:rPr lang="en-US" altLang="en-PK" sz="2000" kern="1200" dirty="0">
              <a:solidFill>
                <a:srgbClr val="FFFFFF"/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</a:rPr>
            <a:t>is given by </a:t>
          </a:r>
          <a:r>
            <a:rPr lang="en-US" altLang="en-PK" sz="2000" b="1" i="1" kern="1200" dirty="0"/>
            <a:t>S</a:t>
          </a:r>
          <a:r>
            <a:rPr lang="en-US" altLang="en-PK" sz="2000" kern="1200" dirty="0"/>
            <a:t> = </a:t>
          </a:r>
          <a:r>
            <a:rPr lang="el-GR" altLang="en-PK" sz="2000" kern="1200" dirty="0">
              <a:cs typeface="Arial" panose="020B0604020202020204" pitchFamily="34" charset="0"/>
            </a:rPr>
            <a:t>Θ</a:t>
          </a:r>
          <a:r>
            <a:rPr lang="en-US" altLang="en-PK" sz="2000" kern="1200" dirty="0"/>
            <a:t> (</a:t>
          </a:r>
          <a:r>
            <a:rPr lang="en-US" altLang="en-PK" sz="2000" b="1" i="1" kern="1200" dirty="0"/>
            <a:t>n </a:t>
          </a:r>
          <a:r>
            <a:rPr lang="en-US" altLang="en-PK" sz="2000" i="1" kern="1200" dirty="0"/>
            <a:t>/</a:t>
          </a:r>
          <a:r>
            <a:rPr lang="en-US" altLang="en-PK" sz="2000" b="1" i="1" kern="1200" dirty="0"/>
            <a:t> </a:t>
          </a:r>
          <a:r>
            <a:rPr lang="en-US" altLang="en-PK" sz="2000" b="1" kern="1200" dirty="0"/>
            <a:t>log</a:t>
          </a:r>
          <a:r>
            <a:rPr lang="en-US" altLang="en-PK" sz="2000" b="1" i="1" kern="1200" dirty="0"/>
            <a:t> n</a:t>
          </a:r>
          <a:r>
            <a:rPr lang="en-US" altLang="en-PK" sz="2000" kern="1200" dirty="0"/>
            <a:t>)</a:t>
          </a:r>
          <a:endParaRPr lang="en-US" sz="2000" kern="1200" dirty="0">
            <a:solidFill>
              <a:srgbClr val="FFFFFF"/>
            </a:solidFill>
            <a:latin typeface="Arial" panose="020B0604020202020204" pitchFamily="34" charset="0"/>
            <a:ea typeface="+mn-ea"/>
            <a:cs typeface="Arial" panose="020B0604020202020204" pitchFamily="34" charset="0"/>
          </a:endParaRPr>
        </a:p>
      </dgm:t>
    </dgm:pt>
    <dgm:pt modelId="{6B4DF925-2FDF-486B-8B36-2275C15F3634}" type="parTrans" cxnId="{FBF04F38-3441-4E6C-AFB6-70A10CE76D6A}">
      <dgm:prSet/>
      <dgm:spPr/>
      <dgm:t>
        <a:bodyPr/>
        <a:lstStyle/>
        <a:p>
          <a:endParaRPr lang="en-US"/>
        </a:p>
      </dgm:t>
    </dgm:pt>
    <dgm:pt modelId="{D06D0E17-D81A-476A-A002-D66157174317}" type="sibTrans" cxnId="{FBF04F38-3441-4E6C-AFB6-70A10CE76D6A}">
      <dgm:prSet/>
      <dgm:spPr/>
      <dgm:t>
        <a:bodyPr/>
        <a:lstStyle/>
        <a:p>
          <a:endParaRPr lang="en-US"/>
        </a:p>
      </dgm:t>
    </dgm:pt>
    <dgm:pt modelId="{D45A85E9-E987-417E-BD41-751858389537}" type="pres">
      <dgm:prSet presAssocID="{ED3F1A89-BC85-4253-966C-7691B172F16B}" presName="Name0" presStyleCnt="0">
        <dgm:presLayoutVars>
          <dgm:dir/>
          <dgm:animLvl val="lvl"/>
          <dgm:resizeHandles val="exact"/>
        </dgm:presLayoutVars>
      </dgm:prSet>
      <dgm:spPr/>
    </dgm:pt>
    <dgm:pt modelId="{D9EF12B2-0920-45FC-BE90-686DD4A2FF0B}" type="pres">
      <dgm:prSet presAssocID="{A13D41A9-423E-4218-A1D5-F6E5404F7FF9}" presName="boxAndChildren" presStyleCnt="0"/>
      <dgm:spPr/>
    </dgm:pt>
    <dgm:pt modelId="{10360388-DC28-4255-9125-BC82C60B9129}" type="pres">
      <dgm:prSet presAssocID="{A13D41A9-423E-4218-A1D5-F6E5404F7FF9}" presName="parentTextBox" presStyleLbl="node1" presStyleIdx="0" presStyleCnt="3" custScaleY="124076"/>
      <dgm:spPr/>
    </dgm:pt>
    <dgm:pt modelId="{2CD74837-1C55-417D-8143-9591BE7910EE}" type="pres">
      <dgm:prSet presAssocID="{A132BD8E-B995-4201-A70A-D10386287ED8}" presName="sp" presStyleCnt="0"/>
      <dgm:spPr/>
    </dgm:pt>
    <dgm:pt modelId="{AC7B8C44-3C33-47A0-A7D0-1C7D6F5A2E4D}" type="pres">
      <dgm:prSet presAssocID="{C7BD31F1-F07C-400E-84EB-6AD62D2729E9}" presName="arrowAndChildren" presStyleCnt="0"/>
      <dgm:spPr/>
    </dgm:pt>
    <dgm:pt modelId="{B037029F-467A-4175-ACCD-5BB0BAD5F108}" type="pres">
      <dgm:prSet presAssocID="{C7BD31F1-F07C-400E-84EB-6AD62D2729E9}" presName="parentTextArrow" presStyleLbl="node1" presStyleIdx="1" presStyleCnt="3" custScaleY="116666"/>
      <dgm:spPr/>
    </dgm:pt>
    <dgm:pt modelId="{465EC2C6-C5F3-42BB-B040-B92617C02F61}" type="pres">
      <dgm:prSet presAssocID="{830BC0B3-C352-4C9D-8CDA-36F8FD52D51E}" presName="sp" presStyleCnt="0"/>
      <dgm:spPr/>
    </dgm:pt>
    <dgm:pt modelId="{0620A790-EBB2-4DC4-8333-804850CBED30}" type="pres">
      <dgm:prSet presAssocID="{A81C1329-B344-4E5A-9AEE-1B757B613B4D}" presName="arrowAndChildren" presStyleCnt="0"/>
      <dgm:spPr/>
    </dgm:pt>
    <dgm:pt modelId="{91A80EC5-5433-486D-A2A1-39BF10E8DFEC}" type="pres">
      <dgm:prSet presAssocID="{A81C1329-B344-4E5A-9AEE-1B757B613B4D}" presName="parentTextArrow" presStyleLbl="node1" presStyleIdx="2" presStyleCnt="3" custScaleY="187091"/>
      <dgm:spPr/>
    </dgm:pt>
  </dgm:ptLst>
  <dgm:cxnLst>
    <dgm:cxn modelId="{308D7800-BD43-44D6-B860-E961807B697F}" type="presOf" srcId="{C7BD31F1-F07C-400E-84EB-6AD62D2729E9}" destId="{B037029F-467A-4175-ACCD-5BB0BAD5F108}" srcOrd="0" destOrd="0" presId="urn:microsoft.com/office/officeart/2005/8/layout/process4"/>
    <dgm:cxn modelId="{719FE103-95FD-4C13-B2E7-404A9F1E0E21}" type="presOf" srcId="{A13D41A9-423E-4218-A1D5-F6E5404F7FF9}" destId="{10360388-DC28-4255-9125-BC82C60B9129}" srcOrd="0" destOrd="0" presId="urn:microsoft.com/office/officeart/2005/8/layout/process4"/>
    <dgm:cxn modelId="{FA119128-D452-41E2-9C6E-53C9ADAEBB6D}" srcId="{ED3F1A89-BC85-4253-966C-7691B172F16B}" destId="{A81C1329-B344-4E5A-9AEE-1B757B613B4D}" srcOrd="0" destOrd="0" parTransId="{B33391AB-DB71-40D7-86F3-385E5740A321}" sibTransId="{830BC0B3-C352-4C9D-8CDA-36F8FD52D51E}"/>
    <dgm:cxn modelId="{FBF04F38-3441-4E6C-AFB6-70A10CE76D6A}" srcId="{ED3F1A89-BC85-4253-966C-7691B172F16B}" destId="{A13D41A9-423E-4218-A1D5-F6E5404F7FF9}" srcOrd="2" destOrd="0" parTransId="{6B4DF925-2FDF-486B-8B36-2275C15F3634}" sibTransId="{D06D0E17-D81A-476A-A002-D66157174317}"/>
    <dgm:cxn modelId="{942A2152-9C57-46BD-B674-A911D839BB48}" srcId="{ED3F1A89-BC85-4253-966C-7691B172F16B}" destId="{C7BD31F1-F07C-400E-84EB-6AD62D2729E9}" srcOrd="1" destOrd="0" parTransId="{9DCD4935-E66C-464A-B28A-DF8838CF5FBD}" sibTransId="{A132BD8E-B995-4201-A70A-D10386287ED8}"/>
    <dgm:cxn modelId="{463E3DDC-BD02-442C-9995-862DE238D12C}" type="presOf" srcId="{A81C1329-B344-4E5A-9AEE-1B757B613B4D}" destId="{91A80EC5-5433-486D-A2A1-39BF10E8DFEC}" srcOrd="0" destOrd="0" presId="urn:microsoft.com/office/officeart/2005/8/layout/process4"/>
    <dgm:cxn modelId="{9F1A38FE-87FA-449E-A591-A70F4F19F652}" type="presOf" srcId="{ED3F1A89-BC85-4253-966C-7691B172F16B}" destId="{D45A85E9-E987-417E-BD41-751858389537}" srcOrd="0" destOrd="0" presId="urn:microsoft.com/office/officeart/2005/8/layout/process4"/>
    <dgm:cxn modelId="{47DDAC56-5256-4C29-8854-E60B44D2C994}" type="presParOf" srcId="{D45A85E9-E987-417E-BD41-751858389537}" destId="{D9EF12B2-0920-45FC-BE90-686DD4A2FF0B}" srcOrd="0" destOrd="0" presId="urn:microsoft.com/office/officeart/2005/8/layout/process4"/>
    <dgm:cxn modelId="{44ADBB10-8538-4210-A2BC-6A81F6AB9176}" type="presParOf" srcId="{D9EF12B2-0920-45FC-BE90-686DD4A2FF0B}" destId="{10360388-DC28-4255-9125-BC82C60B9129}" srcOrd="0" destOrd="0" presId="urn:microsoft.com/office/officeart/2005/8/layout/process4"/>
    <dgm:cxn modelId="{5CD108CB-4FBC-4D1F-8D17-9D79799FFC87}" type="presParOf" srcId="{D45A85E9-E987-417E-BD41-751858389537}" destId="{2CD74837-1C55-417D-8143-9591BE7910EE}" srcOrd="1" destOrd="0" presId="urn:microsoft.com/office/officeart/2005/8/layout/process4"/>
    <dgm:cxn modelId="{B247C125-00E8-46D3-8794-0267DA3A85E6}" type="presParOf" srcId="{D45A85E9-E987-417E-BD41-751858389537}" destId="{AC7B8C44-3C33-47A0-A7D0-1C7D6F5A2E4D}" srcOrd="2" destOrd="0" presId="urn:microsoft.com/office/officeart/2005/8/layout/process4"/>
    <dgm:cxn modelId="{A9EE3BF7-335D-4A25-A461-5C07159DCF98}" type="presParOf" srcId="{AC7B8C44-3C33-47A0-A7D0-1C7D6F5A2E4D}" destId="{B037029F-467A-4175-ACCD-5BB0BAD5F108}" srcOrd="0" destOrd="0" presId="urn:microsoft.com/office/officeart/2005/8/layout/process4"/>
    <dgm:cxn modelId="{79DAF7AC-C23A-4EC0-B414-8688F6F0607C}" type="presParOf" srcId="{D45A85E9-E987-417E-BD41-751858389537}" destId="{465EC2C6-C5F3-42BB-B040-B92617C02F61}" srcOrd="3" destOrd="0" presId="urn:microsoft.com/office/officeart/2005/8/layout/process4"/>
    <dgm:cxn modelId="{0DD06149-F6BC-4769-A3FA-DCD33F1D7E31}" type="presParOf" srcId="{D45A85E9-E987-417E-BD41-751858389537}" destId="{0620A790-EBB2-4DC4-8333-804850CBED30}" srcOrd="4" destOrd="0" presId="urn:microsoft.com/office/officeart/2005/8/layout/process4"/>
    <dgm:cxn modelId="{A7D0409C-3EB2-44D5-AC76-C21C782B6A3C}" type="presParOf" srcId="{0620A790-EBB2-4DC4-8333-804850CBED30}" destId="{91A80EC5-5433-486D-A2A1-39BF10E8DFEC}" srcOrd="0" destOrd="0" presId="urn:microsoft.com/office/officeart/2005/8/layout/process4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16.xml><?xml version="1.0" encoding="utf-8"?>
<dgm:dataModel xmlns:dgm="http://schemas.openxmlformats.org/drawingml/2006/diagram" xmlns:a="http://schemas.openxmlformats.org/drawingml/2006/main">
  <dgm:ptLst>
    <dgm:pt modelId="{013D65E9-D98E-4B35-B119-F6B16588C554}" type="doc">
      <dgm:prSet loTypeId="urn:microsoft.com/office/officeart/2005/8/layout/process4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x-none"/>
        </a:p>
      </dgm:t>
    </dgm:pt>
    <dgm:pt modelId="{3120606B-2A4B-444F-8EBC-68C7C87C2896}">
      <dgm:prSet custT="1"/>
      <dgm:spPr>
        <a:solidFill>
          <a:schemeClr val="accent2">
            <a:lumMod val="75000"/>
          </a:schemeClr>
        </a:solidFill>
      </dgm:spPr>
      <dgm:t>
        <a:bodyPr/>
        <a:lstStyle/>
        <a:p>
          <a:pPr algn="ctr"/>
          <a:r>
            <a:rPr lang="en-US" altLang="en-PK" sz="2000" kern="1200" dirty="0"/>
            <a:t>For a given problem, there might be many serial algorithms available. These algorithms may have different asymptotic runtimes and may be parallelizable to different degrees. </a:t>
          </a:r>
          <a:endParaRPr lang="en-US" sz="2000" kern="1200" dirty="0">
            <a:solidFill>
              <a:srgbClr val="FFFFFF"/>
            </a:solidFill>
            <a:latin typeface="Arial" panose="020B0604020202020204" pitchFamily="34" charset="0"/>
            <a:ea typeface="+mn-ea"/>
            <a:cs typeface="Arial" panose="020B0604020202020204" pitchFamily="34" charset="0"/>
          </a:endParaRPr>
        </a:p>
      </dgm:t>
    </dgm:pt>
    <dgm:pt modelId="{D0A0B0EF-FD53-41BC-BF37-408093AD03C7}" type="parTrans" cxnId="{F43E49F1-71D9-4E6E-B980-08C048578E52}">
      <dgm:prSet/>
      <dgm:spPr/>
      <dgm:t>
        <a:bodyPr/>
        <a:lstStyle/>
        <a:p>
          <a:endParaRPr lang="x-none"/>
        </a:p>
      </dgm:t>
    </dgm:pt>
    <dgm:pt modelId="{030E0815-8A9D-462B-BC06-7EBD230DE95A}" type="sibTrans" cxnId="{F43E49F1-71D9-4E6E-B980-08C048578E52}">
      <dgm:prSet/>
      <dgm:spPr/>
      <dgm:t>
        <a:bodyPr/>
        <a:lstStyle/>
        <a:p>
          <a:endParaRPr lang="x-none"/>
        </a:p>
      </dgm:t>
    </dgm:pt>
    <dgm:pt modelId="{14228461-6FEA-4959-8FD8-BCBFB10748D8}">
      <dgm:prSet custT="1"/>
      <dgm:spPr>
        <a:solidFill>
          <a:schemeClr val="accent3">
            <a:lumMod val="75000"/>
          </a:schemeClr>
        </a:solidFill>
      </dgm:spPr>
      <dgm:t>
        <a:bodyPr/>
        <a:lstStyle/>
        <a:p>
          <a:pPr algn="ctr"/>
          <a:r>
            <a:rPr lang="en-US" altLang="en-PK" sz="2000" kern="1200" dirty="0"/>
            <a:t>For the purpose of computing speedup, we always consider the best sequential program as the baseline. </a:t>
          </a:r>
          <a:endParaRPr lang="en-US" sz="2000" kern="1200" dirty="0">
            <a:solidFill>
              <a:srgbClr val="FFFFFF"/>
            </a:solidFill>
            <a:latin typeface="Arial" panose="020B0604020202020204" pitchFamily="34" charset="0"/>
            <a:ea typeface="+mn-ea"/>
            <a:cs typeface="Arial" panose="020B0604020202020204" pitchFamily="34" charset="0"/>
          </a:endParaRPr>
        </a:p>
      </dgm:t>
    </dgm:pt>
    <dgm:pt modelId="{A53C8E23-01A4-4483-94BD-C5BDBF6CCE54}" type="parTrans" cxnId="{4786EC36-3F08-4D73-8F3D-FBC51EF2FDA9}">
      <dgm:prSet/>
      <dgm:spPr/>
      <dgm:t>
        <a:bodyPr/>
        <a:lstStyle/>
        <a:p>
          <a:endParaRPr lang="en-US"/>
        </a:p>
      </dgm:t>
    </dgm:pt>
    <dgm:pt modelId="{900AEE4F-6D15-4B3D-BEBA-FB895B43DAD6}" type="sibTrans" cxnId="{4786EC36-3F08-4D73-8F3D-FBC51EF2FDA9}">
      <dgm:prSet/>
      <dgm:spPr/>
      <dgm:t>
        <a:bodyPr/>
        <a:lstStyle/>
        <a:p>
          <a:endParaRPr lang="en-US"/>
        </a:p>
      </dgm:t>
    </dgm:pt>
    <dgm:pt modelId="{F11CE2CF-77DF-4995-95A6-DDE4A9789087}" type="pres">
      <dgm:prSet presAssocID="{013D65E9-D98E-4B35-B119-F6B16588C554}" presName="Name0" presStyleCnt="0">
        <dgm:presLayoutVars>
          <dgm:dir/>
          <dgm:animLvl val="lvl"/>
          <dgm:resizeHandles val="exact"/>
        </dgm:presLayoutVars>
      </dgm:prSet>
      <dgm:spPr/>
    </dgm:pt>
    <dgm:pt modelId="{D480BB7D-3103-4E4F-A52A-80FA900A2D0F}" type="pres">
      <dgm:prSet presAssocID="{14228461-6FEA-4959-8FD8-BCBFB10748D8}" presName="boxAndChildren" presStyleCnt="0"/>
      <dgm:spPr/>
    </dgm:pt>
    <dgm:pt modelId="{EAF7D40D-FD0A-4EE9-B27B-9BF3588A7121}" type="pres">
      <dgm:prSet presAssocID="{14228461-6FEA-4959-8FD8-BCBFB10748D8}" presName="parentTextBox" presStyleLbl="node1" presStyleIdx="0" presStyleCnt="2"/>
      <dgm:spPr/>
    </dgm:pt>
    <dgm:pt modelId="{721A10AB-806B-4716-86E0-3B862625EC72}" type="pres">
      <dgm:prSet presAssocID="{030E0815-8A9D-462B-BC06-7EBD230DE95A}" presName="sp" presStyleCnt="0"/>
      <dgm:spPr/>
    </dgm:pt>
    <dgm:pt modelId="{A86412A7-96A6-4ED4-913F-EA60014329E2}" type="pres">
      <dgm:prSet presAssocID="{3120606B-2A4B-444F-8EBC-68C7C87C2896}" presName="arrowAndChildren" presStyleCnt="0"/>
      <dgm:spPr/>
    </dgm:pt>
    <dgm:pt modelId="{77FFFAF0-02A3-4A5F-AEB3-B0DA389158A8}" type="pres">
      <dgm:prSet presAssocID="{3120606B-2A4B-444F-8EBC-68C7C87C2896}" presName="parentTextArrow" presStyleLbl="node1" presStyleIdx="1" presStyleCnt="2" custScaleY="98334" custLinFactNeighborY="-311"/>
      <dgm:spPr/>
    </dgm:pt>
  </dgm:ptLst>
  <dgm:cxnLst>
    <dgm:cxn modelId="{4786EC36-3F08-4D73-8F3D-FBC51EF2FDA9}" srcId="{013D65E9-D98E-4B35-B119-F6B16588C554}" destId="{14228461-6FEA-4959-8FD8-BCBFB10748D8}" srcOrd="1" destOrd="0" parTransId="{A53C8E23-01A4-4483-94BD-C5BDBF6CCE54}" sibTransId="{900AEE4F-6D15-4B3D-BEBA-FB895B43DAD6}"/>
    <dgm:cxn modelId="{68A96F60-DE89-44BF-8280-706E3A672EC0}" type="presOf" srcId="{3120606B-2A4B-444F-8EBC-68C7C87C2896}" destId="{77FFFAF0-02A3-4A5F-AEB3-B0DA389158A8}" srcOrd="0" destOrd="0" presId="urn:microsoft.com/office/officeart/2005/8/layout/process4"/>
    <dgm:cxn modelId="{A760EE71-FE2D-4A69-9C9D-6781CEF7E001}" type="presOf" srcId="{14228461-6FEA-4959-8FD8-BCBFB10748D8}" destId="{EAF7D40D-FD0A-4EE9-B27B-9BF3588A7121}" srcOrd="0" destOrd="0" presId="urn:microsoft.com/office/officeart/2005/8/layout/process4"/>
    <dgm:cxn modelId="{469786C4-E34D-4B4E-9E07-8388EB13C6AF}" type="presOf" srcId="{013D65E9-D98E-4B35-B119-F6B16588C554}" destId="{F11CE2CF-77DF-4995-95A6-DDE4A9789087}" srcOrd="0" destOrd="0" presId="urn:microsoft.com/office/officeart/2005/8/layout/process4"/>
    <dgm:cxn modelId="{F43E49F1-71D9-4E6E-B980-08C048578E52}" srcId="{013D65E9-D98E-4B35-B119-F6B16588C554}" destId="{3120606B-2A4B-444F-8EBC-68C7C87C2896}" srcOrd="0" destOrd="0" parTransId="{D0A0B0EF-FD53-41BC-BF37-408093AD03C7}" sibTransId="{030E0815-8A9D-462B-BC06-7EBD230DE95A}"/>
    <dgm:cxn modelId="{252700CD-609C-43DC-9809-3BA3F267E0C7}" type="presParOf" srcId="{F11CE2CF-77DF-4995-95A6-DDE4A9789087}" destId="{D480BB7D-3103-4E4F-A52A-80FA900A2D0F}" srcOrd="0" destOrd="0" presId="urn:microsoft.com/office/officeart/2005/8/layout/process4"/>
    <dgm:cxn modelId="{5124959F-2C2E-49DA-8654-57CAF9DADC31}" type="presParOf" srcId="{D480BB7D-3103-4E4F-A52A-80FA900A2D0F}" destId="{EAF7D40D-FD0A-4EE9-B27B-9BF3588A7121}" srcOrd="0" destOrd="0" presId="urn:microsoft.com/office/officeart/2005/8/layout/process4"/>
    <dgm:cxn modelId="{4F934E92-3481-4DBF-8AF2-A0F089713F53}" type="presParOf" srcId="{F11CE2CF-77DF-4995-95A6-DDE4A9789087}" destId="{721A10AB-806B-4716-86E0-3B862625EC72}" srcOrd="1" destOrd="0" presId="urn:microsoft.com/office/officeart/2005/8/layout/process4"/>
    <dgm:cxn modelId="{1AF1495B-B3EA-475D-A4F2-367D09FBF4CC}" type="presParOf" srcId="{F11CE2CF-77DF-4995-95A6-DDE4A9789087}" destId="{A86412A7-96A6-4ED4-913F-EA60014329E2}" srcOrd="2" destOrd="0" presId="urn:microsoft.com/office/officeart/2005/8/layout/process4"/>
    <dgm:cxn modelId="{78D3279C-8469-4E3F-986C-D86C321CCEAE}" type="presParOf" srcId="{A86412A7-96A6-4ED4-913F-EA60014329E2}" destId="{77FFFAF0-02A3-4A5F-AEB3-B0DA389158A8}" srcOrd="0" destOrd="0" presId="urn:microsoft.com/office/officeart/2005/8/layout/process4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17.xml><?xml version="1.0" encoding="utf-8"?>
<dgm:dataModel xmlns:dgm="http://schemas.openxmlformats.org/drawingml/2006/diagram" xmlns:a="http://schemas.openxmlformats.org/drawingml/2006/main">
  <dgm:ptLst>
    <dgm:pt modelId="{20A71FF6-FAF1-4B8F-96EF-3A1FA9A15FB6}" type="doc">
      <dgm:prSet loTypeId="urn:microsoft.com/office/officeart/2005/8/layout/hList6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x-none"/>
        </a:p>
      </dgm:t>
    </dgm:pt>
    <dgm:pt modelId="{E5023044-244D-4D11-951B-E4DA949A9430}">
      <dgm:prSet custT="1"/>
      <dgm:spPr/>
      <dgm:t>
        <a:bodyPr/>
        <a:lstStyle/>
        <a:p>
          <a:pPr marL="0" lvl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x-none" sz="500" kern="1200" dirty="0"/>
        </a:p>
      </dgm:t>
    </dgm:pt>
    <dgm:pt modelId="{6B11A83B-A745-4992-B300-D0007553A09F}" type="parTrans" cxnId="{429D213E-9A68-458B-A282-898896B11F8E}">
      <dgm:prSet/>
      <dgm:spPr/>
      <dgm:t>
        <a:bodyPr/>
        <a:lstStyle/>
        <a:p>
          <a:endParaRPr lang="x-none"/>
        </a:p>
      </dgm:t>
    </dgm:pt>
    <dgm:pt modelId="{14F0BEA6-52F5-414D-A077-E49A22297811}" type="sibTrans" cxnId="{429D213E-9A68-458B-A282-898896B11F8E}">
      <dgm:prSet/>
      <dgm:spPr/>
      <dgm:t>
        <a:bodyPr/>
        <a:lstStyle/>
        <a:p>
          <a:endParaRPr lang="x-none"/>
        </a:p>
      </dgm:t>
    </dgm:pt>
    <dgm:pt modelId="{2EF35027-6FAB-48AC-82A4-B451530BBDA8}">
      <dgm:prSet custT="1"/>
      <dgm:spPr/>
      <dgm:t>
        <a:bodyPr/>
        <a:lstStyle/>
        <a:p>
          <a:endParaRPr lang="x-none" sz="1800" b="1" dirty="0"/>
        </a:p>
      </dgm:t>
    </dgm:pt>
    <dgm:pt modelId="{7A36EF04-AF20-4C43-B041-6EA64C8024C2}" type="parTrans" cxnId="{109259BD-6B92-4E97-9821-31584A0670EE}">
      <dgm:prSet/>
      <dgm:spPr/>
      <dgm:t>
        <a:bodyPr/>
        <a:lstStyle/>
        <a:p>
          <a:endParaRPr lang="x-none"/>
        </a:p>
      </dgm:t>
    </dgm:pt>
    <dgm:pt modelId="{09BE1565-49F0-4ED5-B897-E80D92652ABF}" type="sibTrans" cxnId="{109259BD-6B92-4E97-9821-31584A0670EE}">
      <dgm:prSet/>
      <dgm:spPr/>
      <dgm:t>
        <a:bodyPr/>
        <a:lstStyle/>
        <a:p>
          <a:endParaRPr lang="x-none"/>
        </a:p>
      </dgm:t>
    </dgm:pt>
    <dgm:pt modelId="{8505FEA7-5099-4790-97A7-C0AF1C6CA21A}">
      <dgm:prSet custT="1"/>
      <dgm:spPr/>
      <dgm:t>
        <a:bodyPr/>
        <a:lstStyle/>
        <a:p>
          <a:endParaRPr lang="x-none" sz="1800" b="1" dirty="0"/>
        </a:p>
      </dgm:t>
    </dgm:pt>
    <dgm:pt modelId="{AE28EC29-9FD1-4CEC-8AF0-7030525D1E66}" type="parTrans" cxnId="{2085138C-5B13-41B9-9123-B62A02B1D950}">
      <dgm:prSet/>
      <dgm:spPr/>
      <dgm:t>
        <a:bodyPr/>
        <a:lstStyle/>
        <a:p>
          <a:endParaRPr lang="x-none"/>
        </a:p>
      </dgm:t>
    </dgm:pt>
    <dgm:pt modelId="{0E22B797-FC29-40F9-B950-2D44995A6009}" type="sibTrans" cxnId="{2085138C-5B13-41B9-9123-B62A02B1D950}">
      <dgm:prSet/>
      <dgm:spPr/>
      <dgm:t>
        <a:bodyPr/>
        <a:lstStyle/>
        <a:p>
          <a:endParaRPr lang="x-none"/>
        </a:p>
      </dgm:t>
    </dgm:pt>
    <dgm:pt modelId="{0619AD6A-4D17-4523-9249-DF2725FE3D1C}">
      <dgm:prSet custT="1"/>
      <dgm:spPr/>
      <dgm:t>
        <a:bodyPr/>
        <a:lstStyle/>
        <a:p>
          <a:r>
            <a:rPr lang="en-US" altLang="en-PK" sz="2000" dirty="0"/>
            <a:t>What if serial quicksort only took 30 seconds? In this case, the speedup is 30/40 = 0.75. This is a more realistic assessment of the system. </a:t>
          </a:r>
          <a:r>
            <a:rPr lang="en-US" sz="2000" dirty="0"/>
            <a:t>.</a:t>
          </a:r>
          <a:endParaRPr lang="en-US" sz="2000" dirty="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4EB12407-9CCC-44C1-AC10-6F712FD78E39}" type="sibTrans" cxnId="{4087C50A-2B2D-4057-B4A0-5A9F32A56AB1}">
      <dgm:prSet/>
      <dgm:spPr/>
      <dgm:t>
        <a:bodyPr/>
        <a:lstStyle/>
        <a:p>
          <a:endParaRPr lang="en-US"/>
        </a:p>
      </dgm:t>
    </dgm:pt>
    <dgm:pt modelId="{6F1126FA-B40A-46D8-97DE-FAD69D189C0D}" type="parTrans" cxnId="{4087C50A-2B2D-4057-B4A0-5A9F32A56AB1}">
      <dgm:prSet/>
      <dgm:spPr/>
      <dgm:t>
        <a:bodyPr/>
        <a:lstStyle/>
        <a:p>
          <a:endParaRPr lang="en-US"/>
        </a:p>
      </dgm:t>
    </dgm:pt>
    <dgm:pt modelId="{354BF02F-6FC0-4877-9495-F9AF5B6A6C0C}">
      <dgm:prSet custT="1"/>
      <dgm:spPr/>
      <dgm:t>
        <a:bodyPr/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altLang="en-PK" sz="2000" kern="1200" dirty="0">
              <a:solidFill>
                <a:srgbClr val="FFFFFF"/>
              </a:solidFill>
              <a:latin typeface="Avenir Next LT Pro"/>
              <a:ea typeface="+mn-ea"/>
              <a:cs typeface="+mn-cs"/>
            </a:rPr>
            <a:t>The parallel time for odd-even sort (efficient parallelization of bubble sort) is 40 seconds</a:t>
          </a:r>
        </a:p>
      </dgm:t>
    </dgm:pt>
    <dgm:pt modelId="{7119D929-2894-441D-A15C-F43DB0CCFFA1}" type="parTrans" cxnId="{093F613A-3FAE-45F3-ABE3-F6B46D329C37}">
      <dgm:prSet/>
      <dgm:spPr/>
      <dgm:t>
        <a:bodyPr/>
        <a:lstStyle/>
        <a:p>
          <a:endParaRPr lang="en-PK"/>
        </a:p>
      </dgm:t>
    </dgm:pt>
    <dgm:pt modelId="{87E2B26C-5BE5-45A1-A3C6-76C0E3357867}" type="sibTrans" cxnId="{093F613A-3FAE-45F3-ABE3-F6B46D329C37}">
      <dgm:prSet/>
      <dgm:spPr/>
      <dgm:t>
        <a:bodyPr/>
        <a:lstStyle/>
        <a:p>
          <a:endParaRPr lang="en-PK"/>
        </a:p>
      </dgm:t>
    </dgm:pt>
    <dgm:pt modelId="{606EB11B-02E9-4D0F-A5B5-2BBC604A3212}">
      <dgm:prSet custT="1"/>
      <dgm:spPr/>
      <dgm:t>
        <a:bodyPr/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altLang="en-PK" sz="2000" kern="1200" dirty="0"/>
            <a:t>Consider the problem of parallel bubble sort. </a:t>
          </a:r>
          <a:endParaRPr lang="en-US" sz="2000" kern="1200" dirty="0">
            <a:solidFill>
              <a:srgbClr val="FFFFFF"/>
            </a:solidFill>
            <a:latin typeface="Avenir Next LT Pro"/>
            <a:ea typeface="+mn-ea"/>
            <a:cs typeface="+mn-cs"/>
          </a:endParaRPr>
        </a:p>
      </dgm:t>
    </dgm:pt>
    <dgm:pt modelId="{E1677EEB-60D2-407B-AC1C-4DF67275C1F6}" type="sibTrans" cxnId="{6750933F-D686-4DB7-A17A-A2DAAC58AE84}">
      <dgm:prSet/>
      <dgm:spPr/>
      <dgm:t>
        <a:bodyPr/>
        <a:lstStyle/>
        <a:p>
          <a:endParaRPr lang="en-US"/>
        </a:p>
      </dgm:t>
    </dgm:pt>
    <dgm:pt modelId="{3E29AA42-1A5C-44E1-AD48-875B6DD0DC40}" type="parTrans" cxnId="{6750933F-D686-4DB7-A17A-A2DAAC58AE84}">
      <dgm:prSet/>
      <dgm:spPr/>
      <dgm:t>
        <a:bodyPr/>
        <a:lstStyle/>
        <a:p>
          <a:endParaRPr lang="en-US"/>
        </a:p>
      </dgm:t>
    </dgm:pt>
    <dgm:pt modelId="{84DE9E87-86F9-48B7-836A-A0C14B90C171}">
      <dgm:prSet custT="1"/>
      <dgm:spPr/>
      <dgm:t>
        <a:bodyPr/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</a:pPr>
          <a:r>
            <a:rPr lang="en-US" altLang="en-PK" sz="2000" kern="1200" dirty="0"/>
            <a:t>The speedup would appear to be 150/40 = 3.75.</a:t>
          </a:r>
          <a:endParaRPr lang="en-US" sz="2000" kern="1200" dirty="0">
            <a:solidFill>
              <a:srgbClr val="000000">
                <a:hueOff val="0"/>
                <a:satOff val="0"/>
                <a:lumOff val="0"/>
                <a:alphaOff val="0"/>
              </a:srgbClr>
            </a:solidFill>
            <a:latin typeface="Arial" panose="020B0604020202020204" pitchFamily="34" charset="0"/>
            <a:ea typeface="+mn-ea"/>
            <a:cs typeface="Arial" panose="020B0604020202020204" pitchFamily="34" charset="0"/>
          </a:endParaRPr>
        </a:p>
      </dgm:t>
    </dgm:pt>
    <dgm:pt modelId="{AF8A6295-2679-4F8F-9C19-FC27EDDB215E}" type="parTrans" cxnId="{BB78735C-E300-4771-8AC0-1834179A310E}">
      <dgm:prSet/>
      <dgm:spPr/>
      <dgm:t>
        <a:bodyPr/>
        <a:lstStyle/>
        <a:p>
          <a:endParaRPr lang="en-PK"/>
        </a:p>
      </dgm:t>
    </dgm:pt>
    <dgm:pt modelId="{A14954A1-BBFD-4676-A812-758872209AEB}" type="sibTrans" cxnId="{BB78735C-E300-4771-8AC0-1834179A310E}">
      <dgm:prSet/>
      <dgm:spPr/>
      <dgm:t>
        <a:bodyPr/>
        <a:lstStyle/>
        <a:p>
          <a:endParaRPr lang="en-PK"/>
        </a:p>
      </dgm:t>
    </dgm:pt>
    <dgm:pt modelId="{A19F2B85-4ED5-4DF8-A49D-1600EFEBAC1E}">
      <dgm:prSet custT="1"/>
      <dgm:spPr/>
      <dgm:t>
        <a:bodyPr/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altLang="en-PK" sz="2000" kern="1200" dirty="0">
              <a:solidFill>
                <a:srgbClr val="FFFFFF"/>
              </a:solidFill>
              <a:latin typeface="Avenir Next LT Pro"/>
              <a:ea typeface="+mn-ea"/>
              <a:cs typeface="+mn-cs"/>
            </a:rPr>
            <a:t>The serial time for bubble sort is 150 seconds. </a:t>
          </a:r>
          <a:endParaRPr lang="en-US" altLang="en-PK" sz="3600" kern="1200" dirty="0"/>
        </a:p>
      </dgm:t>
    </dgm:pt>
    <dgm:pt modelId="{16AC9CFB-FF14-42BA-BC9F-4996F8BB9B3F}" type="sibTrans" cxnId="{E5AB8550-42E7-4950-81B2-19353629EDB0}">
      <dgm:prSet/>
      <dgm:spPr/>
      <dgm:t>
        <a:bodyPr/>
        <a:lstStyle/>
        <a:p>
          <a:endParaRPr lang="en-PK"/>
        </a:p>
      </dgm:t>
    </dgm:pt>
    <dgm:pt modelId="{246434F8-4353-41F1-A158-19295653FB0C}" type="parTrans" cxnId="{E5AB8550-42E7-4950-81B2-19353629EDB0}">
      <dgm:prSet/>
      <dgm:spPr/>
      <dgm:t>
        <a:bodyPr/>
        <a:lstStyle/>
        <a:p>
          <a:endParaRPr lang="en-PK"/>
        </a:p>
      </dgm:t>
    </dgm:pt>
    <dgm:pt modelId="{635E5D45-28B9-4914-BA51-30DD681196B6}">
      <dgm:prSet custT="1"/>
      <dgm:spPr/>
      <dgm:t>
        <a:bodyPr/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</a:pPr>
          <a:r>
            <a:rPr lang="en-US" altLang="en-PK" sz="2000" kern="1200" dirty="0"/>
            <a:t>But is this really a fair assessment of the system?  </a:t>
          </a:r>
          <a:endParaRPr lang="en-US" sz="2000" kern="1200" dirty="0">
            <a:solidFill>
              <a:srgbClr val="000000">
                <a:hueOff val="0"/>
                <a:satOff val="0"/>
                <a:lumOff val="0"/>
                <a:alphaOff val="0"/>
              </a:srgbClr>
            </a:solidFill>
            <a:latin typeface="Arial" panose="020B0604020202020204" pitchFamily="34" charset="0"/>
            <a:ea typeface="+mn-ea"/>
            <a:cs typeface="Arial" panose="020B0604020202020204" pitchFamily="34" charset="0"/>
          </a:endParaRPr>
        </a:p>
      </dgm:t>
    </dgm:pt>
    <dgm:pt modelId="{47F93854-A228-4EBF-B675-116E4B24C96A}" type="parTrans" cxnId="{7CD52619-8863-4C9E-8135-9BE04051FB9A}">
      <dgm:prSet/>
      <dgm:spPr/>
      <dgm:t>
        <a:bodyPr/>
        <a:lstStyle/>
        <a:p>
          <a:endParaRPr lang="en-PK"/>
        </a:p>
      </dgm:t>
    </dgm:pt>
    <dgm:pt modelId="{19E034BF-A34C-4F24-AE94-1EF13EA7AD21}" type="sibTrans" cxnId="{7CD52619-8863-4C9E-8135-9BE04051FB9A}">
      <dgm:prSet/>
      <dgm:spPr/>
      <dgm:t>
        <a:bodyPr/>
        <a:lstStyle/>
        <a:p>
          <a:endParaRPr lang="en-PK"/>
        </a:p>
      </dgm:t>
    </dgm:pt>
    <dgm:pt modelId="{25C45E30-6C44-4958-AB05-A170CBD7A911}">
      <dgm:prSet custT="1"/>
      <dgm:spPr/>
      <dgm:t>
        <a:bodyPr/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</a:pPr>
          <a:endParaRPr lang="en-US" sz="2000" kern="1200" dirty="0">
            <a:solidFill>
              <a:srgbClr val="000000">
                <a:hueOff val="0"/>
                <a:satOff val="0"/>
                <a:lumOff val="0"/>
                <a:alphaOff val="0"/>
              </a:srgbClr>
            </a:solidFill>
            <a:latin typeface="Arial" panose="020B0604020202020204" pitchFamily="34" charset="0"/>
            <a:ea typeface="+mn-ea"/>
            <a:cs typeface="Arial" panose="020B0604020202020204" pitchFamily="34" charset="0"/>
          </a:endParaRPr>
        </a:p>
      </dgm:t>
    </dgm:pt>
    <dgm:pt modelId="{453EDB87-5BA6-4C2E-9D45-E45B7F08A016}" type="parTrans" cxnId="{FBBEDA1C-6B2C-4DEE-8735-F74B193E0B1E}">
      <dgm:prSet/>
      <dgm:spPr/>
      <dgm:t>
        <a:bodyPr/>
        <a:lstStyle/>
        <a:p>
          <a:endParaRPr lang="en-PK"/>
        </a:p>
      </dgm:t>
    </dgm:pt>
    <dgm:pt modelId="{02F5456B-BC39-4F34-A62E-34E037736438}" type="sibTrans" cxnId="{FBBEDA1C-6B2C-4DEE-8735-F74B193E0B1E}">
      <dgm:prSet/>
      <dgm:spPr/>
      <dgm:t>
        <a:bodyPr/>
        <a:lstStyle/>
        <a:p>
          <a:endParaRPr lang="en-PK"/>
        </a:p>
      </dgm:t>
    </dgm:pt>
    <dgm:pt modelId="{90AB8190-12EB-4130-9044-AA15E34BB2B4}" type="pres">
      <dgm:prSet presAssocID="{20A71FF6-FAF1-4B8F-96EF-3A1FA9A15FB6}" presName="Name0" presStyleCnt="0">
        <dgm:presLayoutVars>
          <dgm:dir/>
          <dgm:resizeHandles val="exact"/>
        </dgm:presLayoutVars>
      </dgm:prSet>
      <dgm:spPr/>
    </dgm:pt>
    <dgm:pt modelId="{9CF87A8B-6974-4FF8-BF5C-B3F335C201FC}" type="pres">
      <dgm:prSet presAssocID="{E5023044-244D-4D11-951B-E4DA949A9430}" presName="node" presStyleLbl="node1" presStyleIdx="0" presStyleCnt="3" custScaleX="91552">
        <dgm:presLayoutVars>
          <dgm:bulletEnabled val="1"/>
        </dgm:presLayoutVars>
      </dgm:prSet>
      <dgm:spPr/>
    </dgm:pt>
    <dgm:pt modelId="{3243F10A-F9D9-43EC-9120-F8AE1AD47D73}" type="pres">
      <dgm:prSet presAssocID="{14F0BEA6-52F5-414D-A077-E49A22297811}" presName="sibTrans" presStyleCnt="0"/>
      <dgm:spPr/>
    </dgm:pt>
    <dgm:pt modelId="{1B80FFBE-81BA-4EB0-ABC7-F13EE4F4863E}" type="pres">
      <dgm:prSet presAssocID="{2EF35027-6FAB-48AC-82A4-B451530BBDA8}" presName="node" presStyleLbl="node1" presStyleIdx="1" presStyleCnt="3" custScaleX="74674">
        <dgm:presLayoutVars>
          <dgm:bulletEnabled val="1"/>
        </dgm:presLayoutVars>
      </dgm:prSet>
      <dgm:spPr/>
    </dgm:pt>
    <dgm:pt modelId="{90EB72FF-17C0-4E17-BCFF-D08C8134D080}" type="pres">
      <dgm:prSet presAssocID="{09BE1565-49F0-4ED5-B897-E80D92652ABF}" presName="sibTrans" presStyleCnt="0"/>
      <dgm:spPr/>
    </dgm:pt>
    <dgm:pt modelId="{524A9591-C461-490C-9F7E-92ACB6E448BE}" type="pres">
      <dgm:prSet presAssocID="{8505FEA7-5099-4790-97A7-C0AF1C6CA21A}" presName="node" presStyleLbl="node1" presStyleIdx="2" presStyleCnt="3">
        <dgm:presLayoutVars>
          <dgm:bulletEnabled val="1"/>
        </dgm:presLayoutVars>
      </dgm:prSet>
      <dgm:spPr/>
    </dgm:pt>
  </dgm:ptLst>
  <dgm:cxnLst>
    <dgm:cxn modelId="{4087C50A-2B2D-4057-B4A0-5A9F32A56AB1}" srcId="{8505FEA7-5099-4790-97A7-C0AF1C6CA21A}" destId="{0619AD6A-4D17-4523-9249-DF2725FE3D1C}" srcOrd="0" destOrd="0" parTransId="{6F1126FA-B40A-46D8-97DE-FAD69D189C0D}" sibTransId="{4EB12407-9CCC-44C1-AC10-6F712FD78E39}"/>
    <dgm:cxn modelId="{7CD52619-8863-4C9E-8135-9BE04051FB9A}" srcId="{2EF35027-6FAB-48AC-82A4-B451530BBDA8}" destId="{635E5D45-28B9-4914-BA51-30DD681196B6}" srcOrd="2" destOrd="0" parTransId="{47F93854-A228-4EBF-B675-116E4B24C96A}" sibTransId="{19E034BF-A34C-4F24-AE94-1EF13EA7AD21}"/>
    <dgm:cxn modelId="{FBBEDA1C-6B2C-4DEE-8735-F74B193E0B1E}" srcId="{2EF35027-6FAB-48AC-82A4-B451530BBDA8}" destId="{25C45E30-6C44-4958-AB05-A170CBD7A911}" srcOrd="1" destOrd="0" parTransId="{453EDB87-5BA6-4C2E-9D45-E45B7F08A016}" sibTransId="{02F5456B-BC39-4F34-A62E-34E037736438}"/>
    <dgm:cxn modelId="{81C2EB2F-2791-494F-B88B-EB2375E96E52}" type="presOf" srcId="{8505FEA7-5099-4790-97A7-C0AF1C6CA21A}" destId="{524A9591-C461-490C-9F7E-92ACB6E448BE}" srcOrd="0" destOrd="0" presId="urn:microsoft.com/office/officeart/2005/8/layout/hList6"/>
    <dgm:cxn modelId="{093F613A-3FAE-45F3-ABE3-F6B46D329C37}" srcId="{E5023044-244D-4D11-951B-E4DA949A9430}" destId="{354BF02F-6FC0-4877-9495-F9AF5B6A6C0C}" srcOrd="2" destOrd="0" parTransId="{7119D929-2894-441D-A15C-F43DB0CCFFA1}" sibTransId="{87E2B26C-5BE5-45A1-A3C6-76C0E3357867}"/>
    <dgm:cxn modelId="{CFDA9A3C-A76F-4150-BAE3-E07232E9A36A}" type="presOf" srcId="{84DE9E87-86F9-48B7-836A-A0C14B90C171}" destId="{1B80FFBE-81BA-4EB0-ABC7-F13EE4F4863E}" srcOrd="0" destOrd="1" presId="urn:microsoft.com/office/officeart/2005/8/layout/hList6"/>
    <dgm:cxn modelId="{429D213E-9A68-458B-A282-898896B11F8E}" srcId="{20A71FF6-FAF1-4B8F-96EF-3A1FA9A15FB6}" destId="{E5023044-244D-4D11-951B-E4DA949A9430}" srcOrd="0" destOrd="0" parTransId="{6B11A83B-A745-4992-B300-D0007553A09F}" sibTransId="{14F0BEA6-52F5-414D-A077-E49A22297811}"/>
    <dgm:cxn modelId="{BF18E43E-4B87-4BBA-89E1-55FCA9EC4DA5}" type="presOf" srcId="{20A71FF6-FAF1-4B8F-96EF-3A1FA9A15FB6}" destId="{90AB8190-12EB-4130-9044-AA15E34BB2B4}" srcOrd="0" destOrd="0" presId="urn:microsoft.com/office/officeart/2005/8/layout/hList6"/>
    <dgm:cxn modelId="{6750933F-D686-4DB7-A17A-A2DAAC58AE84}" srcId="{E5023044-244D-4D11-951B-E4DA949A9430}" destId="{606EB11B-02E9-4D0F-A5B5-2BBC604A3212}" srcOrd="0" destOrd="0" parTransId="{3E29AA42-1A5C-44E1-AD48-875B6DD0DC40}" sibTransId="{E1677EEB-60D2-407B-AC1C-4DF67275C1F6}"/>
    <dgm:cxn modelId="{BB78735C-E300-4771-8AC0-1834179A310E}" srcId="{2EF35027-6FAB-48AC-82A4-B451530BBDA8}" destId="{84DE9E87-86F9-48B7-836A-A0C14B90C171}" srcOrd="0" destOrd="0" parTransId="{AF8A6295-2679-4F8F-9C19-FC27EDDB215E}" sibTransId="{A14954A1-BBFD-4676-A812-758872209AEB}"/>
    <dgm:cxn modelId="{0301FD5E-EDC9-482F-8FA3-CBDC5C71206D}" type="presOf" srcId="{354BF02F-6FC0-4877-9495-F9AF5B6A6C0C}" destId="{9CF87A8B-6974-4FF8-BF5C-B3F335C201FC}" srcOrd="0" destOrd="3" presId="urn:microsoft.com/office/officeart/2005/8/layout/hList6"/>
    <dgm:cxn modelId="{D347F948-5A3D-4373-895E-8AA85BB9FC6F}" type="presOf" srcId="{635E5D45-28B9-4914-BA51-30DD681196B6}" destId="{1B80FFBE-81BA-4EB0-ABC7-F13EE4F4863E}" srcOrd="0" destOrd="3" presId="urn:microsoft.com/office/officeart/2005/8/layout/hList6"/>
    <dgm:cxn modelId="{E5AB8550-42E7-4950-81B2-19353629EDB0}" srcId="{E5023044-244D-4D11-951B-E4DA949A9430}" destId="{A19F2B85-4ED5-4DF8-A49D-1600EFEBAC1E}" srcOrd="1" destOrd="0" parTransId="{246434F8-4353-41F1-A158-19295653FB0C}" sibTransId="{16AC9CFB-FF14-42BA-BC9F-4996F8BB9B3F}"/>
    <dgm:cxn modelId="{2085138C-5B13-41B9-9123-B62A02B1D950}" srcId="{20A71FF6-FAF1-4B8F-96EF-3A1FA9A15FB6}" destId="{8505FEA7-5099-4790-97A7-C0AF1C6CA21A}" srcOrd="2" destOrd="0" parTransId="{AE28EC29-9FD1-4CEC-8AF0-7030525D1E66}" sibTransId="{0E22B797-FC29-40F9-B950-2D44995A6009}"/>
    <dgm:cxn modelId="{0A6D948C-15C4-4F01-9D99-447A2D374FE1}" type="presOf" srcId="{E5023044-244D-4D11-951B-E4DA949A9430}" destId="{9CF87A8B-6974-4FF8-BF5C-B3F335C201FC}" srcOrd="0" destOrd="0" presId="urn:microsoft.com/office/officeart/2005/8/layout/hList6"/>
    <dgm:cxn modelId="{3CC73696-ED84-4C01-8BB8-0ABF714839A2}" type="presOf" srcId="{2EF35027-6FAB-48AC-82A4-B451530BBDA8}" destId="{1B80FFBE-81BA-4EB0-ABC7-F13EE4F4863E}" srcOrd="0" destOrd="0" presId="urn:microsoft.com/office/officeart/2005/8/layout/hList6"/>
    <dgm:cxn modelId="{FB80299B-8550-44EC-9343-3DE88545C490}" type="presOf" srcId="{A19F2B85-4ED5-4DF8-A49D-1600EFEBAC1E}" destId="{9CF87A8B-6974-4FF8-BF5C-B3F335C201FC}" srcOrd="0" destOrd="2" presId="urn:microsoft.com/office/officeart/2005/8/layout/hList6"/>
    <dgm:cxn modelId="{109259BD-6B92-4E97-9821-31584A0670EE}" srcId="{20A71FF6-FAF1-4B8F-96EF-3A1FA9A15FB6}" destId="{2EF35027-6FAB-48AC-82A4-B451530BBDA8}" srcOrd="1" destOrd="0" parTransId="{7A36EF04-AF20-4C43-B041-6EA64C8024C2}" sibTransId="{09BE1565-49F0-4ED5-B897-E80D92652ABF}"/>
    <dgm:cxn modelId="{9FD7C1CE-5ABA-4D64-ADE6-DB087656F947}" type="presOf" srcId="{0619AD6A-4D17-4523-9249-DF2725FE3D1C}" destId="{524A9591-C461-490C-9F7E-92ACB6E448BE}" srcOrd="0" destOrd="1" presId="urn:microsoft.com/office/officeart/2005/8/layout/hList6"/>
    <dgm:cxn modelId="{AD9A37E0-8523-4FA0-962C-90AAA58B41D6}" type="presOf" srcId="{25C45E30-6C44-4958-AB05-A170CBD7A911}" destId="{1B80FFBE-81BA-4EB0-ABC7-F13EE4F4863E}" srcOrd="0" destOrd="2" presId="urn:microsoft.com/office/officeart/2005/8/layout/hList6"/>
    <dgm:cxn modelId="{F0562AE2-C38D-45F5-A89F-778DA40DD36A}" type="presOf" srcId="{606EB11B-02E9-4D0F-A5B5-2BBC604A3212}" destId="{9CF87A8B-6974-4FF8-BF5C-B3F335C201FC}" srcOrd="0" destOrd="1" presId="urn:microsoft.com/office/officeart/2005/8/layout/hList6"/>
    <dgm:cxn modelId="{D093B4F2-AD22-45BA-A29C-A69F50B1F864}" type="presParOf" srcId="{90AB8190-12EB-4130-9044-AA15E34BB2B4}" destId="{9CF87A8B-6974-4FF8-BF5C-B3F335C201FC}" srcOrd="0" destOrd="0" presId="urn:microsoft.com/office/officeart/2005/8/layout/hList6"/>
    <dgm:cxn modelId="{5B7DAE81-2E14-4B46-8530-FB19403FE0B3}" type="presParOf" srcId="{90AB8190-12EB-4130-9044-AA15E34BB2B4}" destId="{3243F10A-F9D9-43EC-9120-F8AE1AD47D73}" srcOrd="1" destOrd="0" presId="urn:microsoft.com/office/officeart/2005/8/layout/hList6"/>
    <dgm:cxn modelId="{E1557C28-08E4-4E73-8BDE-AE3050C12A42}" type="presParOf" srcId="{90AB8190-12EB-4130-9044-AA15E34BB2B4}" destId="{1B80FFBE-81BA-4EB0-ABC7-F13EE4F4863E}" srcOrd="2" destOrd="0" presId="urn:microsoft.com/office/officeart/2005/8/layout/hList6"/>
    <dgm:cxn modelId="{F9CCD3B5-B40A-48FE-B025-5E8EE5EB1AD8}" type="presParOf" srcId="{90AB8190-12EB-4130-9044-AA15E34BB2B4}" destId="{90EB72FF-17C0-4E17-BCFF-D08C8134D080}" srcOrd="3" destOrd="0" presId="urn:microsoft.com/office/officeart/2005/8/layout/hList6"/>
    <dgm:cxn modelId="{439F2AEC-FFC9-40A6-BA7F-46889D0616DE}" type="presParOf" srcId="{90AB8190-12EB-4130-9044-AA15E34BB2B4}" destId="{524A9591-C461-490C-9F7E-92ACB6E448BE}" srcOrd="4" destOrd="0" presId="urn:microsoft.com/office/officeart/2005/8/layout/hList6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18.xml><?xml version="1.0" encoding="utf-8"?>
<dgm:dataModel xmlns:dgm="http://schemas.openxmlformats.org/drawingml/2006/diagram" xmlns:a="http://schemas.openxmlformats.org/drawingml/2006/main">
  <dgm:ptLst>
    <dgm:pt modelId="{ED3F1A89-BC85-4253-966C-7691B172F16B}" type="doc">
      <dgm:prSet loTypeId="urn:microsoft.com/office/officeart/2005/8/layout/process4" loCatId="process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A81C1329-B344-4E5A-9AEE-1B757B613B4D}">
      <dgm:prSet custT="1"/>
      <dgm:spPr/>
      <dgm:t>
        <a:bodyPr/>
        <a:lstStyle/>
        <a:p>
          <a:r>
            <a:rPr lang="en-US" altLang="en-PK" sz="2000" kern="1200" dirty="0">
              <a:solidFill>
                <a:srgbClr val="FFFFFF"/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</a:rPr>
            <a:t>Speedup can be as low as 0 (the parallel program never terminates). </a:t>
          </a:r>
          <a:endParaRPr lang="en-US" sz="2000" kern="1200" dirty="0">
            <a:solidFill>
              <a:srgbClr val="FFFFFF"/>
            </a:solidFill>
            <a:latin typeface="Arial" panose="020B0604020202020204" pitchFamily="34" charset="0"/>
            <a:ea typeface="+mn-ea"/>
            <a:cs typeface="Arial" panose="020B0604020202020204" pitchFamily="34" charset="0"/>
          </a:endParaRPr>
        </a:p>
      </dgm:t>
    </dgm:pt>
    <dgm:pt modelId="{B33391AB-DB71-40D7-86F3-385E5740A321}" type="parTrans" cxnId="{FA119128-D452-41E2-9C6E-53C9ADAEBB6D}">
      <dgm:prSet/>
      <dgm:spPr/>
      <dgm:t>
        <a:bodyPr/>
        <a:lstStyle/>
        <a:p>
          <a:endParaRPr lang="en-US"/>
        </a:p>
      </dgm:t>
    </dgm:pt>
    <dgm:pt modelId="{830BC0B3-C352-4C9D-8CDA-36F8FD52D51E}" type="sibTrans" cxnId="{FA119128-D452-41E2-9C6E-53C9ADAEBB6D}">
      <dgm:prSet/>
      <dgm:spPr/>
      <dgm:t>
        <a:bodyPr/>
        <a:lstStyle/>
        <a:p>
          <a:endParaRPr lang="en-US"/>
        </a:p>
      </dgm:t>
    </dgm:pt>
    <dgm:pt modelId="{C7BD31F1-F07C-400E-84EB-6AD62D2729E9}">
      <dgm:prSet custT="1"/>
      <dgm:spPr/>
      <dgm:t>
        <a:bodyPr/>
        <a:lstStyle/>
        <a:p>
          <a:r>
            <a:rPr lang="en-US" altLang="en-PK" sz="2000" kern="1200" dirty="0">
              <a:solidFill>
                <a:srgbClr val="FFFFFF"/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</a:rPr>
            <a:t>Speedup can never exceed the number of processing elements, </a:t>
          </a:r>
          <a:r>
            <a:rPr lang="en-US" altLang="en-PK" sz="2000" b="1" i="1" kern="1200" dirty="0">
              <a:solidFill>
                <a:srgbClr val="FFFFFF"/>
              </a:solidFill>
              <a:latin typeface="Avenir Next LT Pro"/>
              <a:ea typeface="+mn-ea"/>
              <a:cs typeface="+mn-cs"/>
            </a:rPr>
            <a:t>p</a:t>
          </a:r>
          <a:r>
            <a:rPr lang="en-US" altLang="en-PK" sz="2000" kern="1200" dirty="0">
              <a:solidFill>
                <a:srgbClr val="FFFFFF"/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</a:rPr>
            <a:t>.</a:t>
          </a:r>
          <a:endParaRPr lang="en-US" sz="2000" kern="1200" dirty="0">
            <a:solidFill>
              <a:srgbClr val="FFFFFF"/>
            </a:solidFill>
            <a:latin typeface="Arial" panose="020B0604020202020204" pitchFamily="34" charset="0"/>
            <a:ea typeface="+mn-ea"/>
            <a:cs typeface="Arial" panose="020B0604020202020204" pitchFamily="34" charset="0"/>
          </a:endParaRPr>
        </a:p>
      </dgm:t>
    </dgm:pt>
    <dgm:pt modelId="{9DCD4935-E66C-464A-B28A-DF8838CF5FBD}" type="parTrans" cxnId="{942A2152-9C57-46BD-B674-A911D839BB48}">
      <dgm:prSet/>
      <dgm:spPr/>
      <dgm:t>
        <a:bodyPr/>
        <a:lstStyle/>
        <a:p>
          <a:endParaRPr lang="en-US"/>
        </a:p>
      </dgm:t>
    </dgm:pt>
    <dgm:pt modelId="{A132BD8E-B995-4201-A70A-D10386287ED8}" type="sibTrans" cxnId="{942A2152-9C57-46BD-B674-A911D839BB48}">
      <dgm:prSet/>
      <dgm:spPr/>
      <dgm:t>
        <a:bodyPr/>
        <a:lstStyle/>
        <a:p>
          <a:endParaRPr lang="en-US"/>
        </a:p>
      </dgm:t>
    </dgm:pt>
    <dgm:pt modelId="{A13D41A9-423E-4218-A1D5-F6E5404F7FF9}">
      <dgm:prSet custT="1"/>
      <dgm:spPr/>
      <dgm:t>
        <a:bodyPr/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en-PK" sz="2000" kern="1200" dirty="0">
              <a:solidFill>
                <a:srgbClr val="FFFFFF"/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</a:rPr>
            <a:t>A speedup greater than p is possible only if each processing element spends less than time </a:t>
          </a:r>
          <a:r>
            <a:rPr lang="en-US" altLang="en-PK" sz="2000" b="1" i="1" kern="1200" dirty="0">
              <a:latin typeface="Arial" panose="020B0604020202020204" pitchFamily="34" charset="0"/>
              <a:cs typeface="Arial" panose="020B0604020202020204" pitchFamily="34" charset="0"/>
            </a:rPr>
            <a:t>T</a:t>
          </a:r>
          <a:r>
            <a:rPr lang="en-US" altLang="en-PK" sz="2000" b="1" i="1" kern="1200" baseline="-25000" dirty="0">
              <a:latin typeface="Arial" panose="020B0604020202020204" pitchFamily="34" charset="0"/>
              <a:cs typeface="Arial" panose="020B0604020202020204" pitchFamily="34" charset="0"/>
            </a:rPr>
            <a:t>S</a:t>
          </a:r>
          <a:r>
            <a:rPr lang="en-US" altLang="en-PK" sz="2000" b="1" i="1" kern="1200" baseline="-25000" dirty="0"/>
            <a:t> </a:t>
          </a:r>
          <a:r>
            <a:rPr lang="en-US" altLang="en-PK" sz="2000" kern="1200" dirty="0">
              <a:solidFill>
                <a:srgbClr val="FFFFFF"/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</a:rPr>
            <a:t> / </a:t>
          </a:r>
          <a:r>
            <a:rPr lang="en-US" altLang="en-PK" sz="2000" b="1" kern="1200" dirty="0">
              <a:solidFill>
                <a:srgbClr val="FFFFFF"/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</a:rPr>
            <a:t>p</a:t>
          </a:r>
          <a:r>
            <a:rPr lang="en-US" altLang="en-PK" sz="2000" kern="1200" dirty="0">
              <a:solidFill>
                <a:srgbClr val="FFFFFF"/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</a:rPr>
            <a:t> solving the problem</a:t>
          </a:r>
          <a:endParaRPr lang="en-US" sz="2000" kern="1200" dirty="0">
            <a:solidFill>
              <a:srgbClr val="FFFFFF"/>
            </a:solidFill>
            <a:latin typeface="Arial" panose="020B0604020202020204" pitchFamily="34" charset="0"/>
            <a:ea typeface="+mn-ea"/>
            <a:cs typeface="Arial" panose="020B0604020202020204" pitchFamily="34" charset="0"/>
          </a:endParaRPr>
        </a:p>
      </dgm:t>
    </dgm:pt>
    <dgm:pt modelId="{6B4DF925-2FDF-486B-8B36-2275C15F3634}" type="parTrans" cxnId="{FBF04F38-3441-4E6C-AFB6-70A10CE76D6A}">
      <dgm:prSet/>
      <dgm:spPr/>
      <dgm:t>
        <a:bodyPr/>
        <a:lstStyle/>
        <a:p>
          <a:endParaRPr lang="en-US"/>
        </a:p>
      </dgm:t>
    </dgm:pt>
    <dgm:pt modelId="{D06D0E17-D81A-476A-A002-D66157174317}" type="sibTrans" cxnId="{FBF04F38-3441-4E6C-AFB6-70A10CE76D6A}">
      <dgm:prSet/>
      <dgm:spPr/>
      <dgm:t>
        <a:bodyPr/>
        <a:lstStyle/>
        <a:p>
          <a:endParaRPr lang="en-US"/>
        </a:p>
      </dgm:t>
    </dgm:pt>
    <dgm:pt modelId="{CCC8D979-A2D4-45B8-B090-44D177C0F820}">
      <dgm:prSet custT="1"/>
      <dgm:spPr/>
      <dgm:t>
        <a:bodyPr/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en-PK" sz="2000" kern="1200" dirty="0">
              <a:solidFill>
                <a:srgbClr val="FFFFFF"/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</a:rPr>
            <a:t>In this case, a single processor could be time-</a:t>
          </a:r>
          <a:r>
            <a:rPr lang="en-US" altLang="en-PK" sz="2000" kern="1200" dirty="0" err="1">
              <a:solidFill>
                <a:srgbClr val="FFFFFF"/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</a:rPr>
            <a:t>slided</a:t>
          </a:r>
          <a:r>
            <a:rPr lang="en-US" altLang="en-PK" sz="2000" kern="1200" dirty="0">
              <a:solidFill>
                <a:srgbClr val="FFFFFF"/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</a:rPr>
            <a:t> to achieve a faster serial program, which contradicts our assumption of fastest serial program as basis for speedup. </a:t>
          </a:r>
        </a:p>
      </dgm:t>
    </dgm:pt>
    <dgm:pt modelId="{B3DF0721-9909-4D5A-BA1A-B159F60E05EB}" type="parTrans" cxnId="{ED368DED-6C89-404F-97FC-F28ECA926E4E}">
      <dgm:prSet/>
      <dgm:spPr/>
      <dgm:t>
        <a:bodyPr/>
        <a:lstStyle/>
        <a:p>
          <a:endParaRPr lang="en-PK"/>
        </a:p>
      </dgm:t>
    </dgm:pt>
    <dgm:pt modelId="{BA4A772B-AABB-4730-B216-C8F40A9EFA8D}" type="sibTrans" cxnId="{ED368DED-6C89-404F-97FC-F28ECA926E4E}">
      <dgm:prSet/>
      <dgm:spPr/>
      <dgm:t>
        <a:bodyPr/>
        <a:lstStyle/>
        <a:p>
          <a:endParaRPr lang="en-PK"/>
        </a:p>
      </dgm:t>
    </dgm:pt>
    <dgm:pt modelId="{D45A85E9-E987-417E-BD41-751858389537}" type="pres">
      <dgm:prSet presAssocID="{ED3F1A89-BC85-4253-966C-7691B172F16B}" presName="Name0" presStyleCnt="0">
        <dgm:presLayoutVars>
          <dgm:dir/>
          <dgm:animLvl val="lvl"/>
          <dgm:resizeHandles val="exact"/>
        </dgm:presLayoutVars>
      </dgm:prSet>
      <dgm:spPr/>
    </dgm:pt>
    <dgm:pt modelId="{828658E6-F079-49FB-84BC-993CB177E5E2}" type="pres">
      <dgm:prSet presAssocID="{CCC8D979-A2D4-45B8-B090-44D177C0F820}" presName="boxAndChildren" presStyleCnt="0"/>
      <dgm:spPr/>
    </dgm:pt>
    <dgm:pt modelId="{E7C93D51-3073-46CB-952D-CB673EFA8DD6}" type="pres">
      <dgm:prSet presAssocID="{CCC8D979-A2D4-45B8-B090-44D177C0F820}" presName="parentTextBox" presStyleLbl="node1" presStyleIdx="0" presStyleCnt="4"/>
      <dgm:spPr/>
    </dgm:pt>
    <dgm:pt modelId="{3829BA75-B7B3-49D3-AF1D-42710D1E894B}" type="pres">
      <dgm:prSet presAssocID="{D06D0E17-D81A-476A-A002-D66157174317}" presName="sp" presStyleCnt="0"/>
      <dgm:spPr/>
    </dgm:pt>
    <dgm:pt modelId="{98CAAF42-92F3-4F4F-9947-9883872CB55A}" type="pres">
      <dgm:prSet presAssocID="{A13D41A9-423E-4218-A1D5-F6E5404F7FF9}" presName="arrowAndChildren" presStyleCnt="0"/>
      <dgm:spPr/>
    </dgm:pt>
    <dgm:pt modelId="{578A2B33-A1A4-4F17-867C-0187B6F47F1E}" type="pres">
      <dgm:prSet presAssocID="{A13D41A9-423E-4218-A1D5-F6E5404F7FF9}" presName="parentTextArrow" presStyleLbl="node1" presStyleIdx="1" presStyleCnt="4" custScaleY="106620"/>
      <dgm:spPr/>
    </dgm:pt>
    <dgm:pt modelId="{2CD74837-1C55-417D-8143-9591BE7910EE}" type="pres">
      <dgm:prSet presAssocID="{A132BD8E-B995-4201-A70A-D10386287ED8}" presName="sp" presStyleCnt="0"/>
      <dgm:spPr/>
    </dgm:pt>
    <dgm:pt modelId="{AC7B8C44-3C33-47A0-A7D0-1C7D6F5A2E4D}" type="pres">
      <dgm:prSet presAssocID="{C7BD31F1-F07C-400E-84EB-6AD62D2729E9}" presName="arrowAndChildren" presStyleCnt="0"/>
      <dgm:spPr/>
    </dgm:pt>
    <dgm:pt modelId="{B037029F-467A-4175-ACCD-5BB0BAD5F108}" type="pres">
      <dgm:prSet presAssocID="{C7BD31F1-F07C-400E-84EB-6AD62D2729E9}" presName="parentTextArrow" presStyleLbl="node1" presStyleIdx="2" presStyleCnt="4" custScaleY="81947"/>
      <dgm:spPr/>
    </dgm:pt>
    <dgm:pt modelId="{465EC2C6-C5F3-42BB-B040-B92617C02F61}" type="pres">
      <dgm:prSet presAssocID="{830BC0B3-C352-4C9D-8CDA-36F8FD52D51E}" presName="sp" presStyleCnt="0"/>
      <dgm:spPr/>
    </dgm:pt>
    <dgm:pt modelId="{0620A790-EBB2-4DC4-8333-804850CBED30}" type="pres">
      <dgm:prSet presAssocID="{A81C1329-B344-4E5A-9AEE-1B757B613B4D}" presName="arrowAndChildren" presStyleCnt="0"/>
      <dgm:spPr/>
    </dgm:pt>
    <dgm:pt modelId="{91A80EC5-5433-486D-A2A1-39BF10E8DFEC}" type="pres">
      <dgm:prSet presAssocID="{A81C1329-B344-4E5A-9AEE-1B757B613B4D}" presName="parentTextArrow" presStyleLbl="node1" presStyleIdx="3" presStyleCnt="4" custScaleY="105725"/>
      <dgm:spPr/>
    </dgm:pt>
  </dgm:ptLst>
  <dgm:cxnLst>
    <dgm:cxn modelId="{308D7800-BD43-44D6-B860-E961807B697F}" type="presOf" srcId="{C7BD31F1-F07C-400E-84EB-6AD62D2729E9}" destId="{B037029F-467A-4175-ACCD-5BB0BAD5F108}" srcOrd="0" destOrd="0" presId="urn:microsoft.com/office/officeart/2005/8/layout/process4"/>
    <dgm:cxn modelId="{40BC4E02-ED0A-4C2A-8981-9BB2B13824EB}" type="presOf" srcId="{A13D41A9-423E-4218-A1D5-F6E5404F7FF9}" destId="{578A2B33-A1A4-4F17-867C-0187B6F47F1E}" srcOrd="0" destOrd="0" presId="urn:microsoft.com/office/officeart/2005/8/layout/process4"/>
    <dgm:cxn modelId="{FA119128-D452-41E2-9C6E-53C9ADAEBB6D}" srcId="{ED3F1A89-BC85-4253-966C-7691B172F16B}" destId="{A81C1329-B344-4E5A-9AEE-1B757B613B4D}" srcOrd="0" destOrd="0" parTransId="{B33391AB-DB71-40D7-86F3-385E5740A321}" sibTransId="{830BC0B3-C352-4C9D-8CDA-36F8FD52D51E}"/>
    <dgm:cxn modelId="{FBF04F38-3441-4E6C-AFB6-70A10CE76D6A}" srcId="{ED3F1A89-BC85-4253-966C-7691B172F16B}" destId="{A13D41A9-423E-4218-A1D5-F6E5404F7FF9}" srcOrd="2" destOrd="0" parTransId="{6B4DF925-2FDF-486B-8B36-2275C15F3634}" sibTransId="{D06D0E17-D81A-476A-A002-D66157174317}"/>
    <dgm:cxn modelId="{988F874B-5B26-469A-A793-38BE4B0269AD}" type="presOf" srcId="{CCC8D979-A2D4-45B8-B090-44D177C0F820}" destId="{E7C93D51-3073-46CB-952D-CB673EFA8DD6}" srcOrd="0" destOrd="0" presId="urn:microsoft.com/office/officeart/2005/8/layout/process4"/>
    <dgm:cxn modelId="{942A2152-9C57-46BD-B674-A911D839BB48}" srcId="{ED3F1A89-BC85-4253-966C-7691B172F16B}" destId="{C7BD31F1-F07C-400E-84EB-6AD62D2729E9}" srcOrd="1" destOrd="0" parTransId="{9DCD4935-E66C-464A-B28A-DF8838CF5FBD}" sibTransId="{A132BD8E-B995-4201-A70A-D10386287ED8}"/>
    <dgm:cxn modelId="{463E3DDC-BD02-442C-9995-862DE238D12C}" type="presOf" srcId="{A81C1329-B344-4E5A-9AEE-1B757B613B4D}" destId="{91A80EC5-5433-486D-A2A1-39BF10E8DFEC}" srcOrd="0" destOrd="0" presId="urn:microsoft.com/office/officeart/2005/8/layout/process4"/>
    <dgm:cxn modelId="{ED368DED-6C89-404F-97FC-F28ECA926E4E}" srcId="{ED3F1A89-BC85-4253-966C-7691B172F16B}" destId="{CCC8D979-A2D4-45B8-B090-44D177C0F820}" srcOrd="3" destOrd="0" parTransId="{B3DF0721-9909-4D5A-BA1A-B159F60E05EB}" sibTransId="{BA4A772B-AABB-4730-B216-C8F40A9EFA8D}"/>
    <dgm:cxn modelId="{9F1A38FE-87FA-449E-A591-A70F4F19F652}" type="presOf" srcId="{ED3F1A89-BC85-4253-966C-7691B172F16B}" destId="{D45A85E9-E987-417E-BD41-751858389537}" srcOrd="0" destOrd="0" presId="urn:microsoft.com/office/officeart/2005/8/layout/process4"/>
    <dgm:cxn modelId="{1A1DD9E4-7217-46AF-9CEF-5AB1FE59E019}" type="presParOf" srcId="{D45A85E9-E987-417E-BD41-751858389537}" destId="{828658E6-F079-49FB-84BC-993CB177E5E2}" srcOrd="0" destOrd="0" presId="urn:microsoft.com/office/officeart/2005/8/layout/process4"/>
    <dgm:cxn modelId="{37322E62-2420-4345-A523-57AC85D9983C}" type="presParOf" srcId="{828658E6-F079-49FB-84BC-993CB177E5E2}" destId="{E7C93D51-3073-46CB-952D-CB673EFA8DD6}" srcOrd="0" destOrd="0" presId="urn:microsoft.com/office/officeart/2005/8/layout/process4"/>
    <dgm:cxn modelId="{5AF7B454-B96F-4FA7-8D28-34ECB9431900}" type="presParOf" srcId="{D45A85E9-E987-417E-BD41-751858389537}" destId="{3829BA75-B7B3-49D3-AF1D-42710D1E894B}" srcOrd="1" destOrd="0" presId="urn:microsoft.com/office/officeart/2005/8/layout/process4"/>
    <dgm:cxn modelId="{AAC72244-E629-43DD-9553-80AC52BB2662}" type="presParOf" srcId="{D45A85E9-E987-417E-BD41-751858389537}" destId="{98CAAF42-92F3-4F4F-9947-9883872CB55A}" srcOrd="2" destOrd="0" presId="urn:microsoft.com/office/officeart/2005/8/layout/process4"/>
    <dgm:cxn modelId="{F1FFFD61-5437-47B7-9114-39191ED3B7D9}" type="presParOf" srcId="{98CAAF42-92F3-4F4F-9947-9883872CB55A}" destId="{578A2B33-A1A4-4F17-867C-0187B6F47F1E}" srcOrd="0" destOrd="0" presId="urn:microsoft.com/office/officeart/2005/8/layout/process4"/>
    <dgm:cxn modelId="{5CD108CB-4FBC-4D1F-8D17-9D79799FFC87}" type="presParOf" srcId="{D45A85E9-E987-417E-BD41-751858389537}" destId="{2CD74837-1C55-417D-8143-9591BE7910EE}" srcOrd="3" destOrd="0" presId="urn:microsoft.com/office/officeart/2005/8/layout/process4"/>
    <dgm:cxn modelId="{B247C125-00E8-46D3-8794-0267DA3A85E6}" type="presParOf" srcId="{D45A85E9-E987-417E-BD41-751858389537}" destId="{AC7B8C44-3C33-47A0-A7D0-1C7D6F5A2E4D}" srcOrd="4" destOrd="0" presId="urn:microsoft.com/office/officeart/2005/8/layout/process4"/>
    <dgm:cxn modelId="{A9EE3BF7-335D-4A25-A461-5C07159DCF98}" type="presParOf" srcId="{AC7B8C44-3C33-47A0-A7D0-1C7D6F5A2E4D}" destId="{B037029F-467A-4175-ACCD-5BB0BAD5F108}" srcOrd="0" destOrd="0" presId="urn:microsoft.com/office/officeart/2005/8/layout/process4"/>
    <dgm:cxn modelId="{79DAF7AC-C23A-4EC0-B414-8688F6F0607C}" type="presParOf" srcId="{D45A85E9-E987-417E-BD41-751858389537}" destId="{465EC2C6-C5F3-42BB-B040-B92617C02F61}" srcOrd="5" destOrd="0" presId="urn:microsoft.com/office/officeart/2005/8/layout/process4"/>
    <dgm:cxn modelId="{0DD06149-F6BC-4769-A3FA-DCD33F1D7E31}" type="presParOf" srcId="{D45A85E9-E987-417E-BD41-751858389537}" destId="{0620A790-EBB2-4DC4-8333-804850CBED30}" srcOrd="6" destOrd="0" presId="urn:microsoft.com/office/officeart/2005/8/layout/process4"/>
    <dgm:cxn modelId="{A7D0409C-3EB2-44D5-AC76-C21C782B6A3C}" type="presParOf" srcId="{0620A790-EBB2-4DC4-8333-804850CBED30}" destId="{91A80EC5-5433-486D-A2A1-39BF10E8DFEC}" srcOrd="0" destOrd="0" presId="urn:microsoft.com/office/officeart/2005/8/layout/process4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19.xml><?xml version="1.0" encoding="utf-8"?>
<dgm:dataModel xmlns:dgm="http://schemas.openxmlformats.org/drawingml/2006/diagram" xmlns:a="http://schemas.openxmlformats.org/drawingml/2006/main">
  <dgm:ptLst>
    <dgm:pt modelId="{013D65E9-D98E-4B35-B119-F6B16588C554}" type="doc">
      <dgm:prSet loTypeId="urn:microsoft.com/office/officeart/2005/8/layout/hList6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x-none"/>
        </a:p>
      </dgm:t>
    </dgm:pt>
    <dgm:pt modelId="{3120606B-2A4B-444F-8EBC-68C7C87C2896}">
      <dgm:prSet/>
      <dgm:spPr/>
      <dgm:t>
        <a:bodyPr/>
        <a:lstStyle/>
        <a:p>
          <a:pPr algn="l"/>
          <a:r>
            <a:rPr lang="en-US" altLang="en-PK" b="1" dirty="0"/>
            <a:t>Resource-based super-linearity:                                          </a:t>
          </a:r>
        </a:p>
        <a:p>
          <a:pPr algn="l"/>
          <a:r>
            <a:rPr lang="en-US" altLang="en-PK" dirty="0"/>
            <a:t>The higher aggregate cache/memory bandwidth can result in better cache-hit ratios, and therefore super-linearity. </a:t>
          </a:r>
          <a:endParaRPr lang="x-none" dirty="0">
            <a:solidFill>
              <a:schemeClr val="bg1"/>
            </a:solidFill>
          </a:endParaRPr>
        </a:p>
      </dgm:t>
    </dgm:pt>
    <dgm:pt modelId="{D0A0B0EF-FD53-41BC-BF37-408093AD03C7}" type="parTrans" cxnId="{F43E49F1-71D9-4E6E-B980-08C048578E52}">
      <dgm:prSet/>
      <dgm:spPr/>
      <dgm:t>
        <a:bodyPr/>
        <a:lstStyle/>
        <a:p>
          <a:endParaRPr lang="x-none"/>
        </a:p>
      </dgm:t>
    </dgm:pt>
    <dgm:pt modelId="{030E0815-8A9D-462B-BC06-7EBD230DE95A}" type="sibTrans" cxnId="{F43E49F1-71D9-4E6E-B980-08C048578E52}">
      <dgm:prSet/>
      <dgm:spPr/>
      <dgm:t>
        <a:bodyPr/>
        <a:lstStyle/>
        <a:p>
          <a:endParaRPr lang="x-none"/>
        </a:p>
      </dgm:t>
    </dgm:pt>
    <dgm:pt modelId="{B85EC2D4-8D8E-497F-823A-8D9B2603FBC6}">
      <dgm:prSet custT="1"/>
      <dgm:spPr/>
      <dgm:t>
        <a:bodyPr/>
        <a:lstStyle/>
        <a:p>
          <a:pPr algn="l"/>
          <a:r>
            <a:rPr lang="en-US" altLang="en-PK" sz="1900" b="1" dirty="0">
              <a:latin typeface="Arial" panose="020B0604020202020204" pitchFamily="34" charset="0"/>
              <a:cs typeface="Arial" panose="020B0604020202020204" pitchFamily="34" charset="0"/>
            </a:rPr>
            <a:t>Example: </a:t>
          </a:r>
        </a:p>
        <a:p>
          <a:pPr algn="l"/>
          <a:r>
            <a:rPr lang="en-US" altLang="en-PK" sz="1900" dirty="0">
              <a:latin typeface="Arial" panose="020B0604020202020204" pitchFamily="34" charset="0"/>
              <a:cs typeface="Arial" panose="020B0604020202020204" pitchFamily="34" charset="0"/>
            </a:rPr>
            <a:t>A processor with 64KB of cache yields an 80% hit ratio. If two processors are used, since the problem size/processor is smaller, the hit ratio goes up to 90%. Of the remaining 10% access, 8% come from local memory and 2% from remote memory. </a:t>
          </a:r>
          <a:endParaRPr lang="x-none" sz="1900" dirty="0">
            <a:solidFill>
              <a:schemeClr val="bg1"/>
            </a:solidFill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206FC9E8-C1BB-4341-B853-E9B40402CB36}" type="parTrans" cxnId="{2D284A31-6EED-4CC4-A87A-B56856160B31}">
      <dgm:prSet/>
      <dgm:spPr/>
      <dgm:t>
        <a:bodyPr/>
        <a:lstStyle/>
        <a:p>
          <a:endParaRPr lang="en-US"/>
        </a:p>
      </dgm:t>
    </dgm:pt>
    <dgm:pt modelId="{5E0B4C6C-F3B0-47D8-8839-B17750D7261F}" type="sibTrans" cxnId="{2D284A31-6EED-4CC4-A87A-B56856160B31}">
      <dgm:prSet/>
      <dgm:spPr/>
      <dgm:t>
        <a:bodyPr/>
        <a:lstStyle/>
        <a:p>
          <a:endParaRPr lang="en-US"/>
        </a:p>
      </dgm:t>
    </dgm:pt>
    <dgm:pt modelId="{92FBDB77-8314-4FB4-A788-3F76678FC125}">
      <dgm:prSet custT="1"/>
      <dgm:spPr/>
      <dgm:t>
        <a:bodyPr/>
        <a:lstStyle/>
        <a:p>
          <a:pPr algn="l"/>
          <a:r>
            <a:rPr lang="en-US" altLang="en-PK" sz="2000" dirty="0"/>
            <a:t>If DRAM access time is 100 ns, cache access time is 2 ns, and remote memory access time is 400ns, this corresponds to a speedup of 2.43! </a:t>
          </a:r>
          <a:endParaRPr lang="x-none" sz="2000" dirty="0">
            <a:solidFill>
              <a:schemeClr val="bg1"/>
            </a:solidFill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8630F210-B273-40F4-AC44-2CCBEA69C1A3}" type="parTrans" cxnId="{3482DA5E-2661-40B1-B0A0-0B594FEE4C70}">
      <dgm:prSet/>
      <dgm:spPr/>
      <dgm:t>
        <a:bodyPr/>
        <a:lstStyle/>
        <a:p>
          <a:endParaRPr lang="en-PK"/>
        </a:p>
      </dgm:t>
    </dgm:pt>
    <dgm:pt modelId="{D418D2CA-1ED8-46D6-9AD9-C3BB2D84896B}" type="sibTrans" cxnId="{3482DA5E-2661-40B1-B0A0-0B594FEE4C70}">
      <dgm:prSet/>
      <dgm:spPr/>
      <dgm:t>
        <a:bodyPr/>
        <a:lstStyle/>
        <a:p>
          <a:endParaRPr lang="en-PK"/>
        </a:p>
      </dgm:t>
    </dgm:pt>
    <dgm:pt modelId="{ADB8E9AA-193B-48A0-A02C-93C1D9450EA7}" type="pres">
      <dgm:prSet presAssocID="{013D65E9-D98E-4B35-B119-F6B16588C554}" presName="Name0" presStyleCnt="0">
        <dgm:presLayoutVars>
          <dgm:dir/>
          <dgm:resizeHandles val="exact"/>
        </dgm:presLayoutVars>
      </dgm:prSet>
      <dgm:spPr/>
    </dgm:pt>
    <dgm:pt modelId="{A9329B47-3E1E-47F8-9672-48D741F834F4}" type="pres">
      <dgm:prSet presAssocID="{3120606B-2A4B-444F-8EBC-68C7C87C2896}" presName="node" presStyleLbl="node1" presStyleIdx="0" presStyleCnt="3">
        <dgm:presLayoutVars>
          <dgm:bulletEnabled val="1"/>
        </dgm:presLayoutVars>
      </dgm:prSet>
      <dgm:spPr/>
    </dgm:pt>
    <dgm:pt modelId="{ACDE10CE-706E-4B2E-83BF-6B412A9E003B}" type="pres">
      <dgm:prSet presAssocID="{030E0815-8A9D-462B-BC06-7EBD230DE95A}" presName="sibTrans" presStyleCnt="0"/>
      <dgm:spPr/>
    </dgm:pt>
    <dgm:pt modelId="{3CF1A793-F08D-49BF-A132-1099A4A4DB9D}" type="pres">
      <dgm:prSet presAssocID="{B85EC2D4-8D8E-497F-823A-8D9B2603FBC6}" presName="node" presStyleLbl="node1" presStyleIdx="1" presStyleCnt="3">
        <dgm:presLayoutVars>
          <dgm:bulletEnabled val="1"/>
        </dgm:presLayoutVars>
      </dgm:prSet>
      <dgm:spPr/>
    </dgm:pt>
    <dgm:pt modelId="{F4C015BD-07FD-44A1-A027-E8295165FBF7}" type="pres">
      <dgm:prSet presAssocID="{5E0B4C6C-F3B0-47D8-8839-B17750D7261F}" presName="sibTrans" presStyleCnt="0"/>
      <dgm:spPr/>
    </dgm:pt>
    <dgm:pt modelId="{E655F3A2-4939-44BF-83DD-3F317909E84E}" type="pres">
      <dgm:prSet presAssocID="{92FBDB77-8314-4FB4-A788-3F76678FC125}" presName="node" presStyleLbl="node1" presStyleIdx="2" presStyleCnt="3" custScaleX="99987" custScaleY="91625">
        <dgm:presLayoutVars>
          <dgm:bulletEnabled val="1"/>
        </dgm:presLayoutVars>
      </dgm:prSet>
      <dgm:spPr/>
    </dgm:pt>
  </dgm:ptLst>
  <dgm:cxnLst>
    <dgm:cxn modelId="{2D284A31-6EED-4CC4-A87A-B56856160B31}" srcId="{013D65E9-D98E-4B35-B119-F6B16588C554}" destId="{B85EC2D4-8D8E-497F-823A-8D9B2603FBC6}" srcOrd="1" destOrd="0" parTransId="{206FC9E8-C1BB-4341-B853-E9B40402CB36}" sibTransId="{5E0B4C6C-F3B0-47D8-8839-B17750D7261F}"/>
    <dgm:cxn modelId="{3482DA5E-2661-40B1-B0A0-0B594FEE4C70}" srcId="{013D65E9-D98E-4B35-B119-F6B16588C554}" destId="{92FBDB77-8314-4FB4-A788-3F76678FC125}" srcOrd="2" destOrd="0" parTransId="{8630F210-B273-40F4-AC44-2CCBEA69C1A3}" sibTransId="{D418D2CA-1ED8-46D6-9AD9-C3BB2D84896B}"/>
    <dgm:cxn modelId="{090FC165-6136-414B-AB50-517E6E514D49}" type="presOf" srcId="{B85EC2D4-8D8E-497F-823A-8D9B2603FBC6}" destId="{3CF1A793-F08D-49BF-A132-1099A4A4DB9D}" srcOrd="0" destOrd="0" presId="urn:microsoft.com/office/officeart/2005/8/layout/hList6"/>
    <dgm:cxn modelId="{B30305B8-B402-444C-88F8-28C7D1E1ABAC}" type="presOf" srcId="{013D65E9-D98E-4B35-B119-F6B16588C554}" destId="{ADB8E9AA-193B-48A0-A02C-93C1D9450EA7}" srcOrd="0" destOrd="0" presId="urn:microsoft.com/office/officeart/2005/8/layout/hList6"/>
    <dgm:cxn modelId="{1E8BF6E7-7ABE-40C7-A79E-9B496CDF2CD7}" type="presOf" srcId="{92FBDB77-8314-4FB4-A788-3F76678FC125}" destId="{E655F3A2-4939-44BF-83DD-3F317909E84E}" srcOrd="0" destOrd="0" presId="urn:microsoft.com/office/officeart/2005/8/layout/hList6"/>
    <dgm:cxn modelId="{F43E49F1-71D9-4E6E-B980-08C048578E52}" srcId="{013D65E9-D98E-4B35-B119-F6B16588C554}" destId="{3120606B-2A4B-444F-8EBC-68C7C87C2896}" srcOrd="0" destOrd="0" parTransId="{D0A0B0EF-FD53-41BC-BF37-408093AD03C7}" sibTransId="{030E0815-8A9D-462B-BC06-7EBD230DE95A}"/>
    <dgm:cxn modelId="{C7F25AFF-4FC1-4D54-B060-23B62F2B9BD3}" type="presOf" srcId="{3120606B-2A4B-444F-8EBC-68C7C87C2896}" destId="{A9329B47-3E1E-47F8-9672-48D741F834F4}" srcOrd="0" destOrd="0" presId="urn:microsoft.com/office/officeart/2005/8/layout/hList6"/>
    <dgm:cxn modelId="{C2A7868C-3ACD-473D-B9E1-8277EFB430FE}" type="presParOf" srcId="{ADB8E9AA-193B-48A0-A02C-93C1D9450EA7}" destId="{A9329B47-3E1E-47F8-9672-48D741F834F4}" srcOrd="0" destOrd="0" presId="urn:microsoft.com/office/officeart/2005/8/layout/hList6"/>
    <dgm:cxn modelId="{1ACDF47A-8DF2-45E8-A969-2FA6F84503B4}" type="presParOf" srcId="{ADB8E9AA-193B-48A0-A02C-93C1D9450EA7}" destId="{ACDE10CE-706E-4B2E-83BF-6B412A9E003B}" srcOrd="1" destOrd="0" presId="urn:microsoft.com/office/officeart/2005/8/layout/hList6"/>
    <dgm:cxn modelId="{44B6FCC9-CDF5-4C5B-A1DC-777B722CCAE2}" type="presParOf" srcId="{ADB8E9AA-193B-48A0-A02C-93C1D9450EA7}" destId="{3CF1A793-F08D-49BF-A132-1099A4A4DB9D}" srcOrd="2" destOrd="0" presId="urn:microsoft.com/office/officeart/2005/8/layout/hList6"/>
    <dgm:cxn modelId="{2D45EED2-4717-415D-9396-152B207D0E9F}" type="presParOf" srcId="{ADB8E9AA-193B-48A0-A02C-93C1D9450EA7}" destId="{F4C015BD-07FD-44A1-A027-E8295165FBF7}" srcOrd="3" destOrd="0" presId="urn:microsoft.com/office/officeart/2005/8/layout/hList6"/>
    <dgm:cxn modelId="{33322F68-2C54-484A-AA42-C8EC790860F2}" type="presParOf" srcId="{ADB8E9AA-193B-48A0-A02C-93C1D9450EA7}" destId="{E655F3A2-4939-44BF-83DD-3F317909E84E}" srcOrd="4" destOrd="0" presId="urn:microsoft.com/office/officeart/2005/8/layout/hList6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20.xml><?xml version="1.0" encoding="utf-8"?>
<dgm:dataModel xmlns:dgm="http://schemas.openxmlformats.org/drawingml/2006/diagram" xmlns:a="http://schemas.openxmlformats.org/drawingml/2006/main">
  <dgm:ptLst>
    <dgm:pt modelId="{ED3F1A89-BC85-4253-966C-7691B172F16B}" type="doc">
      <dgm:prSet loTypeId="urn:microsoft.com/office/officeart/2005/8/layout/process4" loCatId="process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A81C1329-B344-4E5A-9AEE-1B757B613B4D}">
      <dgm:prSet custT="1"/>
      <dgm:spPr/>
      <dgm:t>
        <a:bodyPr/>
        <a:lstStyle/>
        <a:p>
          <a:r>
            <a:rPr lang="en-US" altLang="en-PK" sz="2000" kern="1200" dirty="0"/>
            <a:t>Efficiency is a measure of the fraction of time for which a processing element is usefully employed </a:t>
          </a:r>
          <a:endParaRPr lang="en-US" sz="2000" kern="1200" dirty="0">
            <a:solidFill>
              <a:srgbClr val="FFFFFF"/>
            </a:solidFill>
            <a:latin typeface="Arial" panose="020B0604020202020204" pitchFamily="34" charset="0"/>
            <a:ea typeface="+mn-ea"/>
            <a:cs typeface="Arial" panose="020B0604020202020204" pitchFamily="34" charset="0"/>
          </a:endParaRPr>
        </a:p>
      </dgm:t>
    </dgm:pt>
    <dgm:pt modelId="{B33391AB-DB71-40D7-86F3-385E5740A321}" type="parTrans" cxnId="{FA119128-D452-41E2-9C6E-53C9ADAEBB6D}">
      <dgm:prSet/>
      <dgm:spPr/>
      <dgm:t>
        <a:bodyPr/>
        <a:lstStyle/>
        <a:p>
          <a:endParaRPr lang="en-US"/>
        </a:p>
      </dgm:t>
    </dgm:pt>
    <dgm:pt modelId="{830BC0B3-C352-4C9D-8CDA-36F8FD52D51E}" type="sibTrans" cxnId="{FA119128-D452-41E2-9C6E-53C9ADAEBB6D}">
      <dgm:prSet/>
      <dgm:spPr/>
      <dgm:t>
        <a:bodyPr/>
        <a:lstStyle/>
        <a:p>
          <a:endParaRPr lang="en-US"/>
        </a:p>
      </dgm:t>
    </dgm:pt>
    <mc:AlternateContent xmlns:mc="http://schemas.openxmlformats.org/markup-compatibility/2006" xmlns:a14="http://schemas.microsoft.com/office/drawing/2010/main">
      <mc:Choice Requires="a14">
        <dgm:pt modelId="{C7BD31F1-F07C-400E-84EB-6AD62D2729E9}">
          <dgm:prSet custT="1"/>
          <dgm:spPr/>
          <dgm:t>
            <a:bodyPr/>
            <a:lstStyle/>
            <a:p>
              <a:r>
                <a:rPr lang="en-US" altLang="en-PK" sz="2000" kern="1200" dirty="0"/>
                <a:t>Mathematically, it is given by</a:t>
              </a:r>
            </a:p>
            <a:p>
              <a:r>
                <a:rPr lang="en-US" altLang="en-PK" sz="2000" kern="1200" dirty="0"/>
                <a:t> </a:t>
              </a:r>
              <a14:m>
                <m:oMath xmlns:m="http://schemas.openxmlformats.org/officeDocument/2006/math">
                  <m:r>
                    <a:rPr lang="en-US" altLang="en-PK" sz="2800" b="0" i="1" kern="1200" smtClean="0">
                      <a:latin typeface="Cambria Math" panose="02040503050406030204" pitchFamily="18" charset="0"/>
                    </a:rPr>
                    <m:t>𝐸</m:t>
                  </m:r>
                  <m:r>
                    <a:rPr lang="en-US" altLang="en-PK" sz="2800" i="1" kern="1200" smtClean="0">
                      <a:latin typeface="Cambria Math" panose="02040503050406030204" pitchFamily="18" charset="0"/>
                    </a:rPr>
                    <m:t>=</m:t>
                  </m:r>
                  <m:f>
                    <m:fPr>
                      <m:ctrlPr>
                        <a:rPr lang="en-US" altLang="en-PK" sz="2800" i="1" kern="1200" smtClean="0">
                          <a:latin typeface="Cambria Math" panose="02040503050406030204" pitchFamily="18" charset="0"/>
                        </a:rPr>
                      </m:ctrlPr>
                    </m:fPr>
                    <m:num>
                      <m:r>
                        <a:rPr lang="en-US" altLang="en-PK" sz="2800" b="0" i="1" kern="1200" smtClean="0">
                          <a:latin typeface="Cambria Math" panose="02040503050406030204" pitchFamily="18" charset="0"/>
                        </a:rPr>
                        <m:t>𝑆</m:t>
                      </m:r>
                    </m:num>
                    <m:den>
                      <m:r>
                        <a:rPr lang="en-US" altLang="en-PK" sz="2800" b="0" i="1" kern="1200" smtClean="0">
                          <a:latin typeface="Cambria Math" panose="02040503050406030204" pitchFamily="18" charset="0"/>
                        </a:rPr>
                        <m:t>𝑇</m:t>
                      </m:r>
                    </m:den>
                  </m:f>
                </m:oMath>
              </a14:m>
              <a:r>
                <a:rPr lang="en-US" altLang="en-PK" sz="2000" kern="1200" dirty="0"/>
                <a:t>	</a:t>
              </a:r>
              <a:endParaRPr lang="en-US" sz="2000" kern="1200" dirty="0">
                <a:solidFill>
                  <a:srgbClr val="FFFFFF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endParaRPr>
            </a:p>
          </dgm:t>
        </dgm:pt>
      </mc:Choice>
      <mc:Fallback xmlns="">
        <dgm:pt modelId="{C7BD31F1-F07C-400E-84EB-6AD62D2729E9}">
          <dgm:prSet custT="1"/>
          <dgm:spPr/>
          <dgm:t>
            <a:bodyPr/>
            <a:lstStyle/>
            <a:p>
              <a:r>
                <a:rPr lang="en-US" altLang="en-PK" sz="2000" kern="1200" dirty="0"/>
                <a:t>Mathematically, it is given by</a:t>
              </a:r>
            </a:p>
            <a:p>
              <a:r>
                <a:rPr lang="en-US" altLang="en-PK" sz="2000" kern="1200" dirty="0"/>
                <a:t> </a:t>
              </a:r>
              <a:r>
                <a:rPr lang="en-US" altLang="en-PK" sz="2800" b="0" i="0" kern="1200">
                  <a:latin typeface="Cambria Math" panose="02040503050406030204" pitchFamily="18" charset="0"/>
                </a:rPr>
                <a:t>𝐸</a:t>
              </a:r>
              <a:r>
                <a:rPr lang="en-US" altLang="en-PK" sz="2800" i="0" kern="1200">
                  <a:latin typeface="Cambria Math" panose="02040503050406030204" pitchFamily="18" charset="0"/>
                </a:rPr>
                <a:t>=</a:t>
              </a:r>
              <a:r>
                <a:rPr lang="en-US" altLang="en-PK" sz="2800" b="0" i="0" kern="1200">
                  <a:latin typeface="Cambria Math" panose="02040503050406030204" pitchFamily="18" charset="0"/>
                </a:rPr>
                <a:t>𝑆/𝑇</a:t>
              </a:r>
              <a:r>
                <a:rPr lang="en-US" altLang="en-PK" sz="2000" kern="1200" dirty="0"/>
                <a:t>	</a:t>
              </a:r>
              <a:endParaRPr lang="en-US" sz="2000" kern="1200" dirty="0">
                <a:solidFill>
                  <a:srgbClr val="FFFFFF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endParaRPr>
            </a:p>
          </dgm:t>
        </dgm:pt>
      </mc:Fallback>
    </mc:AlternateContent>
    <dgm:pt modelId="{9DCD4935-E66C-464A-B28A-DF8838CF5FBD}" type="parTrans" cxnId="{942A2152-9C57-46BD-B674-A911D839BB48}">
      <dgm:prSet/>
      <dgm:spPr/>
      <dgm:t>
        <a:bodyPr/>
        <a:lstStyle/>
        <a:p>
          <a:endParaRPr lang="en-US"/>
        </a:p>
      </dgm:t>
    </dgm:pt>
    <dgm:pt modelId="{A132BD8E-B995-4201-A70A-D10386287ED8}" type="sibTrans" cxnId="{942A2152-9C57-46BD-B674-A911D839BB48}">
      <dgm:prSet/>
      <dgm:spPr/>
      <dgm:t>
        <a:bodyPr/>
        <a:lstStyle/>
        <a:p>
          <a:endParaRPr lang="en-US"/>
        </a:p>
      </dgm:t>
    </dgm:pt>
    <dgm:pt modelId="{A13D41A9-423E-4218-A1D5-F6E5404F7FF9}">
      <dgm:prSet custT="1"/>
      <dgm:spPr/>
      <dgm:t>
        <a:bodyPr/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en-PK" sz="2000" kern="1200" dirty="0"/>
            <a:t>Following the bounds on speedup, efficiency can be as low as 0 and as high as 1. </a:t>
          </a:r>
          <a:endParaRPr lang="en-US" sz="2000" kern="1200" dirty="0">
            <a:solidFill>
              <a:srgbClr val="FFFFFF"/>
            </a:solidFill>
            <a:latin typeface="Arial" panose="020B0604020202020204" pitchFamily="34" charset="0"/>
            <a:ea typeface="+mn-ea"/>
            <a:cs typeface="Arial" panose="020B0604020202020204" pitchFamily="34" charset="0"/>
          </a:endParaRPr>
        </a:p>
      </dgm:t>
    </dgm:pt>
    <dgm:pt modelId="{6B4DF925-2FDF-486B-8B36-2275C15F3634}" type="parTrans" cxnId="{FBF04F38-3441-4E6C-AFB6-70A10CE76D6A}">
      <dgm:prSet/>
      <dgm:spPr/>
      <dgm:t>
        <a:bodyPr/>
        <a:lstStyle/>
        <a:p>
          <a:endParaRPr lang="en-US"/>
        </a:p>
      </dgm:t>
    </dgm:pt>
    <dgm:pt modelId="{D06D0E17-D81A-476A-A002-D66157174317}" type="sibTrans" cxnId="{FBF04F38-3441-4E6C-AFB6-70A10CE76D6A}">
      <dgm:prSet/>
      <dgm:spPr/>
      <dgm:t>
        <a:bodyPr/>
        <a:lstStyle/>
        <a:p>
          <a:endParaRPr lang="en-US"/>
        </a:p>
      </dgm:t>
    </dgm:pt>
    <dgm:pt modelId="{D45A85E9-E987-417E-BD41-751858389537}" type="pres">
      <dgm:prSet presAssocID="{ED3F1A89-BC85-4253-966C-7691B172F16B}" presName="Name0" presStyleCnt="0">
        <dgm:presLayoutVars>
          <dgm:dir/>
          <dgm:animLvl val="lvl"/>
          <dgm:resizeHandles val="exact"/>
        </dgm:presLayoutVars>
      </dgm:prSet>
      <dgm:spPr/>
    </dgm:pt>
    <dgm:pt modelId="{6DE3905E-18EE-4127-ACE3-FC57D7D7E64F}" type="pres">
      <dgm:prSet presAssocID="{A13D41A9-423E-4218-A1D5-F6E5404F7FF9}" presName="boxAndChildren" presStyleCnt="0"/>
      <dgm:spPr/>
    </dgm:pt>
    <dgm:pt modelId="{3259CBCA-8D40-4EB8-B00B-D6DA44CE6EB8}" type="pres">
      <dgm:prSet presAssocID="{A13D41A9-423E-4218-A1D5-F6E5404F7FF9}" presName="parentTextBox" presStyleLbl="node1" presStyleIdx="0" presStyleCnt="3"/>
      <dgm:spPr/>
    </dgm:pt>
    <dgm:pt modelId="{2CD74837-1C55-417D-8143-9591BE7910EE}" type="pres">
      <dgm:prSet presAssocID="{A132BD8E-B995-4201-A70A-D10386287ED8}" presName="sp" presStyleCnt="0"/>
      <dgm:spPr/>
    </dgm:pt>
    <dgm:pt modelId="{AC7B8C44-3C33-47A0-A7D0-1C7D6F5A2E4D}" type="pres">
      <dgm:prSet presAssocID="{C7BD31F1-F07C-400E-84EB-6AD62D2729E9}" presName="arrowAndChildren" presStyleCnt="0"/>
      <dgm:spPr/>
    </dgm:pt>
    <dgm:pt modelId="{B037029F-467A-4175-ACCD-5BB0BAD5F108}" type="pres">
      <dgm:prSet presAssocID="{C7BD31F1-F07C-400E-84EB-6AD62D2729E9}" presName="parentTextArrow" presStyleLbl="node1" presStyleIdx="1" presStyleCnt="3" custScaleY="105379"/>
      <dgm:spPr/>
    </dgm:pt>
    <dgm:pt modelId="{465EC2C6-C5F3-42BB-B040-B92617C02F61}" type="pres">
      <dgm:prSet presAssocID="{830BC0B3-C352-4C9D-8CDA-36F8FD52D51E}" presName="sp" presStyleCnt="0"/>
      <dgm:spPr/>
    </dgm:pt>
    <dgm:pt modelId="{0620A790-EBB2-4DC4-8333-804850CBED30}" type="pres">
      <dgm:prSet presAssocID="{A81C1329-B344-4E5A-9AEE-1B757B613B4D}" presName="arrowAndChildren" presStyleCnt="0"/>
      <dgm:spPr/>
    </dgm:pt>
    <dgm:pt modelId="{91A80EC5-5433-486D-A2A1-39BF10E8DFEC}" type="pres">
      <dgm:prSet presAssocID="{A81C1329-B344-4E5A-9AEE-1B757B613B4D}" presName="parentTextArrow" presStyleLbl="node1" presStyleIdx="2" presStyleCnt="3" custScaleY="86560"/>
      <dgm:spPr/>
    </dgm:pt>
  </dgm:ptLst>
  <dgm:cxnLst>
    <dgm:cxn modelId="{308D7800-BD43-44D6-B860-E961807B697F}" type="presOf" srcId="{C7BD31F1-F07C-400E-84EB-6AD62D2729E9}" destId="{B037029F-467A-4175-ACCD-5BB0BAD5F108}" srcOrd="0" destOrd="0" presId="urn:microsoft.com/office/officeart/2005/8/layout/process4"/>
    <dgm:cxn modelId="{D012D00A-3AC7-4AD0-A47D-A8671C72F0E6}" type="presOf" srcId="{A13D41A9-423E-4218-A1D5-F6E5404F7FF9}" destId="{3259CBCA-8D40-4EB8-B00B-D6DA44CE6EB8}" srcOrd="0" destOrd="0" presId="urn:microsoft.com/office/officeart/2005/8/layout/process4"/>
    <dgm:cxn modelId="{FA119128-D452-41E2-9C6E-53C9ADAEBB6D}" srcId="{ED3F1A89-BC85-4253-966C-7691B172F16B}" destId="{A81C1329-B344-4E5A-9AEE-1B757B613B4D}" srcOrd="0" destOrd="0" parTransId="{B33391AB-DB71-40D7-86F3-385E5740A321}" sibTransId="{830BC0B3-C352-4C9D-8CDA-36F8FD52D51E}"/>
    <dgm:cxn modelId="{FBF04F38-3441-4E6C-AFB6-70A10CE76D6A}" srcId="{ED3F1A89-BC85-4253-966C-7691B172F16B}" destId="{A13D41A9-423E-4218-A1D5-F6E5404F7FF9}" srcOrd="2" destOrd="0" parTransId="{6B4DF925-2FDF-486B-8B36-2275C15F3634}" sibTransId="{D06D0E17-D81A-476A-A002-D66157174317}"/>
    <dgm:cxn modelId="{942A2152-9C57-46BD-B674-A911D839BB48}" srcId="{ED3F1A89-BC85-4253-966C-7691B172F16B}" destId="{C7BD31F1-F07C-400E-84EB-6AD62D2729E9}" srcOrd="1" destOrd="0" parTransId="{9DCD4935-E66C-464A-B28A-DF8838CF5FBD}" sibTransId="{A132BD8E-B995-4201-A70A-D10386287ED8}"/>
    <dgm:cxn modelId="{463E3DDC-BD02-442C-9995-862DE238D12C}" type="presOf" srcId="{A81C1329-B344-4E5A-9AEE-1B757B613B4D}" destId="{91A80EC5-5433-486D-A2A1-39BF10E8DFEC}" srcOrd="0" destOrd="0" presId="urn:microsoft.com/office/officeart/2005/8/layout/process4"/>
    <dgm:cxn modelId="{9F1A38FE-87FA-449E-A591-A70F4F19F652}" type="presOf" srcId="{ED3F1A89-BC85-4253-966C-7691B172F16B}" destId="{D45A85E9-E987-417E-BD41-751858389537}" srcOrd="0" destOrd="0" presId="urn:microsoft.com/office/officeart/2005/8/layout/process4"/>
    <dgm:cxn modelId="{C97F3097-263C-47F6-8FFD-BE36F35A8B84}" type="presParOf" srcId="{D45A85E9-E987-417E-BD41-751858389537}" destId="{6DE3905E-18EE-4127-ACE3-FC57D7D7E64F}" srcOrd="0" destOrd="0" presId="urn:microsoft.com/office/officeart/2005/8/layout/process4"/>
    <dgm:cxn modelId="{4925894B-9446-448D-99F5-0FB1ED1F338E}" type="presParOf" srcId="{6DE3905E-18EE-4127-ACE3-FC57D7D7E64F}" destId="{3259CBCA-8D40-4EB8-B00B-D6DA44CE6EB8}" srcOrd="0" destOrd="0" presId="urn:microsoft.com/office/officeart/2005/8/layout/process4"/>
    <dgm:cxn modelId="{5CD108CB-4FBC-4D1F-8D17-9D79799FFC87}" type="presParOf" srcId="{D45A85E9-E987-417E-BD41-751858389537}" destId="{2CD74837-1C55-417D-8143-9591BE7910EE}" srcOrd="1" destOrd="0" presId="urn:microsoft.com/office/officeart/2005/8/layout/process4"/>
    <dgm:cxn modelId="{B247C125-00E8-46D3-8794-0267DA3A85E6}" type="presParOf" srcId="{D45A85E9-E987-417E-BD41-751858389537}" destId="{AC7B8C44-3C33-47A0-A7D0-1C7D6F5A2E4D}" srcOrd="2" destOrd="0" presId="urn:microsoft.com/office/officeart/2005/8/layout/process4"/>
    <dgm:cxn modelId="{A9EE3BF7-335D-4A25-A461-5C07159DCF98}" type="presParOf" srcId="{AC7B8C44-3C33-47A0-A7D0-1C7D6F5A2E4D}" destId="{B037029F-467A-4175-ACCD-5BB0BAD5F108}" srcOrd="0" destOrd="0" presId="urn:microsoft.com/office/officeart/2005/8/layout/process4"/>
    <dgm:cxn modelId="{79DAF7AC-C23A-4EC0-B414-8688F6F0607C}" type="presParOf" srcId="{D45A85E9-E987-417E-BD41-751858389537}" destId="{465EC2C6-C5F3-42BB-B040-B92617C02F61}" srcOrd="3" destOrd="0" presId="urn:microsoft.com/office/officeart/2005/8/layout/process4"/>
    <dgm:cxn modelId="{0DD06149-F6BC-4769-A3FA-DCD33F1D7E31}" type="presParOf" srcId="{D45A85E9-E987-417E-BD41-751858389537}" destId="{0620A790-EBB2-4DC4-8333-804850CBED30}" srcOrd="4" destOrd="0" presId="urn:microsoft.com/office/officeart/2005/8/layout/process4"/>
    <dgm:cxn modelId="{A7D0409C-3EB2-44D5-AC76-C21C782B6A3C}" type="presParOf" srcId="{0620A790-EBB2-4DC4-8333-804850CBED30}" destId="{91A80EC5-5433-486D-A2A1-39BF10E8DFEC}" srcOrd="0" destOrd="0" presId="urn:microsoft.com/office/officeart/2005/8/layout/process4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1.xml><?xml version="1.0" encoding="utf-8"?>
<dgm:dataModel xmlns:dgm="http://schemas.openxmlformats.org/drawingml/2006/diagram" xmlns:a="http://schemas.openxmlformats.org/drawingml/2006/main">
  <dgm:ptLst>
    <dgm:pt modelId="{ED3F1A89-BC85-4253-966C-7691B172F16B}" type="doc">
      <dgm:prSet loTypeId="urn:microsoft.com/office/officeart/2005/8/layout/process4" loCatId="process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A81C1329-B344-4E5A-9AEE-1B757B613B4D}">
      <dgm:prSet custT="1"/>
      <dgm:spPr/>
      <dgm:t>
        <a:bodyPr/>
        <a:lstStyle/>
        <a:p>
          <a:r>
            <a:rPr lang="en-US" altLang="en-PK" sz="2000" kern="1200" dirty="0"/>
            <a:t>Efficiency is a measure of the fraction of time for which a processing element is usefully employed </a:t>
          </a:r>
          <a:endParaRPr lang="en-US" sz="2000" kern="1200" dirty="0">
            <a:solidFill>
              <a:srgbClr val="FFFFFF"/>
            </a:solidFill>
            <a:latin typeface="Arial" panose="020B0604020202020204" pitchFamily="34" charset="0"/>
            <a:ea typeface="+mn-ea"/>
            <a:cs typeface="Arial" panose="020B0604020202020204" pitchFamily="34" charset="0"/>
          </a:endParaRPr>
        </a:p>
      </dgm:t>
    </dgm:pt>
    <dgm:pt modelId="{B33391AB-DB71-40D7-86F3-385E5740A321}" type="parTrans" cxnId="{FA119128-D452-41E2-9C6E-53C9ADAEBB6D}">
      <dgm:prSet/>
      <dgm:spPr/>
      <dgm:t>
        <a:bodyPr/>
        <a:lstStyle/>
        <a:p>
          <a:endParaRPr lang="en-US"/>
        </a:p>
      </dgm:t>
    </dgm:pt>
    <dgm:pt modelId="{830BC0B3-C352-4C9D-8CDA-36F8FD52D51E}" type="sibTrans" cxnId="{FA119128-D452-41E2-9C6E-53C9ADAEBB6D}">
      <dgm:prSet/>
      <dgm:spPr/>
      <dgm:t>
        <a:bodyPr/>
        <a:lstStyle/>
        <a:p>
          <a:endParaRPr lang="en-US"/>
        </a:p>
      </dgm:t>
    </dgm:pt>
    <dgm:pt modelId="{C7BD31F1-F07C-400E-84EB-6AD62D2729E9}">
      <dgm:prSet custT="1"/>
      <dgm:spPr>
        <a:blipFill>
          <a:blip xmlns:r="http://schemas.openxmlformats.org/officeDocument/2006/relationships" r:embed="rId1"/>
          <a:stretch>
            <a:fillRect/>
          </a:stretch>
        </a:blipFill>
      </dgm:spPr>
      <dgm:t>
        <a:bodyPr/>
        <a:lstStyle/>
        <a:p>
          <a:r>
            <a:rPr lang="en-PK">
              <a:noFill/>
            </a:rPr>
            <a:t> </a:t>
          </a:r>
        </a:p>
      </dgm:t>
    </dgm:pt>
    <dgm:pt modelId="{9DCD4935-E66C-464A-B28A-DF8838CF5FBD}" type="parTrans" cxnId="{942A2152-9C57-46BD-B674-A911D839BB48}">
      <dgm:prSet/>
      <dgm:spPr/>
      <dgm:t>
        <a:bodyPr/>
        <a:lstStyle/>
        <a:p>
          <a:endParaRPr lang="en-US"/>
        </a:p>
      </dgm:t>
    </dgm:pt>
    <dgm:pt modelId="{A132BD8E-B995-4201-A70A-D10386287ED8}" type="sibTrans" cxnId="{942A2152-9C57-46BD-B674-A911D839BB48}">
      <dgm:prSet/>
      <dgm:spPr/>
      <dgm:t>
        <a:bodyPr/>
        <a:lstStyle/>
        <a:p>
          <a:endParaRPr lang="en-US"/>
        </a:p>
      </dgm:t>
    </dgm:pt>
    <dgm:pt modelId="{A13D41A9-423E-4218-A1D5-F6E5404F7FF9}">
      <dgm:prSet custT="1"/>
      <dgm:spPr/>
      <dgm:t>
        <a:bodyPr/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en-PK" sz="2000" kern="1200" dirty="0"/>
            <a:t>Following the bounds on speedup, efficiency can be as low as 0 and as high as 1. </a:t>
          </a:r>
          <a:endParaRPr lang="en-US" sz="2000" kern="1200" dirty="0">
            <a:solidFill>
              <a:srgbClr val="FFFFFF"/>
            </a:solidFill>
            <a:latin typeface="Arial" panose="020B0604020202020204" pitchFamily="34" charset="0"/>
            <a:ea typeface="+mn-ea"/>
            <a:cs typeface="Arial" panose="020B0604020202020204" pitchFamily="34" charset="0"/>
          </a:endParaRPr>
        </a:p>
      </dgm:t>
    </dgm:pt>
    <dgm:pt modelId="{6B4DF925-2FDF-486B-8B36-2275C15F3634}" type="parTrans" cxnId="{FBF04F38-3441-4E6C-AFB6-70A10CE76D6A}">
      <dgm:prSet/>
      <dgm:spPr/>
      <dgm:t>
        <a:bodyPr/>
        <a:lstStyle/>
        <a:p>
          <a:endParaRPr lang="en-US"/>
        </a:p>
      </dgm:t>
    </dgm:pt>
    <dgm:pt modelId="{D06D0E17-D81A-476A-A002-D66157174317}" type="sibTrans" cxnId="{FBF04F38-3441-4E6C-AFB6-70A10CE76D6A}">
      <dgm:prSet/>
      <dgm:spPr/>
      <dgm:t>
        <a:bodyPr/>
        <a:lstStyle/>
        <a:p>
          <a:endParaRPr lang="en-US"/>
        </a:p>
      </dgm:t>
    </dgm:pt>
    <dgm:pt modelId="{D45A85E9-E987-417E-BD41-751858389537}" type="pres">
      <dgm:prSet presAssocID="{ED3F1A89-BC85-4253-966C-7691B172F16B}" presName="Name0" presStyleCnt="0">
        <dgm:presLayoutVars>
          <dgm:dir/>
          <dgm:animLvl val="lvl"/>
          <dgm:resizeHandles val="exact"/>
        </dgm:presLayoutVars>
      </dgm:prSet>
      <dgm:spPr/>
    </dgm:pt>
    <dgm:pt modelId="{6DE3905E-18EE-4127-ACE3-FC57D7D7E64F}" type="pres">
      <dgm:prSet presAssocID="{A13D41A9-423E-4218-A1D5-F6E5404F7FF9}" presName="boxAndChildren" presStyleCnt="0"/>
      <dgm:spPr/>
    </dgm:pt>
    <dgm:pt modelId="{3259CBCA-8D40-4EB8-B00B-D6DA44CE6EB8}" type="pres">
      <dgm:prSet presAssocID="{A13D41A9-423E-4218-A1D5-F6E5404F7FF9}" presName="parentTextBox" presStyleLbl="node1" presStyleIdx="0" presStyleCnt="3"/>
      <dgm:spPr/>
    </dgm:pt>
    <dgm:pt modelId="{2CD74837-1C55-417D-8143-9591BE7910EE}" type="pres">
      <dgm:prSet presAssocID="{A132BD8E-B995-4201-A70A-D10386287ED8}" presName="sp" presStyleCnt="0"/>
      <dgm:spPr/>
    </dgm:pt>
    <dgm:pt modelId="{AC7B8C44-3C33-47A0-A7D0-1C7D6F5A2E4D}" type="pres">
      <dgm:prSet presAssocID="{C7BD31F1-F07C-400E-84EB-6AD62D2729E9}" presName="arrowAndChildren" presStyleCnt="0"/>
      <dgm:spPr/>
    </dgm:pt>
    <dgm:pt modelId="{B037029F-467A-4175-ACCD-5BB0BAD5F108}" type="pres">
      <dgm:prSet presAssocID="{C7BD31F1-F07C-400E-84EB-6AD62D2729E9}" presName="parentTextArrow" presStyleLbl="node1" presStyleIdx="1" presStyleCnt="3" custScaleY="105379"/>
      <dgm:spPr/>
    </dgm:pt>
    <dgm:pt modelId="{465EC2C6-C5F3-42BB-B040-B92617C02F61}" type="pres">
      <dgm:prSet presAssocID="{830BC0B3-C352-4C9D-8CDA-36F8FD52D51E}" presName="sp" presStyleCnt="0"/>
      <dgm:spPr/>
    </dgm:pt>
    <dgm:pt modelId="{0620A790-EBB2-4DC4-8333-804850CBED30}" type="pres">
      <dgm:prSet presAssocID="{A81C1329-B344-4E5A-9AEE-1B757B613B4D}" presName="arrowAndChildren" presStyleCnt="0"/>
      <dgm:spPr/>
    </dgm:pt>
    <dgm:pt modelId="{91A80EC5-5433-486D-A2A1-39BF10E8DFEC}" type="pres">
      <dgm:prSet presAssocID="{A81C1329-B344-4E5A-9AEE-1B757B613B4D}" presName="parentTextArrow" presStyleLbl="node1" presStyleIdx="2" presStyleCnt="3" custScaleY="86560"/>
      <dgm:spPr/>
    </dgm:pt>
  </dgm:ptLst>
  <dgm:cxnLst>
    <dgm:cxn modelId="{308D7800-BD43-44D6-B860-E961807B697F}" type="presOf" srcId="{C7BD31F1-F07C-400E-84EB-6AD62D2729E9}" destId="{B037029F-467A-4175-ACCD-5BB0BAD5F108}" srcOrd="0" destOrd="0" presId="urn:microsoft.com/office/officeart/2005/8/layout/process4"/>
    <dgm:cxn modelId="{D012D00A-3AC7-4AD0-A47D-A8671C72F0E6}" type="presOf" srcId="{A13D41A9-423E-4218-A1D5-F6E5404F7FF9}" destId="{3259CBCA-8D40-4EB8-B00B-D6DA44CE6EB8}" srcOrd="0" destOrd="0" presId="urn:microsoft.com/office/officeart/2005/8/layout/process4"/>
    <dgm:cxn modelId="{FA119128-D452-41E2-9C6E-53C9ADAEBB6D}" srcId="{ED3F1A89-BC85-4253-966C-7691B172F16B}" destId="{A81C1329-B344-4E5A-9AEE-1B757B613B4D}" srcOrd="0" destOrd="0" parTransId="{B33391AB-DB71-40D7-86F3-385E5740A321}" sibTransId="{830BC0B3-C352-4C9D-8CDA-36F8FD52D51E}"/>
    <dgm:cxn modelId="{FBF04F38-3441-4E6C-AFB6-70A10CE76D6A}" srcId="{ED3F1A89-BC85-4253-966C-7691B172F16B}" destId="{A13D41A9-423E-4218-A1D5-F6E5404F7FF9}" srcOrd="2" destOrd="0" parTransId="{6B4DF925-2FDF-486B-8B36-2275C15F3634}" sibTransId="{D06D0E17-D81A-476A-A002-D66157174317}"/>
    <dgm:cxn modelId="{942A2152-9C57-46BD-B674-A911D839BB48}" srcId="{ED3F1A89-BC85-4253-966C-7691B172F16B}" destId="{C7BD31F1-F07C-400E-84EB-6AD62D2729E9}" srcOrd="1" destOrd="0" parTransId="{9DCD4935-E66C-464A-B28A-DF8838CF5FBD}" sibTransId="{A132BD8E-B995-4201-A70A-D10386287ED8}"/>
    <dgm:cxn modelId="{463E3DDC-BD02-442C-9995-862DE238D12C}" type="presOf" srcId="{A81C1329-B344-4E5A-9AEE-1B757B613B4D}" destId="{91A80EC5-5433-486D-A2A1-39BF10E8DFEC}" srcOrd="0" destOrd="0" presId="urn:microsoft.com/office/officeart/2005/8/layout/process4"/>
    <dgm:cxn modelId="{9F1A38FE-87FA-449E-A591-A70F4F19F652}" type="presOf" srcId="{ED3F1A89-BC85-4253-966C-7691B172F16B}" destId="{D45A85E9-E987-417E-BD41-751858389537}" srcOrd="0" destOrd="0" presId="urn:microsoft.com/office/officeart/2005/8/layout/process4"/>
    <dgm:cxn modelId="{C97F3097-263C-47F6-8FFD-BE36F35A8B84}" type="presParOf" srcId="{D45A85E9-E987-417E-BD41-751858389537}" destId="{6DE3905E-18EE-4127-ACE3-FC57D7D7E64F}" srcOrd="0" destOrd="0" presId="urn:microsoft.com/office/officeart/2005/8/layout/process4"/>
    <dgm:cxn modelId="{4925894B-9446-448D-99F5-0FB1ED1F338E}" type="presParOf" srcId="{6DE3905E-18EE-4127-ACE3-FC57D7D7E64F}" destId="{3259CBCA-8D40-4EB8-B00B-D6DA44CE6EB8}" srcOrd="0" destOrd="0" presId="urn:microsoft.com/office/officeart/2005/8/layout/process4"/>
    <dgm:cxn modelId="{5CD108CB-4FBC-4D1F-8D17-9D79799FFC87}" type="presParOf" srcId="{D45A85E9-E987-417E-BD41-751858389537}" destId="{2CD74837-1C55-417D-8143-9591BE7910EE}" srcOrd="1" destOrd="0" presId="urn:microsoft.com/office/officeart/2005/8/layout/process4"/>
    <dgm:cxn modelId="{B247C125-00E8-46D3-8794-0267DA3A85E6}" type="presParOf" srcId="{D45A85E9-E987-417E-BD41-751858389537}" destId="{AC7B8C44-3C33-47A0-A7D0-1C7D6F5A2E4D}" srcOrd="2" destOrd="0" presId="urn:microsoft.com/office/officeart/2005/8/layout/process4"/>
    <dgm:cxn modelId="{A9EE3BF7-335D-4A25-A461-5C07159DCF98}" type="presParOf" srcId="{AC7B8C44-3C33-47A0-A7D0-1C7D6F5A2E4D}" destId="{B037029F-467A-4175-ACCD-5BB0BAD5F108}" srcOrd="0" destOrd="0" presId="urn:microsoft.com/office/officeart/2005/8/layout/process4"/>
    <dgm:cxn modelId="{79DAF7AC-C23A-4EC0-B414-8688F6F0607C}" type="presParOf" srcId="{D45A85E9-E987-417E-BD41-751858389537}" destId="{465EC2C6-C5F3-42BB-B040-B92617C02F61}" srcOrd="3" destOrd="0" presId="urn:microsoft.com/office/officeart/2005/8/layout/process4"/>
    <dgm:cxn modelId="{0DD06149-F6BC-4769-A3FA-DCD33F1D7E31}" type="presParOf" srcId="{D45A85E9-E987-417E-BD41-751858389537}" destId="{0620A790-EBB2-4DC4-8333-804850CBED30}" srcOrd="4" destOrd="0" presId="urn:microsoft.com/office/officeart/2005/8/layout/process4"/>
    <dgm:cxn modelId="{A7D0409C-3EB2-44D5-AC76-C21C782B6A3C}" type="presParOf" srcId="{0620A790-EBB2-4DC4-8333-804850CBED30}" destId="{91A80EC5-5433-486D-A2A1-39BF10E8DFEC}" srcOrd="0" destOrd="0" presId="urn:microsoft.com/office/officeart/2005/8/layout/process4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2.xml><?xml version="1.0" encoding="utf-8"?>
<dgm:dataModel xmlns:dgm="http://schemas.openxmlformats.org/drawingml/2006/diagram" xmlns:a="http://schemas.openxmlformats.org/drawingml/2006/main">
  <dgm:ptLst>
    <dgm:pt modelId="{013D65E9-D98E-4B35-B119-F6B16588C554}" type="doc">
      <dgm:prSet loTypeId="urn:microsoft.com/office/officeart/2005/8/layout/process4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x-none"/>
        </a:p>
      </dgm:t>
    </dgm:pt>
    <dgm:pt modelId="{3120606B-2A4B-444F-8EBC-68C7C87C2896}">
      <dgm:prSet custT="1"/>
      <dgm:spPr>
        <a:solidFill>
          <a:schemeClr val="accent2">
            <a:lumMod val="75000"/>
          </a:schemeClr>
        </a:solidFill>
      </dgm:spPr>
      <dgm:t>
        <a:bodyPr/>
        <a:lstStyle/>
        <a:p>
          <a:pPr algn="ctr"/>
          <a:r>
            <a:rPr lang="en-US" altLang="en-PK" sz="2000" kern="1200" dirty="0"/>
            <a:t>Cost is the product of parallel runtime and the number of processing elements used (</a:t>
          </a:r>
          <a:r>
            <a:rPr lang="en-US" altLang="en-PK" sz="2000" b="1" i="1" kern="1200" dirty="0"/>
            <a:t>p</a:t>
          </a:r>
          <a:r>
            <a:rPr lang="en-US" altLang="en-PK" sz="2000" kern="1200" dirty="0"/>
            <a:t> x </a:t>
          </a:r>
          <a:r>
            <a:rPr lang="en-US" altLang="en-PK" sz="2000" b="1" i="1" kern="1200" dirty="0"/>
            <a:t>T</a:t>
          </a:r>
          <a:r>
            <a:rPr lang="en-US" altLang="en-PK" sz="2000" b="1" i="1" kern="1200" baseline="-25000" dirty="0"/>
            <a:t>P</a:t>
          </a:r>
          <a:r>
            <a:rPr lang="en-US" altLang="en-PK" sz="2000" kern="1200" dirty="0"/>
            <a:t> ). </a:t>
          </a:r>
          <a:endParaRPr lang="en-US" sz="2000" kern="1200" dirty="0">
            <a:solidFill>
              <a:srgbClr val="FFFFFF"/>
            </a:solidFill>
            <a:latin typeface="Arial" panose="020B0604020202020204" pitchFamily="34" charset="0"/>
            <a:ea typeface="+mn-ea"/>
            <a:cs typeface="Arial" panose="020B0604020202020204" pitchFamily="34" charset="0"/>
          </a:endParaRPr>
        </a:p>
      </dgm:t>
    </dgm:pt>
    <dgm:pt modelId="{D0A0B0EF-FD53-41BC-BF37-408093AD03C7}" type="parTrans" cxnId="{F43E49F1-71D9-4E6E-B980-08C048578E52}">
      <dgm:prSet/>
      <dgm:spPr/>
      <dgm:t>
        <a:bodyPr/>
        <a:lstStyle/>
        <a:p>
          <a:endParaRPr lang="x-none"/>
        </a:p>
      </dgm:t>
    </dgm:pt>
    <dgm:pt modelId="{030E0815-8A9D-462B-BC06-7EBD230DE95A}" type="sibTrans" cxnId="{F43E49F1-71D9-4E6E-B980-08C048578E52}">
      <dgm:prSet/>
      <dgm:spPr/>
      <dgm:t>
        <a:bodyPr/>
        <a:lstStyle/>
        <a:p>
          <a:endParaRPr lang="x-none"/>
        </a:p>
      </dgm:t>
    </dgm:pt>
    <dgm:pt modelId="{14228461-6FEA-4959-8FD8-BCBFB10748D8}">
      <dgm:prSet custT="1"/>
      <dgm:spPr>
        <a:solidFill>
          <a:schemeClr val="accent5">
            <a:lumMod val="75000"/>
          </a:schemeClr>
        </a:solidFill>
      </dgm:spPr>
      <dgm:t>
        <a:bodyPr/>
        <a:lstStyle/>
        <a:p>
          <a:pPr algn="ctr"/>
          <a:r>
            <a:rPr lang="en-US" altLang="en-PK" sz="2000" kern="1200" dirty="0"/>
            <a:t>Since </a:t>
          </a:r>
          <a:r>
            <a:rPr lang="en-US" altLang="en-PK" sz="2000" b="1" i="1" kern="1200" dirty="0"/>
            <a:t>E</a:t>
          </a:r>
          <a:r>
            <a:rPr lang="en-US" altLang="en-PK" sz="2000" kern="1200" dirty="0"/>
            <a:t> = </a:t>
          </a:r>
          <a:r>
            <a:rPr lang="en-US" altLang="en-PK" sz="2000" b="1" i="1" kern="1200" dirty="0"/>
            <a:t>T</a:t>
          </a:r>
          <a:r>
            <a:rPr lang="en-US" altLang="en-PK" sz="2000" b="1" i="1" kern="1200" baseline="-25000" dirty="0"/>
            <a:t>S</a:t>
          </a:r>
          <a:r>
            <a:rPr lang="en-US" altLang="en-PK" sz="2000" kern="1200" dirty="0"/>
            <a:t> / </a:t>
          </a:r>
          <a:r>
            <a:rPr lang="en-US" altLang="en-PK" sz="2000" b="1" i="1" kern="1200" dirty="0"/>
            <a:t>p</a:t>
          </a:r>
          <a:r>
            <a:rPr lang="en-US" altLang="en-PK" sz="2000" kern="1200" dirty="0"/>
            <a:t> </a:t>
          </a:r>
          <a:r>
            <a:rPr lang="en-US" altLang="en-PK" sz="2000" b="1" i="1" kern="1200" dirty="0"/>
            <a:t>T</a:t>
          </a:r>
          <a:r>
            <a:rPr lang="en-US" altLang="en-PK" sz="2000" b="1" i="1" kern="1200" baseline="-25000" dirty="0"/>
            <a:t>P</a:t>
          </a:r>
          <a:r>
            <a:rPr lang="en-US" altLang="en-PK" sz="2000" kern="1200" dirty="0"/>
            <a:t>, for cost optimal systems, </a:t>
          </a:r>
          <a:r>
            <a:rPr lang="en-US" altLang="en-PK" sz="2000" b="1" i="1" kern="1200" dirty="0"/>
            <a:t>E</a:t>
          </a:r>
          <a:r>
            <a:rPr lang="en-US" altLang="en-PK" sz="2000" kern="1200" dirty="0"/>
            <a:t> = </a:t>
          </a:r>
          <a:r>
            <a:rPr lang="en-US" altLang="en-PK" sz="2000" i="1" kern="1200" dirty="0"/>
            <a:t>O</a:t>
          </a:r>
          <a:r>
            <a:rPr lang="en-US" altLang="en-PK" sz="2000" kern="1200" dirty="0"/>
            <a:t>(1). </a:t>
          </a:r>
          <a:endParaRPr lang="en-US" sz="2000" kern="1200" dirty="0">
            <a:solidFill>
              <a:srgbClr val="FFFFFF"/>
            </a:solidFill>
            <a:latin typeface="Arial" panose="020B0604020202020204" pitchFamily="34" charset="0"/>
            <a:ea typeface="+mn-ea"/>
            <a:cs typeface="Arial" panose="020B0604020202020204" pitchFamily="34" charset="0"/>
          </a:endParaRPr>
        </a:p>
      </dgm:t>
    </dgm:pt>
    <dgm:pt modelId="{A53C8E23-01A4-4483-94BD-C5BDBF6CCE54}" type="parTrans" cxnId="{4786EC36-3F08-4D73-8F3D-FBC51EF2FDA9}">
      <dgm:prSet/>
      <dgm:spPr/>
      <dgm:t>
        <a:bodyPr/>
        <a:lstStyle/>
        <a:p>
          <a:endParaRPr lang="en-US"/>
        </a:p>
      </dgm:t>
    </dgm:pt>
    <dgm:pt modelId="{900AEE4F-6D15-4B3D-BEBA-FB895B43DAD6}" type="sibTrans" cxnId="{4786EC36-3F08-4D73-8F3D-FBC51EF2FDA9}">
      <dgm:prSet/>
      <dgm:spPr/>
      <dgm:t>
        <a:bodyPr/>
        <a:lstStyle/>
        <a:p>
          <a:endParaRPr lang="en-US"/>
        </a:p>
      </dgm:t>
    </dgm:pt>
    <dgm:pt modelId="{CEB0C370-E326-4568-B691-0E8D5C1D5F78}">
      <dgm:prSet custT="1"/>
      <dgm:spPr>
        <a:solidFill>
          <a:schemeClr val="accent3">
            <a:lumMod val="75000"/>
          </a:schemeClr>
        </a:solidFill>
      </dgm:spPr>
      <dgm:t>
        <a:bodyPr/>
        <a:lstStyle/>
        <a:p>
          <a:pPr algn="ctr"/>
          <a:r>
            <a:rPr lang="en-US" altLang="en-PK" sz="2000" kern="1200" dirty="0"/>
            <a:t>Cost reflects the sum of the time that each processing element spends solving the problem. </a:t>
          </a:r>
          <a:endParaRPr lang="en-US" sz="2000" kern="1200" dirty="0">
            <a:solidFill>
              <a:srgbClr val="FFFFFF"/>
            </a:solidFill>
            <a:latin typeface="Arial" panose="020B0604020202020204" pitchFamily="34" charset="0"/>
            <a:ea typeface="+mn-ea"/>
            <a:cs typeface="Arial" panose="020B0604020202020204" pitchFamily="34" charset="0"/>
          </a:endParaRPr>
        </a:p>
      </dgm:t>
    </dgm:pt>
    <dgm:pt modelId="{1A647BAE-344F-41C0-83AF-2C210B0FC84A}" type="parTrans" cxnId="{2D4DCD2D-2335-41D4-8059-BA64426B94AC}">
      <dgm:prSet/>
      <dgm:spPr/>
      <dgm:t>
        <a:bodyPr/>
        <a:lstStyle/>
        <a:p>
          <a:endParaRPr lang="en-PK"/>
        </a:p>
      </dgm:t>
    </dgm:pt>
    <dgm:pt modelId="{AAC77DF4-E735-4F30-AEC7-BFF63F322A87}" type="sibTrans" cxnId="{2D4DCD2D-2335-41D4-8059-BA64426B94AC}">
      <dgm:prSet/>
      <dgm:spPr/>
      <dgm:t>
        <a:bodyPr/>
        <a:lstStyle/>
        <a:p>
          <a:endParaRPr lang="en-PK"/>
        </a:p>
      </dgm:t>
    </dgm:pt>
    <dgm:pt modelId="{B603D1AB-99A7-462E-9023-F5459130C260}">
      <dgm:prSet custT="1"/>
      <dgm:spPr>
        <a:solidFill>
          <a:schemeClr val="accent4">
            <a:lumMod val="75000"/>
          </a:schemeClr>
        </a:solidFill>
      </dgm:spPr>
      <dgm:t>
        <a:bodyPr/>
        <a:lstStyle/>
        <a:p>
          <a:pPr algn="ctr"/>
          <a:r>
            <a:rPr lang="en-US" altLang="en-PK" sz="2000" kern="1200" dirty="0"/>
            <a:t>A parallel system is said to be </a:t>
          </a:r>
          <a:r>
            <a:rPr lang="en-US" altLang="en-PK" sz="2000" i="1" kern="1200" dirty="0"/>
            <a:t>cost-optimal</a:t>
          </a:r>
          <a:r>
            <a:rPr lang="en-US" altLang="en-PK" sz="2000" kern="1200" dirty="0"/>
            <a:t> if the cost of solving a problem on a parallel computer is asymptotically identical to serial cost. </a:t>
          </a:r>
          <a:endParaRPr lang="en-US" sz="2000" kern="1200" dirty="0">
            <a:solidFill>
              <a:srgbClr val="FFFFFF"/>
            </a:solidFill>
            <a:latin typeface="Arial" panose="020B0604020202020204" pitchFamily="34" charset="0"/>
            <a:ea typeface="+mn-ea"/>
            <a:cs typeface="Arial" panose="020B0604020202020204" pitchFamily="34" charset="0"/>
          </a:endParaRPr>
        </a:p>
      </dgm:t>
    </dgm:pt>
    <dgm:pt modelId="{DF3130DC-D366-4EBE-92D9-472FBB26A09A}" type="parTrans" cxnId="{86896F84-6E1F-447F-96FE-65923F36DE72}">
      <dgm:prSet/>
      <dgm:spPr/>
      <dgm:t>
        <a:bodyPr/>
        <a:lstStyle/>
        <a:p>
          <a:endParaRPr lang="en-PK"/>
        </a:p>
      </dgm:t>
    </dgm:pt>
    <dgm:pt modelId="{AF7F0699-72AE-4486-B719-DD43A09C0504}" type="sibTrans" cxnId="{86896F84-6E1F-447F-96FE-65923F36DE72}">
      <dgm:prSet/>
      <dgm:spPr/>
      <dgm:t>
        <a:bodyPr/>
        <a:lstStyle/>
        <a:p>
          <a:endParaRPr lang="en-PK"/>
        </a:p>
      </dgm:t>
    </dgm:pt>
    <dgm:pt modelId="{AC486BE0-5B07-4242-A2BE-8DBE1E10008B}">
      <dgm:prSet custT="1"/>
      <dgm:spPr>
        <a:solidFill>
          <a:schemeClr val="accent6">
            <a:lumMod val="75000"/>
          </a:schemeClr>
        </a:solidFill>
      </dgm:spPr>
      <dgm:t>
        <a:bodyPr/>
        <a:lstStyle/>
        <a:p>
          <a:pPr algn="ctr"/>
          <a:r>
            <a:rPr lang="en-US" altLang="en-PK" sz="2000" kern="1200" dirty="0"/>
            <a:t>Cost is sometimes referred to as </a:t>
          </a:r>
          <a:r>
            <a:rPr lang="en-US" altLang="en-PK" sz="2000" i="1" kern="1200" dirty="0"/>
            <a:t>work</a:t>
          </a:r>
          <a:r>
            <a:rPr lang="en-US" altLang="en-PK" sz="2000" kern="1200" dirty="0"/>
            <a:t> or </a:t>
          </a:r>
          <a:r>
            <a:rPr lang="en-US" altLang="en-PK" sz="2000" i="1" kern="1200" dirty="0"/>
            <a:t>processor-time product</a:t>
          </a:r>
          <a:endParaRPr lang="en-US" sz="2000" kern="1200" dirty="0">
            <a:solidFill>
              <a:srgbClr val="FFFFFF"/>
            </a:solidFill>
            <a:latin typeface="Arial" panose="020B0604020202020204" pitchFamily="34" charset="0"/>
            <a:ea typeface="+mn-ea"/>
            <a:cs typeface="Arial" panose="020B0604020202020204" pitchFamily="34" charset="0"/>
          </a:endParaRPr>
        </a:p>
      </dgm:t>
    </dgm:pt>
    <dgm:pt modelId="{E87FF4BD-D389-4458-9470-B33188276DC7}" type="parTrans" cxnId="{E4D270FE-1CA9-4CF3-8CA5-A9CBBF5B8315}">
      <dgm:prSet/>
      <dgm:spPr/>
      <dgm:t>
        <a:bodyPr/>
        <a:lstStyle/>
        <a:p>
          <a:endParaRPr lang="en-PK"/>
        </a:p>
      </dgm:t>
    </dgm:pt>
    <dgm:pt modelId="{4F66F709-96FE-4359-A055-007DF070923A}" type="sibTrans" cxnId="{E4D270FE-1CA9-4CF3-8CA5-A9CBBF5B8315}">
      <dgm:prSet/>
      <dgm:spPr/>
      <dgm:t>
        <a:bodyPr/>
        <a:lstStyle/>
        <a:p>
          <a:endParaRPr lang="en-PK"/>
        </a:p>
      </dgm:t>
    </dgm:pt>
    <dgm:pt modelId="{F11CE2CF-77DF-4995-95A6-DDE4A9789087}" type="pres">
      <dgm:prSet presAssocID="{013D65E9-D98E-4B35-B119-F6B16588C554}" presName="Name0" presStyleCnt="0">
        <dgm:presLayoutVars>
          <dgm:dir/>
          <dgm:animLvl val="lvl"/>
          <dgm:resizeHandles val="exact"/>
        </dgm:presLayoutVars>
      </dgm:prSet>
      <dgm:spPr/>
    </dgm:pt>
    <dgm:pt modelId="{ACD756B8-C770-4C0A-A6ED-70191EE11AEF}" type="pres">
      <dgm:prSet presAssocID="{AC486BE0-5B07-4242-A2BE-8DBE1E10008B}" presName="boxAndChildren" presStyleCnt="0"/>
      <dgm:spPr/>
    </dgm:pt>
    <dgm:pt modelId="{A0EBDBD1-8590-43EA-A0CF-CDB38E31A616}" type="pres">
      <dgm:prSet presAssocID="{AC486BE0-5B07-4242-A2BE-8DBE1E10008B}" presName="parentTextBox" presStyleLbl="node1" presStyleIdx="0" presStyleCnt="5"/>
      <dgm:spPr/>
    </dgm:pt>
    <dgm:pt modelId="{4C0DEEF9-DD3B-4812-BD5F-7BE0555B53AD}" type="pres">
      <dgm:prSet presAssocID="{900AEE4F-6D15-4B3D-BEBA-FB895B43DAD6}" presName="sp" presStyleCnt="0"/>
      <dgm:spPr/>
    </dgm:pt>
    <dgm:pt modelId="{2E480D2E-F57B-413D-BE9F-F0C7E7382697}" type="pres">
      <dgm:prSet presAssocID="{14228461-6FEA-4959-8FD8-BCBFB10748D8}" presName="arrowAndChildren" presStyleCnt="0"/>
      <dgm:spPr/>
    </dgm:pt>
    <dgm:pt modelId="{5F7414F6-55E9-4FA9-86B4-D1F96E47B2C4}" type="pres">
      <dgm:prSet presAssocID="{14228461-6FEA-4959-8FD8-BCBFB10748D8}" presName="parentTextArrow" presStyleLbl="node1" presStyleIdx="1" presStyleCnt="5"/>
      <dgm:spPr/>
    </dgm:pt>
    <dgm:pt modelId="{F729240D-01CA-440A-B378-03C504AD7FE7}" type="pres">
      <dgm:prSet presAssocID="{AF7F0699-72AE-4486-B719-DD43A09C0504}" presName="sp" presStyleCnt="0"/>
      <dgm:spPr/>
    </dgm:pt>
    <dgm:pt modelId="{1B32898A-A9BF-447E-82B1-96E378F0FE16}" type="pres">
      <dgm:prSet presAssocID="{B603D1AB-99A7-462E-9023-F5459130C260}" presName="arrowAndChildren" presStyleCnt="0"/>
      <dgm:spPr/>
    </dgm:pt>
    <dgm:pt modelId="{E059191C-B71B-4E0A-9E4B-F4D7FC8E50B9}" type="pres">
      <dgm:prSet presAssocID="{B603D1AB-99A7-462E-9023-F5459130C260}" presName="parentTextArrow" presStyleLbl="node1" presStyleIdx="2" presStyleCnt="5" custScaleY="122711"/>
      <dgm:spPr/>
    </dgm:pt>
    <dgm:pt modelId="{3BC6FE7D-445C-4FCB-98D0-C9538376E612}" type="pres">
      <dgm:prSet presAssocID="{AAC77DF4-E735-4F30-AEC7-BFF63F322A87}" presName="sp" presStyleCnt="0"/>
      <dgm:spPr/>
    </dgm:pt>
    <dgm:pt modelId="{C46223BE-A5B0-40CD-9DD7-C58D4D462F81}" type="pres">
      <dgm:prSet presAssocID="{CEB0C370-E326-4568-B691-0E8D5C1D5F78}" presName="arrowAndChildren" presStyleCnt="0"/>
      <dgm:spPr/>
    </dgm:pt>
    <dgm:pt modelId="{9F7DF6E7-133C-4236-9818-3D5166290A87}" type="pres">
      <dgm:prSet presAssocID="{CEB0C370-E326-4568-B691-0E8D5C1D5F78}" presName="parentTextArrow" presStyleLbl="node1" presStyleIdx="3" presStyleCnt="5" custScaleY="133467"/>
      <dgm:spPr/>
    </dgm:pt>
    <dgm:pt modelId="{721A10AB-806B-4716-86E0-3B862625EC72}" type="pres">
      <dgm:prSet presAssocID="{030E0815-8A9D-462B-BC06-7EBD230DE95A}" presName="sp" presStyleCnt="0"/>
      <dgm:spPr/>
    </dgm:pt>
    <dgm:pt modelId="{A86412A7-96A6-4ED4-913F-EA60014329E2}" type="pres">
      <dgm:prSet presAssocID="{3120606B-2A4B-444F-8EBC-68C7C87C2896}" presName="arrowAndChildren" presStyleCnt="0"/>
      <dgm:spPr/>
    </dgm:pt>
    <dgm:pt modelId="{77FFFAF0-02A3-4A5F-AEB3-B0DA389158A8}" type="pres">
      <dgm:prSet presAssocID="{3120606B-2A4B-444F-8EBC-68C7C87C2896}" presName="parentTextArrow" presStyleLbl="node1" presStyleIdx="4" presStyleCnt="5" custScaleY="111049" custLinFactNeighborY="-311"/>
      <dgm:spPr/>
    </dgm:pt>
  </dgm:ptLst>
  <dgm:cxnLst>
    <dgm:cxn modelId="{73D65A21-C80C-47C0-B26D-B86BC553582D}" type="presOf" srcId="{B603D1AB-99A7-462E-9023-F5459130C260}" destId="{E059191C-B71B-4E0A-9E4B-F4D7FC8E50B9}" srcOrd="0" destOrd="0" presId="urn:microsoft.com/office/officeart/2005/8/layout/process4"/>
    <dgm:cxn modelId="{2D4DCD2D-2335-41D4-8059-BA64426B94AC}" srcId="{013D65E9-D98E-4B35-B119-F6B16588C554}" destId="{CEB0C370-E326-4568-B691-0E8D5C1D5F78}" srcOrd="1" destOrd="0" parTransId="{1A647BAE-344F-41C0-83AF-2C210B0FC84A}" sibTransId="{AAC77DF4-E735-4F30-AEC7-BFF63F322A87}"/>
    <dgm:cxn modelId="{4786EC36-3F08-4D73-8F3D-FBC51EF2FDA9}" srcId="{013D65E9-D98E-4B35-B119-F6B16588C554}" destId="{14228461-6FEA-4959-8FD8-BCBFB10748D8}" srcOrd="3" destOrd="0" parTransId="{A53C8E23-01A4-4483-94BD-C5BDBF6CCE54}" sibTransId="{900AEE4F-6D15-4B3D-BEBA-FB895B43DAD6}"/>
    <dgm:cxn modelId="{68A96F60-DE89-44BF-8280-706E3A672EC0}" type="presOf" srcId="{3120606B-2A4B-444F-8EBC-68C7C87C2896}" destId="{77FFFAF0-02A3-4A5F-AEB3-B0DA389158A8}" srcOrd="0" destOrd="0" presId="urn:microsoft.com/office/officeart/2005/8/layout/process4"/>
    <dgm:cxn modelId="{86896F84-6E1F-447F-96FE-65923F36DE72}" srcId="{013D65E9-D98E-4B35-B119-F6B16588C554}" destId="{B603D1AB-99A7-462E-9023-F5459130C260}" srcOrd="2" destOrd="0" parTransId="{DF3130DC-D366-4EBE-92D9-472FBB26A09A}" sibTransId="{AF7F0699-72AE-4486-B719-DD43A09C0504}"/>
    <dgm:cxn modelId="{469786C4-E34D-4B4E-9E07-8388EB13C6AF}" type="presOf" srcId="{013D65E9-D98E-4B35-B119-F6B16588C554}" destId="{F11CE2CF-77DF-4995-95A6-DDE4A9789087}" srcOrd="0" destOrd="0" presId="urn:microsoft.com/office/officeart/2005/8/layout/process4"/>
    <dgm:cxn modelId="{443E11DB-2637-402C-BC3E-E98577C7BD18}" type="presOf" srcId="{AC486BE0-5B07-4242-A2BE-8DBE1E10008B}" destId="{A0EBDBD1-8590-43EA-A0CF-CDB38E31A616}" srcOrd="0" destOrd="0" presId="urn:microsoft.com/office/officeart/2005/8/layout/process4"/>
    <dgm:cxn modelId="{426F01E4-C328-4808-8865-A59269FF1A5E}" type="presOf" srcId="{CEB0C370-E326-4568-B691-0E8D5C1D5F78}" destId="{9F7DF6E7-133C-4236-9818-3D5166290A87}" srcOrd="0" destOrd="0" presId="urn:microsoft.com/office/officeart/2005/8/layout/process4"/>
    <dgm:cxn modelId="{F43E49F1-71D9-4E6E-B980-08C048578E52}" srcId="{013D65E9-D98E-4B35-B119-F6B16588C554}" destId="{3120606B-2A4B-444F-8EBC-68C7C87C2896}" srcOrd="0" destOrd="0" parTransId="{D0A0B0EF-FD53-41BC-BF37-408093AD03C7}" sibTransId="{030E0815-8A9D-462B-BC06-7EBD230DE95A}"/>
    <dgm:cxn modelId="{4C3561F3-2AB1-4956-A0FA-2CA0A37B2846}" type="presOf" srcId="{14228461-6FEA-4959-8FD8-BCBFB10748D8}" destId="{5F7414F6-55E9-4FA9-86B4-D1F96E47B2C4}" srcOrd="0" destOrd="0" presId="urn:microsoft.com/office/officeart/2005/8/layout/process4"/>
    <dgm:cxn modelId="{E4D270FE-1CA9-4CF3-8CA5-A9CBBF5B8315}" srcId="{013D65E9-D98E-4B35-B119-F6B16588C554}" destId="{AC486BE0-5B07-4242-A2BE-8DBE1E10008B}" srcOrd="4" destOrd="0" parTransId="{E87FF4BD-D389-4458-9470-B33188276DC7}" sibTransId="{4F66F709-96FE-4359-A055-007DF070923A}"/>
    <dgm:cxn modelId="{1D064E48-15B9-4F71-B75F-ED85E11A5A34}" type="presParOf" srcId="{F11CE2CF-77DF-4995-95A6-DDE4A9789087}" destId="{ACD756B8-C770-4C0A-A6ED-70191EE11AEF}" srcOrd="0" destOrd="0" presId="urn:microsoft.com/office/officeart/2005/8/layout/process4"/>
    <dgm:cxn modelId="{67BB2A17-4DBB-401C-99FC-07794FE231CF}" type="presParOf" srcId="{ACD756B8-C770-4C0A-A6ED-70191EE11AEF}" destId="{A0EBDBD1-8590-43EA-A0CF-CDB38E31A616}" srcOrd="0" destOrd="0" presId="urn:microsoft.com/office/officeart/2005/8/layout/process4"/>
    <dgm:cxn modelId="{1B3ECB76-E476-42FA-A7C1-7768E71681A6}" type="presParOf" srcId="{F11CE2CF-77DF-4995-95A6-DDE4A9789087}" destId="{4C0DEEF9-DD3B-4812-BD5F-7BE0555B53AD}" srcOrd="1" destOrd="0" presId="urn:microsoft.com/office/officeart/2005/8/layout/process4"/>
    <dgm:cxn modelId="{5FF17CC4-D275-47D0-8B53-6619289E7905}" type="presParOf" srcId="{F11CE2CF-77DF-4995-95A6-DDE4A9789087}" destId="{2E480D2E-F57B-413D-BE9F-F0C7E7382697}" srcOrd="2" destOrd="0" presId="urn:microsoft.com/office/officeart/2005/8/layout/process4"/>
    <dgm:cxn modelId="{42B6D6C9-5E13-494C-9D05-2D56FBA4B180}" type="presParOf" srcId="{2E480D2E-F57B-413D-BE9F-F0C7E7382697}" destId="{5F7414F6-55E9-4FA9-86B4-D1F96E47B2C4}" srcOrd="0" destOrd="0" presId="urn:microsoft.com/office/officeart/2005/8/layout/process4"/>
    <dgm:cxn modelId="{9116BFF5-1FAF-4015-9B13-970509AFAFA9}" type="presParOf" srcId="{F11CE2CF-77DF-4995-95A6-DDE4A9789087}" destId="{F729240D-01CA-440A-B378-03C504AD7FE7}" srcOrd="3" destOrd="0" presId="urn:microsoft.com/office/officeart/2005/8/layout/process4"/>
    <dgm:cxn modelId="{08D8F6FF-2711-4680-9B9C-8AB59A7753F7}" type="presParOf" srcId="{F11CE2CF-77DF-4995-95A6-DDE4A9789087}" destId="{1B32898A-A9BF-447E-82B1-96E378F0FE16}" srcOrd="4" destOrd="0" presId="urn:microsoft.com/office/officeart/2005/8/layout/process4"/>
    <dgm:cxn modelId="{EA373406-B400-4AA4-BAD9-1601BB963A77}" type="presParOf" srcId="{1B32898A-A9BF-447E-82B1-96E378F0FE16}" destId="{E059191C-B71B-4E0A-9E4B-F4D7FC8E50B9}" srcOrd="0" destOrd="0" presId="urn:microsoft.com/office/officeart/2005/8/layout/process4"/>
    <dgm:cxn modelId="{CFE61771-3E1F-4868-BD6D-A0F9FFFAA18A}" type="presParOf" srcId="{F11CE2CF-77DF-4995-95A6-DDE4A9789087}" destId="{3BC6FE7D-445C-4FCB-98D0-C9538376E612}" srcOrd="5" destOrd="0" presId="urn:microsoft.com/office/officeart/2005/8/layout/process4"/>
    <dgm:cxn modelId="{661498B3-B6DD-4565-826A-9B990553F57C}" type="presParOf" srcId="{F11CE2CF-77DF-4995-95A6-DDE4A9789087}" destId="{C46223BE-A5B0-40CD-9DD7-C58D4D462F81}" srcOrd="6" destOrd="0" presId="urn:microsoft.com/office/officeart/2005/8/layout/process4"/>
    <dgm:cxn modelId="{9D6AD044-84ED-40E5-91CC-DF9704109B33}" type="presParOf" srcId="{C46223BE-A5B0-40CD-9DD7-C58D4D462F81}" destId="{9F7DF6E7-133C-4236-9818-3D5166290A87}" srcOrd="0" destOrd="0" presId="urn:microsoft.com/office/officeart/2005/8/layout/process4"/>
    <dgm:cxn modelId="{4F934E92-3481-4DBF-8AF2-A0F089713F53}" type="presParOf" srcId="{F11CE2CF-77DF-4995-95A6-DDE4A9789087}" destId="{721A10AB-806B-4716-86E0-3B862625EC72}" srcOrd="7" destOrd="0" presId="urn:microsoft.com/office/officeart/2005/8/layout/process4"/>
    <dgm:cxn modelId="{1AF1495B-B3EA-475D-A4F2-367D09FBF4CC}" type="presParOf" srcId="{F11CE2CF-77DF-4995-95A6-DDE4A9789087}" destId="{A86412A7-96A6-4ED4-913F-EA60014329E2}" srcOrd="8" destOrd="0" presId="urn:microsoft.com/office/officeart/2005/8/layout/process4"/>
    <dgm:cxn modelId="{78D3279C-8469-4E3F-986C-D86C321CCEAE}" type="presParOf" srcId="{A86412A7-96A6-4ED4-913F-EA60014329E2}" destId="{77FFFAF0-02A3-4A5F-AEB3-B0DA389158A8}" srcOrd="0" destOrd="0" presId="urn:microsoft.com/office/officeart/2005/8/layout/process4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23.xml><?xml version="1.0" encoding="utf-8"?>
<dgm:dataModel xmlns:dgm="http://schemas.openxmlformats.org/drawingml/2006/diagram" xmlns:a="http://schemas.openxmlformats.org/drawingml/2006/main">
  <dgm:ptLst>
    <dgm:pt modelId="{013D65E9-D98E-4B35-B119-F6B16588C554}" type="doc">
      <dgm:prSet loTypeId="urn:microsoft.com/office/officeart/2005/8/layout/process4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x-none"/>
        </a:p>
      </dgm:t>
    </dgm:pt>
    <dgm:pt modelId="{14228461-6FEA-4959-8FD8-BCBFB10748D8}">
      <dgm:prSet custT="1"/>
      <dgm:spPr>
        <a:solidFill>
          <a:schemeClr val="accent5">
            <a:lumMod val="75000"/>
          </a:schemeClr>
        </a:solidFill>
      </dgm:spPr>
      <dgm:t>
        <a:bodyPr/>
        <a:lstStyle/>
        <a:p>
          <a:pPr algn="ctr"/>
          <a:r>
            <a:rPr lang="en-US" altLang="en-PK" sz="2000" kern="1200" dirty="0"/>
            <a:t>The cost of this system is given by </a:t>
          </a:r>
          <a:r>
            <a:rPr lang="en-US" altLang="en-PK" sz="2000" b="1" i="1" kern="1200" dirty="0"/>
            <a:t>p</a:t>
          </a:r>
          <a:r>
            <a:rPr lang="en-US" altLang="en-PK" sz="2000" kern="1200" dirty="0"/>
            <a:t> </a:t>
          </a:r>
          <a:r>
            <a:rPr lang="en-US" altLang="en-PK" sz="2000" b="1" i="1" kern="1200" dirty="0"/>
            <a:t>T</a:t>
          </a:r>
          <a:r>
            <a:rPr lang="en-US" altLang="en-PK" sz="2000" b="1" i="1" kern="1200" baseline="-25000" dirty="0"/>
            <a:t>P</a:t>
          </a:r>
          <a:r>
            <a:rPr lang="en-US" altLang="en-PK" sz="2000" kern="1200" dirty="0"/>
            <a:t> = </a:t>
          </a:r>
          <a:r>
            <a:rPr lang="en-US" altLang="en-PK" sz="2000" b="1" i="1" kern="1200" dirty="0"/>
            <a:t>n </a:t>
          </a:r>
          <a:r>
            <a:rPr lang="en-US" altLang="en-PK" sz="2000" b="1" kern="1200" dirty="0"/>
            <a:t>log</a:t>
          </a:r>
          <a:r>
            <a:rPr lang="en-US" altLang="en-PK" sz="2000" b="1" i="1" kern="1200" dirty="0"/>
            <a:t> n</a:t>
          </a:r>
          <a:r>
            <a:rPr lang="en-US" altLang="en-PK" sz="2000" kern="1200" dirty="0"/>
            <a:t>. </a:t>
          </a:r>
          <a:endParaRPr lang="en-US" sz="2000" kern="1200" dirty="0">
            <a:solidFill>
              <a:srgbClr val="FFFFFF"/>
            </a:solidFill>
            <a:latin typeface="Arial" panose="020B0604020202020204" pitchFamily="34" charset="0"/>
            <a:ea typeface="+mn-ea"/>
            <a:cs typeface="Arial" panose="020B0604020202020204" pitchFamily="34" charset="0"/>
          </a:endParaRPr>
        </a:p>
      </dgm:t>
    </dgm:pt>
    <dgm:pt modelId="{A53C8E23-01A4-4483-94BD-C5BDBF6CCE54}" type="parTrans" cxnId="{4786EC36-3F08-4D73-8F3D-FBC51EF2FDA9}">
      <dgm:prSet/>
      <dgm:spPr/>
      <dgm:t>
        <a:bodyPr/>
        <a:lstStyle/>
        <a:p>
          <a:endParaRPr lang="en-US"/>
        </a:p>
      </dgm:t>
    </dgm:pt>
    <dgm:pt modelId="{900AEE4F-6D15-4B3D-BEBA-FB895B43DAD6}" type="sibTrans" cxnId="{4786EC36-3F08-4D73-8F3D-FBC51EF2FDA9}">
      <dgm:prSet/>
      <dgm:spPr/>
      <dgm:t>
        <a:bodyPr/>
        <a:lstStyle/>
        <a:p>
          <a:endParaRPr lang="en-US"/>
        </a:p>
      </dgm:t>
    </dgm:pt>
    <dgm:pt modelId="{CEB0C370-E326-4568-B691-0E8D5C1D5F78}">
      <dgm:prSet custT="1"/>
      <dgm:spPr>
        <a:solidFill>
          <a:schemeClr val="accent3">
            <a:lumMod val="75000"/>
          </a:schemeClr>
        </a:solidFill>
      </dgm:spPr>
      <dgm:t>
        <a:bodyPr/>
        <a:lstStyle/>
        <a:p>
          <a:pPr algn="ctr"/>
          <a:r>
            <a:rPr lang="en-US" altLang="en-PK" sz="2000" kern="1200" dirty="0"/>
            <a:t>Consider the problem of adding numbers on processors</a:t>
          </a:r>
          <a:endParaRPr lang="en-US" sz="2000" kern="1200" dirty="0">
            <a:solidFill>
              <a:srgbClr val="FFFFFF"/>
            </a:solidFill>
            <a:latin typeface="Arial" panose="020B0604020202020204" pitchFamily="34" charset="0"/>
            <a:ea typeface="+mn-ea"/>
            <a:cs typeface="Arial" panose="020B0604020202020204" pitchFamily="34" charset="0"/>
          </a:endParaRPr>
        </a:p>
      </dgm:t>
    </dgm:pt>
    <dgm:pt modelId="{1A647BAE-344F-41C0-83AF-2C210B0FC84A}" type="parTrans" cxnId="{2D4DCD2D-2335-41D4-8059-BA64426B94AC}">
      <dgm:prSet/>
      <dgm:spPr/>
      <dgm:t>
        <a:bodyPr/>
        <a:lstStyle/>
        <a:p>
          <a:endParaRPr lang="en-PK"/>
        </a:p>
      </dgm:t>
    </dgm:pt>
    <dgm:pt modelId="{AAC77DF4-E735-4F30-AEC7-BFF63F322A87}" type="sibTrans" cxnId="{2D4DCD2D-2335-41D4-8059-BA64426B94AC}">
      <dgm:prSet/>
      <dgm:spPr/>
      <dgm:t>
        <a:bodyPr/>
        <a:lstStyle/>
        <a:p>
          <a:endParaRPr lang="en-PK"/>
        </a:p>
      </dgm:t>
    </dgm:pt>
    <dgm:pt modelId="{B603D1AB-99A7-462E-9023-F5459130C260}">
      <dgm:prSet custT="1"/>
      <dgm:spPr>
        <a:solidFill>
          <a:schemeClr val="accent4">
            <a:lumMod val="75000"/>
          </a:schemeClr>
        </a:solidFill>
      </dgm:spPr>
      <dgm:t>
        <a:bodyPr/>
        <a:lstStyle/>
        <a:p>
          <a:pPr algn="ctr"/>
          <a:r>
            <a:rPr lang="en-US" altLang="en-PK" sz="2000" kern="1200" dirty="0"/>
            <a:t>We have, </a:t>
          </a:r>
          <a:r>
            <a:rPr lang="en-US" altLang="en-PK" sz="2000" b="1" i="1" kern="1200" dirty="0"/>
            <a:t>T</a:t>
          </a:r>
          <a:r>
            <a:rPr lang="en-US" altLang="en-PK" sz="2000" b="1" i="1" kern="1200" baseline="-25000" dirty="0"/>
            <a:t>P</a:t>
          </a:r>
          <a:r>
            <a:rPr lang="en-US" altLang="en-PK" sz="2000" kern="1200" dirty="0"/>
            <a:t> = </a:t>
          </a:r>
          <a:r>
            <a:rPr lang="en-US" altLang="en-PK" sz="2000" b="1" kern="1200" dirty="0"/>
            <a:t>log</a:t>
          </a:r>
          <a:r>
            <a:rPr lang="en-US" altLang="en-PK" sz="2000" b="1" i="1" kern="1200" dirty="0"/>
            <a:t> n</a:t>
          </a:r>
          <a:r>
            <a:rPr lang="en-US" altLang="en-PK" sz="2000" kern="1200" dirty="0"/>
            <a:t> (for </a:t>
          </a:r>
          <a:r>
            <a:rPr lang="en-US" altLang="en-PK" sz="2000" b="1" i="1" kern="1200" dirty="0"/>
            <a:t>p</a:t>
          </a:r>
          <a:r>
            <a:rPr lang="en-US" altLang="en-PK" sz="2000" kern="1200" dirty="0"/>
            <a:t> = </a:t>
          </a:r>
          <a:r>
            <a:rPr lang="en-US" altLang="en-PK" sz="2000" b="1" i="1" kern="1200" dirty="0"/>
            <a:t>n</a:t>
          </a:r>
          <a:r>
            <a:rPr lang="en-US" altLang="en-PK" sz="2000" kern="1200" dirty="0"/>
            <a:t>). </a:t>
          </a:r>
          <a:endParaRPr lang="en-US" sz="2000" kern="1200" dirty="0">
            <a:solidFill>
              <a:srgbClr val="FFFFFF"/>
            </a:solidFill>
            <a:latin typeface="Arial" panose="020B0604020202020204" pitchFamily="34" charset="0"/>
            <a:ea typeface="+mn-ea"/>
            <a:cs typeface="Arial" panose="020B0604020202020204" pitchFamily="34" charset="0"/>
          </a:endParaRPr>
        </a:p>
      </dgm:t>
    </dgm:pt>
    <dgm:pt modelId="{DF3130DC-D366-4EBE-92D9-472FBB26A09A}" type="parTrans" cxnId="{86896F84-6E1F-447F-96FE-65923F36DE72}">
      <dgm:prSet/>
      <dgm:spPr/>
      <dgm:t>
        <a:bodyPr/>
        <a:lstStyle/>
        <a:p>
          <a:endParaRPr lang="en-PK"/>
        </a:p>
      </dgm:t>
    </dgm:pt>
    <dgm:pt modelId="{AF7F0699-72AE-4486-B719-DD43A09C0504}" type="sibTrans" cxnId="{86896F84-6E1F-447F-96FE-65923F36DE72}">
      <dgm:prSet/>
      <dgm:spPr/>
      <dgm:t>
        <a:bodyPr/>
        <a:lstStyle/>
        <a:p>
          <a:endParaRPr lang="en-PK"/>
        </a:p>
      </dgm:t>
    </dgm:pt>
    <dgm:pt modelId="{1EBDBC99-EACB-4AB7-B9FE-616CBE00D6A3}">
      <dgm:prSet custT="1"/>
      <dgm:spPr>
        <a:solidFill>
          <a:schemeClr val="accent6">
            <a:lumMod val="75000"/>
          </a:schemeClr>
        </a:solidFill>
      </dgm:spPr>
      <dgm:t>
        <a:bodyPr/>
        <a:lstStyle/>
        <a:p>
          <a:pPr algn="ctr"/>
          <a:r>
            <a:rPr lang="en-US" altLang="en-PK" sz="2000" kern="1200" dirty="0"/>
            <a:t>Since the serial runtime of this operation is </a:t>
          </a:r>
          <a:r>
            <a:rPr lang="el-GR" altLang="en-PK" sz="2000" kern="1200" dirty="0">
              <a:cs typeface="Arial" panose="020B0604020202020204" pitchFamily="34" charset="0"/>
            </a:rPr>
            <a:t>Θ</a:t>
          </a:r>
          <a:r>
            <a:rPr lang="en-US" altLang="en-PK" sz="2000" kern="1200" dirty="0">
              <a:cs typeface="Arial" panose="020B0604020202020204" pitchFamily="34" charset="0"/>
            </a:rPr>
            <a:t>(</a:t>
          </a:r>
          <a:r>
            <a:rPr lang="en-US" altLang="en-PK" sz="2000" b="1" i="1" kern="1200" dirty="0">
              <a:cs typeface="Arial" panose="020B0604020202020204" pitchFamily="34" charset="0"/>
            </a:rPr>
            <a:t>n</a:t>
          </a:r>
          <a:r>
            <a:rPr lang="en-US" altLang="en-PK" sz="2000" kern="1200" dirty="0">
              <a:cs typeface="Arial" panose="020B0604020202020204" pitchFamily="34" charset="0"/>
            </a:rPr>
            <a:t>)</a:t>
          </a:r>
          <a:r>
            <a:rPr lang="en-US" altLang="en-PK" sz="2000" kern="1200" dirty="0"/>
            <a:t>, the algorithm is not cost optimal. </a:t>
          </a:r>
          <a:endParaRPr lang="en-US" sz="2000" kern="1200" dirty="0">
            <a:solidFill>
              <a:srgbClr val="FFFFFF"/>
            </a:solidFill>
            <a:latin typeface="Arial" panose="020B0604020202020204" pitchFamily="34" charset="0"/>
            <a:ea typeface="+mn-ea"/>
            <a:cs typeface="Arial" panose="020B0604020202020204" pitchFamily="34" charset="0"/>
          </a:endParaRPr>
        </a:p>
      </dgm:t>
    </dgm:pt>
    <dgm:pt modelId="{34942591-356A-41B9-8A6A-B95DF5591B82}" type="parTrans" cxnId="{50A3C397-023B-4A03-964E-29635BA4B0D9}">
      <dgm:prSet/>
      <dgm:spPr/>
      <dgm:t>
        <a:bodyPr/>
        <a:lstStyle/>
        <a:p>
          <a:endParaRPr lang="en-PK"/>
        </a:p>
      </dgm:t>
    </dgm:pt>
    <dgm:pt modelId="{C54923A5-39DD-4A78-A9D0-400955B3FDAF}" type="sibTrans" cxnId="{50A3C397-023B-4A03-964E-29635BA4B0D9}">
      <dgm:prSet/>
      <dgm:spPr/>
      <dgm:t>
        <a:bodyPr/>
        <a:lstStyle/>
        <a:p>
          <a:endParaRPr lang="en-PK"/>
        </a:p>
      </dgm:t>
    </dgm:pt>
    <dgm:pt modelId="{F11CE2CF-77DF-4995-95A6-DDE4A9789087}" type="pres">
      <dgm:prSet presAssocID="{013D65E9-D98E-4B35-B119-F6B16588C554}" presName="Name0" presStyleCnt="0">
        <dgm:presLayoutVars>
          <dgm:dir/>
          <dgm:animLvl val="lvl"/>
          <dgm:resizeHandles val="exact"/>
        </dgm:presLayoutVars>
      </dgm:prSet>
      <dgm:spPr/>
    </dgm:pt>
    <dgm:pt modelId="{A855FE90-EF13-4C90-92D0-AFDFDFDE8FA9}" type="pres">
      <dgm:prSet presAssocID="{1EBDBC99-EACB-4AB7-B9FE-616CBE00D6A3}" presName="boxAndChildren" presStyleCnt="0"/>
      <dgm:spPr/>
    </dgm:pt>
    <dgm:pt modelId="{ECDFA492-0ACF-4A23-A29A-2B9D9470CF72}" type="pres">
      <dgm:prSet presAssocID="{1EBDBC99-EACB-4AB7-B9FE-616CBE00D6A3}" presName="parentTextBox" presStyleLbl="node1" presStyleIdx="0" presStyleCnt="4"/>
      <dgm:spPr/>
    </dgm:pt>
    <dgm:pt modelId="{0A54130B-5B24-4305-AA8E-F12CB1CCA596}" type="pres">
      <dgm:prSet presAssocID="{900AEE4F-6D15-4B3D-BEBA-FB895B43DAD6}" presName="sp" presStyleCnt="0"/>
      <dgm:spPr/>
    </dgm:pt>
    <dgm:pt modelId="{3DAD40E8-9C12-4453-A707-04EBFC79636E}" type="pres">
      <dgm:prSet presAssocID="{14228461-6FEA-4959-8FD8-BCBFB10748D8}" presName="arrowAndChildren" presStyleCnt="0"/>
      <dgm:spPr/>
    </dgm:pt>
    <dgm:pt modelId="{65D81846-C9EB-4D7A-8FB3-6CB7CAFD992A}" type="pres">
      <dgm:prSet presAssocID="{14228461-6FEA-4959-8FD8-BCBFB10748D8}" presName="parentTextArrow" presStyleLbl="node1" presStyleIdx="1" presStyleCnt="4"/>
      <dgm:spPr/>
    </dgm:pt>
    <dgm:pt modelId="{F729240D-01CA-440A-B378-03C504AD7FE7}" type="pres">
      <dgm:prSet presAssocID="{AF7F0699-72AE-4486-B719-DD43A09C0504}" presName="sp" presStyleCnt="0"/>
      <dgm:spPr/>
    </dgm:pt>
    <dgm:pt modelId="{1B32898A-A9BF-447E-82B1-96E378F0FE16}" type="pres">
      <dgm:prSet presAssocID="{B603D1AB-99A7-462E-9023-F5459130C260}" presName="arrowAndChildren" presStyleCnt="0"/>
      <dgm:spPr/>
    </dgm:pt>
    <dgm:pt modelId="{E059191C-B71B-4E0A-9E4B-F4D7FC8E50B9}" type="pres">
      <dgm:prSet presAssocID="{B603D1AB-99A7-462E-9023-F5459130C260}" presName="parentTextArrow" presStyleLbl="node1" presStyleIdx="2" presStyleCnt="4"/>
      <dgm:spPr/>
    </dgm:pt>
    <dgm:pt modelId="{3BC6FE7D-445C-4FCB-98D0-C9538376E612}" type="pres">
      <dgm:prSet presAssocID="{AAC77DF4-E735-4F30-AEC7-BFF63F322A87}" presName="sp" presStyleCnt="0"/>
      <dgm:spPr/>
    </dgm:pt>
    <dgm:pt modelId="{C46223BE-A5B0-40CD-9DD7-C58D4D462F81}" type="pres">
      <dgm:prSet presAssocID="{CEB0C370-E326-4568-B691-0E8D5C1D5F78}" presName="arrowAndChildren" presStyleCnt="0"/>
      <dgm:spPr/>
    </dgm:pt>
    <dgm:pt modelId="{9F7DF6E7-133C-4236-9818-3D5166290A87}" type="pres">
      <dgm:prSet presAssocID="{CEB0C370-E326-4568-B691-0E8D5C1D5F78}" presName="parentTextArrow" presStyleLbl="node1" presStyleIdx="3" presStyleCnt="4"/>
      <dgm:spPr/>
    </dgm:pt>
  </dgm:ptLst>
  <dgm:cxnLst>
    <dgm:cxn modelId="{73D65A21-C80C-47C0-B26D-B86BC553582D}" type="presOf" srcId="{B603D1AB-99A7-462E-9023-F5459130C260}" destId="{E059191C-B71B-4E0A-9E4B-F4D7FC8E50B9}" srcOrd="0" destOrd="0" presId="urn:microsoft.com/office/officeart/2005/8/layout/process4"/>
    <dgm:cxn modelId="{2D4DCD2D-2335-41D4-8059-BA64426B94AC}" srcId="{013D65E9-D98E-4B35-B119-F6B16588C554}" destId="{CEB0C370-E326-4568-B691-0E8D5C1D5F78}" srcOrd="0" destOrd="0" parTransId="{1A647BAE-344F-41C0-83AF-2C210B0FC84A}" sibTransId="{AAC77DF4-E735-4F30-AEC7-BFF63F322A87}"/>
    <dgm:cxn modelId="{4786EC36-3F08-4D73-8F3D-FBC51EF2FDA9}" srcId="{013D65E9-D98E-4B35-B119-F6B16588C554}" destId="{14228461-6FEA-4959-8FD8-BCBFB10748D8}" srcOrd="2" destOrd="0" parTransId="{A53C8E23-01A4-4483-94BD-C5BDBF6CCE54}" sibTransId="{900AEE4F-6D15-4B3D-BEBA-FB895B43DAD6}"/>
    <dgm:cxn modelId="{D7B9BA5B-8536-4C71-81BB-E7BFD78BE8E5}" type="presOf" srcId="{14228461-6FEA-4959-8FD8-BCBFB10748D8}" destId="{65D81846-C9EB-4D7A-8FB3-6CB7CAFD992A}" srcOrd="0" destOrd="0" presId="urn:microsoft.com/office/officeart/2005/8/layout/process4"/>
    <dgm:cxn modelId="{B184D342-5532-4841-B759-FBD99EC977D7}" type="presOf" srcId="{1EBDBC99-EACB-4AB7-B9FE-616CBE00D6A3}" destId="{ECDFA492-0ACF-4A23-A29A-2B9D9470CF72}" srcOrd="0" destOrd="0" presId="urn:microsoft.com/office/officeart/2005/8/layout/process4"/>
    <dgm:cxn modelId="{86896F84-6E1F-447F-96FE-65923F36DE72}" srcId="{013D65E9-D98E-4B35-B119-F6B16588C554}" destId="{B603D1AB-99A7-462E-9023-F5459130C260}" srcOrd="1" destOrd="0" parTransId="{DF3130DC-D366-4EBE-92D9-472FBB26A09A}" sibTransId="{AF7F0699-72AE-4486-B719-DD43A09C0504}"/>
    <dgm:cxn modelId="{50A3C397-023B-4A03-964E-29635BA4B0D9}" srcId="{013D65E9-D98E-4B35-B119-F6B16588C554}" destId="{1EBDBC99-EACB-4AB7-B9FE-616CBE00D6A3}" srcOrd="3" destOrd="0" parTransId="{34942591-356A-41B9-8A6A-B95DF5591B82}" sibTransId="{C54923A5-39DD-4A78-A9D0-400955B3FDAF}"/>
    <dgm:cxn modelId="{469786C4-E34D-4B4E-9E07-8388EB13C6AF}" type="presOf" srcId="{013D65E9-D98E-4B35-B119-F6B16588C554}" destId="{F11CE2CF-77DF-4995-95A6-DDE4A9789087}" srcOrd="0" destOrd="0" presId="urn:microsoft.com/office/officeart/2005/8/layout/process4"/>
    <dgm:cxn modelId="{426F01E4-C328-4808-8865-A59269FF1A5E}" type="presOf" srcId="{CEB0C370-E326-4568-B691-0E8D5C1D5F78}" destId="{9F7DF6E7-133C-4236-9818-3D5166290A87}" srcOrd="0" destOrd="0" presId="urn:microsoft.com/office/officeart/2005/8/layout/process4"/>
    <dgm:cxn modelId="{92E14751-6E50-41BF-9BDD-96C48A6CB955}" type="presParOf" srcId="{F11CE2CF-77DF-4995-95A6-DDE4A9789087}" destId="{A855FE90-EF13-4C90-92D0-AFDFDFDE8FA9}" srcOrd="0" destOrd="0" presId="urn:microsoft.com/office/officeart/2005/8/layout/process4"/>
    <dgm:cxn modelId="{95E7DDEB-E0D0-41E9-BF67-DF8BEB5286DB}" type="presParOf" srcId="{A855FE90-EF13-4C90-92D0-AFDFDFDE8FA9}" destId="{ECDFA492-0ACF-4A23-A29A-2B9D9470CF72}" srcOrd="0" destOrd="0" presId="urn:microsoft.com/office/officeart/2005/8/layout/process4"/>
    <dgm:cxn modelId="{8C5AC002-2FC7-4957-9017-C3D60785E09A}" type="presParOf" srcId="{F11CE2CF-77DF-4995-95A6-DDE4A9789087}" destId="{0A54130B-5B24-4305-AA8E-F12CB1CCA596}" srcOrd="1" destOrd="0" presId="urn:microsoft.com/office/officeart/2005/8/layout/process4"/>
    <dgm:cxn modelId="{55C4C5F7-2912-434D-AD2A-76B27F3E7FF0}" type="presParOf" srcId="{F11CE2CF-77DF-4995-95A6-DDE4A9789087}" destId="{3DAD40E8-9C12-4453-A707-04EBFC79636E}" srcOrd="2" destOrd="0" presId="urn:microsoft.com/office/officeart/2005/8/layout/process4"/>
    <dgm:cxn modelId="{B2863CFE-AC96-4E4A-BD89-AE08EB40B197}" type="presParOf" srcId="{3DAD40E8-9C12-4453-A707-04EBFC79636E}" destId="{65D81846-C9EB-4D7A-8FB3-6CB7CAFD992A}" srcOrd="0" destOrd="0" presId="urn:microsoft.com/office/officeart/2005/8/layout/process4"/>
    <dgm:cxn modelId="{9116BFF5-1FAF-4015-9B13-970509AFAFA9}" type="presParOf" srcId="{F11CE2CF-77DF-4995-95A6-DDE4A9789087}" destId="{F729240D-01CA-440A-B378-03C504AD7FE7}" srcOrd="3" destOrd="0" presId="urn:microsoft.com/office/officeart/2005/8/layout/process4"/>
    <dgm:cxn modelId="{08D8F6FF-2711-4680-9B9C-8AB59A7753F7}" type="presParOf" srcId="{F11CE2CF-77DF-4995-95A6-DDE4A9789087}" destId="{1B32898A-A9BF-447E-82B1-96E378F0FE16}" srcOrd="4" destOrd="0" presId="urn:microsoft.com/office/officeart/2005/8/layout/process4"/>
    <dgm:cxn modelId="{EA373406-B400-4AA4-BAD9-1601BB963A77}" type="presParOf" srcId="{1B32898A-A9BF-447E-82B1-96E378F0FE16}" destId="{E059191C-B71B-4E0A-9E4B-F4D7FC8E50B9}" srcOrd="0" destOrd="0" presId="urn:microsoft.com/office/officeart/2005/8/layout/process4"/>
    <dgm:cxn modelId="{CFE61771-3E1F-4868-BD6D-A0F9FFFAA18A}" type="presParOf" srcId="{F11CE2CF-77DF-4995-95A6-DDE4A9789087}" destId="{3BC6FE7D-445C-4FCB-98D0-C9538376E612}" srcOrd="5" destOrd="0" presId="urn:microsoft.com/office/officeart/2005/8/layout/process4"/>
    <dgm:cxn modelId="{661498B3-B6DD-4565-826A-9B990553F57C}" type="presParOf" srcId="{F11CE2CF-77DF-4995-95A6-DDE4A9789087}" destId="{C46223BE-A5B0-40CD-9DD7-C58D4D462F81}" srcOrd="6" destOrd="0" presId="urn:microsoft.com/office/officeart/2005/8/layout/process4"/>
    <dgm:cxn modelId="{9D6AD044-84ED-40E5-91CC-DF9704109B33}" type="presParOf" srcId="{C46223BE-A5B0-40CD-9DD7-C58D4D462F81}" destId="{9F7DF6E7-133C-4236-9818-3D5166290A87}" srcOrd="0" destOrd="0" presId="urn:microsoft.com/office/officeart/2005/8/layout/process4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24.xml><?xml version="1.0" encoding="utf-8"?>
<dgm:dataModel xmlns:dgm="http://schemas.openxmlformats.org/drawingml/2006/diagram" xmlns:a="http://schemas.openxmlformats.org/drawingml/2006/main">
  <dgm:ptLst>
    <dgm:pt modelId="{013D65E9-D98E-4B35-B119-F6B16588C554}" type="doc">
      <dgm:prSet loTypeId="urn:microsoft.com/office/officeart/2005/8/layout/vProcess5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x-none"/>
        </a:p>
      </dgm:t>
    </dgm:pt>
    <dgm:pt modelId="{14228461-6FEA-4959-8FD8-BCBFB10748D8}">
      <dgm:prSet custT="1"/>
      <dgm:spPr>
        <a:solidFill>
          <a:schemeClr val="accent5">
            <a:lumMod val="75000"/>
          </a:schemeClr>
        </a:solidFill>
      </dgm:spPr>
      <dgm:t>
        <a:bodyPr/>
        <a:lstStyle/>
        <a:p>
          <a:pPr algn="ctr"/>
          <a:r>
            <a:rPr lang="en-US" altLang="en-PK" sz="2000" kern="1200" dirty="0">
              <a:latin typeface="Arial" panose="020B0604020202020204" pitchFamily="34" charset="0"/>
              <a:cs typeface="Arial" panose="020B0604020202020204" pitchFamily="34" charset="0"/>
            </a:rPr>
            <a:t>The </a:t>
          </a:r>
          <a:r>
            <a:rPr lang="en-US" altLang="en-PK" sz="2000" b="1" i="1" kern="1200" dirty="0">
              <a:latin typeface="Arial" panose="020B0604020202020204" pitchFamily="34" charset="0"/>
              <a:cs typeface="Arial" panose="020B0604020202020204" pitchFamily="34" charset="0"/>
            </a:rPr>
            <a:t>p T</a:t>
          </a:r>
          <a:r>
            <a:rPr lang="en-US" altLang="en-PK" sz="2000" b="1" i="1" kern="1200" baseline="-25000" dirty="0">
              <a:latin typeface="Arial" panose="020B0604020202020204" pitchFamily="34" charset="0"/>
              <a:cs typeface="Arial" panose="020B0604020202020204" pitchFamily="34" charset="0"/>
            </a:rPr>
            <a:t>P</a:t>
          </a:r>
          <a:r>
            <a:rPr lang="en-US" altLang="en-PK" sz="2000" kern="1200" dirty="0">
              <a:latin typeface="Arial" panose="020B0604020202020204" pitchFamily="34" charset="0"/>
              <a:cs typeface="Arial" panose="020B0604020202020204" pitchFamily="34" charset="0"/>
            </a:rPr>
            <a:t> product of this algorithm is </a:t>
          </a:r>
          <a:r>
            <a:rPr lang="en-US" altLang="en-PK" sz="2000" b="1" i="1" kern="1200" dirty="0">
              <a:latin typeface="Arial" panose="020B0604020202020204" pitchFamily="34" charset="0"/>
              <a:cs typeface="Arial" panose="020B0604020202020204" pitchFamily="34" charset="0"/>
            </a:rPr>
            <a:t>n</a:t>
          </a:r>
          <a:r>
            <a:rPr lang="en-US" altLang="en-PK" sz="2000" kern="1200" dirty="0">
              <a:latin typeface="Arial" panose="020B0604020202020204" pitchFamily="34" charset="0"/>
              <a:cs typeface="Arial" panose="020B0604020202020204" pitchFamily="34" charset="0"/>
            </a:rPr>
            <a:t> (</a:t>
          </a:r>
          <a:r>
            <a:rPr lang="en-US" altLang="en-PK" sz="2000" b="1" kern="1200" dirty="0">
              <a:latin typeface="Arial" panose="020B0604020202020204" pitchFamily="34" charset="0"/>
              <a:cs typeface="Arial" panose="020B0604020202020204" pitchFamily="34" charset="0"/>
            </a:rPr>
            <a:t>log </a:t>
          </a:r>
          <a:r>
            <a:rPr lang="en-US" altLang="en-PK" sz="2000" b="1" i="1" kern="1200" dirty="0">
              <a:latin typeface="Arial" panose="020B0604020202020204" pitchFamily="34" charset="0"/>
              <a:cs typeface="Arial" panose="020B0604020202020204" pitchFamily="34" charset="0"/>
            </a:rPr>
            <a:t>n</a:t>
          </a:r>
          <a:r>
            <a:rPr lang="en-US" altLang="en-PK" sz="2000" kern="1200" dirty="0">
              <a:latin typeface="Arial" panose="020B0604020202020204" pitchFamily="34" charset="0"/>
              <a:cs typeface="Arial" panose="020B0604020202020204" pitchFamily="34" charset="0"/>
            </a:rPr>
            <a:t>)</a:t>
          </a:r>
          <a:r>
            <a:rPr lang="en-US" altLang="en-PK" sz="2000" b="1" i="1" kern="1200" baseline="30000" dirty="0">
              <a:latin typeface="Arial" panose="020B0604020202020204" pitchFamily="34" charset="0"/>
              <a:cs typeface="Arial" panose="020B0604020202020204" pitchFamily="34" charset="0"/>
            </a:rPr>
            <a:t>2</a:t>
          </a:r>
          <a:r>
            <a:rPr lang="en-US" altLang="en-PK" sz="2000" kern="1200" dirty="0">
              <a:latin typeface="Arial" panose="020B0604020202020204" pitchFamily="34" charset="0"/>
              <a:cs typeface="Arial" panose="020B0604020202020204" pitchFamily="34" charset="0"/>
            </a:rPr>
            <a:t>. </a:t>
          </a:r>
          <a:endParaRPr lang="en-US" sz="2000" kern="1200" dirty="0">
            <a:solidFill>
              <a:srgbClr val="FFFFFF"/>
            </a:solidFill>
            <a:latin typeface="Arial" panose="020B0604020202020204" pitchFamily="34" charset="0"/>
            <a:ea typeface="+mn-ea"/>
            <a:cs typeface="Arial" panose="020B0604020202020204" pitchFamily="34" charset="0"/>
          </a:endParaRPr>
        </a:p>
      </dgm:t>
    </dgm:pt>
    <dgm:pt modelId="{A53C8E23-01A4-4483-94BD-C5BDBF6CCE54}" type="parTrans" cxnId="{4786EC36-3F08-4D73-8F3D-FBC51EF2FDA9}">
      <dgm:prSet/>
      <dgm:spPr/>
      <dgm:t>
        <a:bodyPr/>
        <a:lstStyle/>
        <a:p>
          <a:endParaRPr lang="en-US"/>
        </a:p>
      </dgm:t>
    </dgm:pt>
    <dgm:pt modelId="{900AEE4F-6D15-4B3D-BEBA-FB895B43DAD6}" type="sibTrans" cxnId="{4786EC36-3F08-4D73-8F3D-FBC51EF2FDA9}">
      <dgm:prSet/>
      <dgm:spPr/>
      <dgm:t>
        <a:bodyPr/>
        <a:lstStyle/>
        <a:p>
          <a:endParaRPr lang="en-US"/>
        </a:p>
      </dgm:t>
    </dgm:pt>
    <dgm:pt modelId="{CEB0C370-E326-4568-B691-0E8D5C1D5F78}">
      <dgm:prSet custT="1"/>
      <dgm:spPr>
        <a:solidFill>
          <a:schemeClr val="accent3">
            <a:lumMod val="75000"/>
          </a:schemeClr>
        </a:solidFill>
      </dgm:spPr>
      <dgm:t>
        <a:bodyPr/>
        <a:lstStyle/>
        <a:p>
          <a:pPr algn="ctr"/>
          <a:r>
            <a:rPr lang="en-US" altLang="en-PK" sz="2000" kern="1200" dirty="0">
              <a:latin typeface="Arial" panose="020B0604020202020204" pitchFamily="34" charset="0"/>
              <a:cs typeface="Arial" panose="020B0604020202020204" pitchFamily="34" charset="0"/>
            </a:rPr>
            <a:t>Consider a sorting algorithm that uses </a:t>
          </a:r>
          <a:r>
            <a:rPr lang="en-US" altLang="en-PK" sz="2000" b="1" i="1" kern="1200" dirty="0">
              <a:latin typeface="Arial" panose="020B0604020202020204" pitchFamily="34" charset="0"/>
              <a:cs typeface="Arial" panose="020B0604020202020204" pitchFamily="34" charset="0"/>
            </a:rPr>
            <a:t>n</a:t>
          </a:r>
          <a:r>
            <a:rPr lang="en-US" altLang="en-PK" sz="2000" kern="1200" dirty="0">
              <a:latin typeface="Arial" panose="020B0604020202020204" pitchFamily="34" charset="0"/>
              <a:cs typeface="Arial" panose="020B0604020202020204" pitchFamily="34" charset="0"/>
            </a:rPr>
            <a:t> processing elements to sort the list in time (</a:t>
          </a:r>
          <a:r>
            <a:rPr lang="en-US" altLang="en-PK" sz="2000" b="1" kern="1200" dirty="0">
              <a:latin typeface="Arial" panose="020B0604020202020204" pitchFamily="34" charset="0"/>
              <a:cs typeface="Arial" panose="020B0604020202020204" pitchFamily="34" charset="0"/>
            </a:rPr>
            <a:t>log</a:t>
          </a:r>
          <a:r>
            <a:rPr lang="en-US" altLang="en-PK" sz="2000" b="1" i="1" kern="1200" dirty="0">
              <a:latin typeface="Arial" panose="020B0604020202020204" pitchFamily="34" charset="0"/>
              <a:cs typeface="Arial" panose="020B0604020202020204" pitchFamily="34" charset="0"/>
            </a:rPr>
            <a:t> n</a:t>
          </a:r>
          <a:r>
            <a:rPr lang="en-US" altLang="en-PK" sz="2000" kern="1200" dirty="0">
              <a:latin typeface="Arial" panose="020B0604020202020204" pitchFamily="34" charset="0"/>
              <a:cs typeface="Arial" panose="020B0604020202020204" pitchFamily="34" charset="0"/>
            </a:rPr>
            <a:t>)</a:t>
          </a:r>
          <a:r>
            <a:rPr lang="en-US" altLang="en-PK" sz="2000" b="1" i="1" kern="1200" baseline="30000" dirty="0">
              <a:latin typeface="Arial" panose="020B0604020202020204" pitchFamily="34" charset="0"/>
              <a:cs typeface="Arial" panose="020B0604020202020204" pitchFamily="34" charset="0"/>
            </a:rPr>
            <a:t>2</a:t>
          </a:r>
          <a:r>
            <a:rPr lang="en-US" altLang="en-PK" sz="2000" kern="1200" dirty="0">
              <a:latin typeface="Arial" panose="020B0604020202020204" pitchFamily="34" charset="0"/>
              <a:cs typeface="Arial" panose="020B0604020202020204" pitchFamily="34" charset="0"/>
            </a:rPr>
            <a:t>. </a:t>
          </a:r>
          <a:endParaRPr lang="en-US" sz="2000" kern="1200" dirty="0">
            <a:solidFill>
              <a:srgbClr val="FFFFFF"/>
            </a:solidFill>
            <a:latin typeface="Arial" panose="020B0604020202020204" pitchFamily="34" charset="0"/>
            <a:ea typeface="+mn-ea"/>
            <a:cs typeface="Arial" panose="020B0604020202020204" pitchFamily="34" charset="0"/>
          </a:endParaRPr>
        </a:p>
      </dgm:t>
    </dgm:pt>
    <dgm:pt modelId="{1A647BAE-344F-41C0-83AF-2C210B0FC84A}" type="parTrans" cxnId="{2D4DCD2D-2335-41D4-8059-BA64426B94AC}">
      <dgm:prSet/>
      <dgm:spPr/>
      <dgm:t>
        <a:bodyPr/>
        <a:lstStyle/>
        <a:p>
          <a:endParaRPr lang="en-PK"/>
        </a:p>
      </dgm:t>
    </dgm:pt>
    <dgm:pt modelId="{AAC77DF4-E735-4F30-AEC7-BFF63F322A87}" type="sibTrans" cxnId="{2D4DCD2D-2335-41D4-8059-BA64426B94AC}">
      <dgm:prSet/>
      <dgm:spPr/>
      <dgm:t>
        <a:bodyPr/>
        <a:lstStyle/>
        <a:p>
          <a:endParaRPr lang="en-PK"/>
        </a:p>
      </dgm:t>
    </dgm:pt>
    <dgm:pt modelId="{B603D1AB-99A7-462E-9023-F5459130C260}">
      <dgm:prSet custT="1"/>
      <dgm:spPr>
        <a:solidFill>
          <a:schemeClr val="accent4">
            <a:lumMod val="75000"/>
          </a:schemeClr>
        </a:solidFill>
      </dgm:spPr>
      <dgm:t>
        <a:bodyPr/>
        <a:lstStyle/>
        <a:p>
          <a:pPr algn="ctr"/>
          <a:r>
            <a:rPr lang="en-US" altLang="en-PK" sz="2000" kern="1200" dirty="0">
              <a:latin typeface="Arial" panose="020B0604020202020204" pitchFamily="34" charset="0"/>
              <a:cs typeface="Arial" panose="020B0604020202020204" pitchFamily="34" charset="0"/>
            </a:rPr>
            <a:t>Since the serial runtime of a (comparison-based) sort is </a:t>
          </a:r>
          <a:r>
            <a:rPr lang="en-US" altLang="en-PK" sz="2000" b="1" i="1" kern="1200" dirty="0">
              <a:latin typeface="Arial" panose="020B0604020202020204" pitchFamily="34" charset="0"/>
              <a:cs typeface="Arial" panose="020B0604020202020204" pitchFamily="34" charset="0"/>
            </a:rPr>
            <a:t>n</a:t>
          </a:r>
          <a:r>
            <a:rPr lang="en-US" altLang="en-PK" sz="2000" kern="1200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US" altLang="en-PK" sz="2000" b="1" kern="1200" dirty="0">
              <a:latin typeface="Arial" panose="020B0604020202020204" pitchFamily="34" charset="0"/>
              <a:cs typeface="Arial" panose="020B0604020202020204" pitchFamily="34" charset="0"/>
            </a:rPr>
            <a:t>log </a:t>
          </a:r>
          <a:r>
            <a:rPr lang="en-US" altLang="en-PK" sz="2000" b="1" i="1" kern="1200" dirty="0">
              <a:latin typeface="Arial" panose="020B0604020202020204" pitchFamily="34" charset="0"/>
              <a:cs typeface="Arial" panose="020B0604020202020204" pitchFamily="34" charset="0"/>
            </a:rPr>
            <a:t>n</a:t>
          </a:r>
          <a:r>
            <a:rPr lang="en-US" altLang="en-PK" sz="2000" kern="1200" dirty="0">
              <a:latin typeface="Arial" panose="020B0604020202020204" pitchFamily="34" charset="0"/>
              <a:cs typeface="Arial" panose="020B0604020202020204" pitchFamily="34" charset="0"/>
            </a:rPr>
            <a:t>, the speedup and efficiency of this algorithm are given by </a:t>
          </a:r>
          <a:r>
            <a:rPr lang="en-US" altLang="en-PK" sz="2000" b="1" i="1" kern="1200" dirty="0">
              <a:latin typeface="Arial" panose="020B0604020202020204" pitchFamily="34" charset="0"/>
              <a:cs typeface="Arial" panose="020B0604020202020204" pitchFamily="34" charset="0"/>
            </a:rPr>
            <a:t>n </a:t>
          </a:r>
          <a:r>
            <a:rPr lang="en-US" altLang="en-PK" sz="2000" kern="1200" dirty="0">
              <a:latin typeface="Arial" panose="020B0604020202020204" pitchFamily="34" charset="0"/>
              <a:cs typeface="Arial" panose="020B0604020202020204" pitchFamily="34" charset="0"/>
            </a:rPr>
            <a:t>/ </a:t>
          </a:r>
          <a:r>
            <a:rPr lang="en-US" altLang="en-PK" sz="2000" b="1" kern="1200" dirty="0">
              <a:latin typeface="Arial" panose="020B0604020202020204" pitchFamily="34" charset="0"/>
              <a:cs typeface="Arial" panose="020B0604020202020204" pitchFamily="34" charset="0"/>
            </a:rPr>
            <a:t>log </a:t>
          </a:r>
          <a:r>
            <a:rPr lang="en-US" altLang="en-PK" sz="2000" b="1" i="1" kern="1200" dirty="0">
              <a:latin typeface="Arial" panose="020B0604020202020204" pitchFamily="34" charset="0"/>
              <a:cs typeface="Arial" panose="020B0604020202020204" pitchFamily="34" charset="0"/>
            </a:rPr>
            <a:t>n</a:t>
          </a:r>
          <a:r>
            <a:rPr lang="en-US" altLang="en-PK" sz="2000" kern="1200" dirty="0">
              <a:latin typeface="Arial" panose="020B0604020202020204" pitchFamily="34" charset="0"/>
              <a:cs typeface="Arial" panose="020B0604020202020204" pitchFamily="34" charset="0"/>
            </a:rPr>
            <a:t> and 1 / </a:t>
          </a:r>
          <a:r>
            <a:rPr lang="en-US" altLang="en-PK" sz="2000" b="1" kern="1200" dirty="0">
              <a:latin typeface="Arial" panose="020B0604020202020204" pitchFamily="34" charset="0"/>
              <a:cs typeface="Arial" panose="020B0604020202020204" pitchFamily="34" charset="0"/>
            </a:rPr>
            <a:t>log </a:t>
          </a:r>
          <a:r>
            <a:rPr lang="en-US" altLang="en-PK" sz="2000" b="1" i="1" kern="1200" dirty="0">
              <a:latin typeface="Arial" panose="020B0604020202020204" pitchFamily="34" charset="0"/>
              <a:cs typeface="Arial" panose="020B0604020202020204" pitchFamily="34" charset="0"/>
            </a:rPr>
            <a:t>n</a:t>
          </a:r>
          <a:r>
            <a:rPr lang="en-US" altLang="en-PK" sz="2000" kern="1200" dirty="0">
              <a:latin typeface="Arial" panose="020B0604020202020204" pitchFamily="34" charset="0"/>
              <a:cs typeface="Arial" panose="020B0604020202020204" pitchFamily="34" charset="0"/>
            </a:rPr>
            <a:t>, respectively. </a:t>
          </a:r>
          <a:endParaRPr lang="en-US" sz="2000" kern="1200" dirty="0">
            <a:solidFill>
              <a:srgbClr val="FFFFFF"/>
            </a:solidFill>
            <a:latin typeface="Arial" panose="020B0604020202020204" pitchFamily="34" charset="0"/>
            <a:ea typeface="+mn-ea"/>
            <a:cs typeface="Arial" panose="020B0604020202020204" pitchFamily="34" charset="0"/>
          </a:endParaRPr>
        </a:p>
      </dgm:t>
    </dgm:pt>
    <dgm:pt modelId="{DF3130DC-D366-4EBE-92D9-472FBB26A09A}" type="parTrans" cxnId="{86896F84-6E1F-447F-96FE-65923F36DE72}">
      <dgm:prSet/>
      <dgm:spPr/>
      <dgm:t>
        <a:bodyPr/>
        <a:lstStyle/>
        <a:p>
          <a:endParaRPr lang="en-PK"/>
        </a:p>
      </dgm:t>
    </dgm:pt>
    <dgm:pt modelId="{AF7F0699-72AE-4486-B719-DD43A09C0504}" type="sibTrans" cxnId="{86896F84-6E1F-447F-96FE-65923F36DE72}">
      <dgm:prSet/>
      <dgm:spPr/>
      <dgm:t>
        <a:bodyPr/>
        <a:lstStyle/>
        <a:p>
          <a:endParaRPr lang="en-PK"/>
        </a:p>
      </dgm:t>
    </dgm:pt>
    <dgm:pt modelId="{1EBDBC99-EACB-4AB7-B9FE-616CBE00D6A3}">
      <dgm:prSet custT="1"/>
      <dgm:spPr>
        <a:solidFill>
          <a:schemeClr val="accent6">
            <a:lumMod val="75000"/>
          </a:schemeClr>
        </a:solidFill>
      </dgm:spPr>
      <dgm:t>
        <a:bodyPr/>
        <a:lstStyle/>
        <a:p>
          <a:pPr algn="ctr"/>
          <a:r>
            <a:rPr lang="en-US" altLang="en-PK" sz="2000" kern="1200" dirty="0">
              <a:latin typeface="Arial" panose="020B0604020202020204" pitchFamily="34" charset="0"/>
              <a:cs typeface="Arial" panose="020B0604020202020204" pitchFamily="34" charset="0"/>
            </a:rPr>
            <a:t>This algorithm is not cost optimal but only by a factor of </a:t>
          </a:r>
          <a:r>
            <a:rPr lang="en-US" altLang="en-PK" sz="2000" b="1" i="1" kern="1200" dirty="0">
              <a:latin typeface="Arial" panose="020B0604020202020204" pitchFamily="34" charset="0"/>
              <a:cs typeface="Arial" panose="020B0604020202020204" pitchFamily="34" charset="0"/>
            </a:rPr>
            <a:t>log n</a:t>
          </a:r>
          <a:r>
            <a:rPr lang="en-US" altLang="en-PK" sz="2000" kern="1200" dirty="0">
              <a:latin typeface="Arial" panose="020B0604020202020204" pitchFamily="34" charset="0"/>
              <a:cs typeface="Arial" panose="020B0604020202020204" pitchFamily="34" charset="0"/>
            </a:rPr>
            <a:t>. </a:t>
          </a:r>
          <a:endParaRPr lang="en-US" sz="2000" kern="1200" dirty="0">
            <a:solidFill>
              <a:srgbClr val="FFFFFF"/>
            </a:solidFill>
            <a:latin typeface="Arial" panose="020B0604020202020204" pitchFamily="34" charset="0"/>
            <a:ea typeface="+mn-ea"/>
            <a:cs typeface="Arial" panose="020B0604020202020204" pitchFamily="34" charset="0"/>
          </a:endParaRPr>
        </a:p>
      </dgm:t>
    </dgm:pt>
    <dgm:pt modelId="{34942591-356A-41B9-8A6A-B95DF5591B82}" type="parTrans" cxnId="{50A3C397-023B-4A03-964E-29635BA4B0D9}">
      <dgm:prSet/>
      <dgm:spPr/>
      <dgm:t>
        <a:bodyPr/>
        <a:lstStyle/>
        <a:p>
          <a:endParaRPr lang="en-PK"/>
        </a:p>
      </dgm:t>
    </dgm:pt>
    <dgm:pt modelId="{C54923A5-39DD-4A78-A9D0-400955B3FDAF}" type="sibTrans" cxnId="{50A3C397-023B-4A03-964E-29635BA4B0D9}">
      <dgm:prSet/>
      <dgm:spPr/>
      <dgm:t>
        <a:bodyPr/>
        <a:lstStyle/>
        <a:p>
          <a:endParaRPr lang="en-PK"/>
        </a:p>
      </dgm:t>
    </dgm:pt>
    <dgm:pt modelId="{51BDA68E-DEF0-4984-AD7A-9A1FEAE2F21C}" type="pres">
      <dgm:prSet presAssocID="{013D65E9-D98E-4B35-B119-F6B16588C554}" presName="outerComposite" presStyleCnt="0">
        <dgm:presLayoutVars>
          <dgm:chMax val="5"/>
          <dgm:dir/>
          <dgm:resizeHandles val="exact"/>
        </dgm:presLayoutVars>
      </dgm:prSet>
      <dgm:spPr/>
    </dgm:pt>
    <dgm:pt modelId="{9A837A0D-B646-411D-B192-563114F4F549}" type="pres">
      <dgm:prSet presAssocID="{013D65E9-D98E-4B35-B119-F6B16588C554}" presName="dummyMaxCanvas" presStyleCnt="0">
        <dgm:presLayoutVars/>
      </dgm:prSet>
      <dgm:spPr/>
    </dgm:pt>
    <dgm:pt modelId="{A91729EA-4E72-4A6A-B537-05CD98B41416}" type="pres">
      <dgm:prSet presAssocID="{013D65E9-D98E-4B35-B119-F6B16588C554}" presName="FourNodes_1" presStyleLbl="node1" presStyleIdx="0" presStyleCnt="4">
        <dgm:presLayoutVars>
          <dgm:bulletEnabled val="1"/>
        </dgm:presLayoutVars>
      </dgm:prSet>
      <dgm:spPr/>
    </dgm:pt>
    <dgm:pt modelId="{65F33E37-F7C5-4B9F-A6E7-02B7A9BF6761}" type="pres">
      <dgm:prSet presAssocID="{013D65E9-D98E-4B35-B119-F6B16588C554}" presName="FourNodes_2" presStyleLbl="node1" presStyleIdx="1" presStyleCnt="4" custScaleY="122439">
        <dgm:presLayoutVars>
          <dgm:bulletEnabled val="1"/>
        </dgm:presLayoutVars>
      </dgm:prSet>
      <dgm:spPr/>
    </dgm:pt>
    <dgm:pt modelId="{10ED03CB-7415-4D8D-B615-6883A04F621D}" type="pres">
      <dgm:prSet presAssocID="{013D65E9-D98E-4B35-B119-F6B16588C554}" presName="FourNodes_3" presStyleLbl="node1" presStyleIdx="2" presStyleCnt="4" custScaleY="73423">
        <dgm:presLayoutVars>
          <dgm:bulletEnabled val="1"/>
        </dgm:presLayoutVars>
      </dgm:prSet>
      <dgm:spPr/>
    </dgm:pt>
    <dgm:pt modelId="{D75E12E9-20A0-4460-825A-DF40F7CA2C16}" type="pres">
      <dgm:prSet presAssocID="{013D65E9-D98E-4B35-B119-F6B16588C554}" presName="FourNodes_4" presStyleLbl="node1" presStyleIdx="3" presStyleCnt="4" custScaleY="90787">
        <dgm:presLayoutVars>
          <dgm:bulletEnabled val="1"/>
        </dgm:presLayoutVars>
      </dgm:prSet>
      <dgm:spPr/>
    </dgm:pt>
    <dgm:pt modelId="{803FC7D3-846C-4873-9FE9-4A99686E0D6E}" type="pres">
      <dgm:prSet presAssocID="{013D65E9-D98E-4B35-B119-F6B16588C554}" presName="FourConn_1-2" presStyleLbl="fgAccFollowNode1" presStyleIdx="0" presStyleCnt="3">
        <dgm:presLayoutVars>
          <dgm:bulletEnabled val="1"/>
        </dgm:presLayoutVars>
      </dgm:prSet>
      <dgm:spPr/>
    </dgm:pt>
    <dgm:pt modelId="{ACF30220-8469-4F6E-8571-17A56045E759}" type="pres">
      <dgm:prSet presAssocID="{013D65E9-D98E-4B35-B119-F6B16588C554}" presName="FourConn_2-3" presStyleLbl="fgAccFollowNode1" presStyleIdx="1" presStyleCnt="3">
        <dgm:presLayoutVars>
          <dgm:bulletEnabled val="1"/>
        </dgm:presLayoutVars>
      </dgm:prSet>
      <dgm:spPr/>
    </dgm:pt>
    <dgm:pt modelId="{71A7B654-DD46-4041-9AE6-297674385EE0}" type="pres">
      <dgm:prSet presAssocID="{013D65E9-D98E-4B35-B119-F6B16588C554}" presName="FourConn_3-4" presStyleLbl="fgAccFollowNode1" presStyleIdx="2" presStyleCnt="3">
        <dgm:presLayoutVars>
          <dgm:bulletEnabled val="1"/>
        </dgm:presLayoutVars>
      </dgm:prSet>
      <dgm:spPr/>
    </dgm:pt>
    <dgm:pt modelId="{45399951-AD3D-49A4-997C-A27CECF34687}" type="pres">
      <dgm:prSet presAssocID="{013D65E9-D98E-4B35-B119-F6B16588C554}" presName="FourNodes_1_text" presStyleLbl="node1" presStyleIdx="3" presStyleCnt="4">
        <dgm:presLayoutVars>
          <dgm:bulletEnabled val="1"/>
        </dgm:presLayoutVars>
      </dgm:prSet>
      <dgm:spPr/>
    </dgm:pt>
    <dgm:pt modelId="{4D7991D7-7F2D-439A-BD86-FADFCC0E12EC}" type="pres">
      <dgm:prSet presAssocID="{013D65E9-D98E-4B35-B119-F6B16588C554}" presName="FourNodes_2_text" presStyleLbl="node1" presStyleIdx="3" presStyleCnt="4">
        <dgm:presLayoutVars>
          <dgm:bulletEnabled val="1"/>
        </dgm:presLayoutVars>
      </dgm:prSet>
      <dgm:spPr/>
    </dgm:pt>
    <dgm:pt modelId="{96EAA386-428B-40D2-B5C6-0A0810714545}" type="pres">
      <dgm:prSet presAssocID="{013D65E9-D98E-4B35-B119-F6B16588C554}" presName="FourNodes_3_text" presStyleLbl="node1" presStyleIdx="3" presStyleCnt="4">
        <dgm:presLayoutVars>
          <dgm:bulletEnabled val="1"/>
        </dgm:presLayoutVars>
      </dgm:prSet>
      <dgm:spPr/>
    </dgm:pt>
    <dgm:pt modelId="{3987D06C-0CCC-4F06-B26F-EC2D202F87DF}" type="pres">
      <dgm:prSet presAssocID="{013D65E9-D98E-4B35-B119-F6B16588C554}" presName="FourNodes_4_text" presStyleLbl="node1" presStyleIdx="3" presStyleCnt="4">
        <dgm:presLayoutVars>
          <dgm:bulletEnabled val="1"/>
        </dgm:presLayoutVars>
      </dgm:prSet>
      <dgm:spPr/>
    </dgm:pt>
  </dgm:ptLst>
  <dgm:cxnLst>
    <dgm:cxn modelId="{2D4DCD2D-2335-41D4-8059-BA64426B94AC}" srcId="{013D65E9-D98E-4B35-B119-F6B16588C554}" destId="{CEB0C370-E326-4568-B691-0E8D5C1D5F78}" srcOrd="0" destOrd="0" parTransId="{1A647BAE-344F-41C0-83AF-2C210B0FC84A}" sibTransId="{AAC77DF4-E735-4F30-AEC7-BFF63F322A87}"/>
    <dgm:cxn modelId="{4786EC36-3F08-4D73-8F3D-FBC51EF2FDA9}" srcId="{013D65E9-D98E-4B35-B119-F6B16588C554}" destId="{14228461-6FEA-4959-8FD8-BCBFB10748D8}" srcOrd="2" destOrd="0" parTransId="{A53C8E23-01A4-4483-94BD-C5BDBF6CCE54}" sibTransId="{900AEE4F-6D15-4B3D-BEBA-FB895B43DAD6}"/>
    <dgm:cxn modelId="{637E9537-A84D-4BF4-854B-201A80298608}" type="presOf" srcId="{AAC77DF4-E735-4F30-AEC7-BFF63F322A87}" destId="{803FC7D3-846C-4873-9FE9-4A99686E0D6E}" srcOrd="0" destOrd="0" presId="urn:microsoft.com/office/officeart/2005/8/layout/vProcess5"/>
    <dgm:cxn modelId="{2C0B3D38-3F33-47CB-95FE-60F3FEE6F1AF}" type="presOf" srcId="{013D65E9-D98E-4B35-B119-F6B16588C554}" destId="{51BDA68E-DEF0-4984-AD7A-9A1FEAE2F21C}" srcOrd="0" destOrd="0" presId="urn:microsoft.com/office/officeart/2005/8/layout/vProcess5"/>
    <dgm:cxn modelId="{2242B95A-20AF-4EE4-88B0-4FA443BD931D}" type="presOf" srcId="{B603D1AB-99A7-462E-9023-F5459130C260}" destId="{65F33E37-F7C5-4B9F-A6E7-02B7A9BF6761}" srcOrd="0" destOrd="0" presId="urn:microsoft.com/office/officeart/2005/8/layout/vProcess5"/>
    <dgm:cxn modelId="{E16BE17F-F02B-4C3D-8136-61DF131DF3C7}" type="presOf" srcId="{1EBDBC99-EACB-4AB7-B9FE-616CBE00D6A3}" destId="{3987D06C-0CCC-4F06-B26F-EC2D202F87DF}" srcOrd="1" destOrd="0" presId="urn:microsoft.com/office/officeart/2005/8/layout/vProcess5"/>
    <dgm:cxn modelId="{86896F84-6E1F-447F-96FE-65923F36DE72}" srcId="{013D65E9-D98E-4B35-B119-F6B16588C554}" destId="{B603D1AB-99A7-462E-9023-F5459130C260}" srcOrd="1" destOrd="0" parTransId="{DF3130DC-D366-4EBE-92D9-472FBB26A09A}" sibTransId="{AF7F0699-72AE-4486-B719-DD43A09C0504}"/>
    <dgm:cxn modelId="{50A3C397-023B-4A03-964E-29635BA4B0D9}" srcId="{013D65E9-D98E-4B35-B119-F6B16588C554}" destId="{1EBDBC99-EACB-4AB7-B9FE-616CBE00D6A3}" srcOrd="3" destOrd="0" parTransId="{34942591-356A-41B9-8A6A-B95DF5591B82}" sibTransId="{C54923A5-39DD-4A78-A9D0-400955B3FDAF}"/>
    <dgm:cxn modelId="{9956AD98-24B3-4777-969D-775159AC0FEA}" type="presOf" srcId="{14228461-6FEA-4959-8FD8-BCBFB10748D8}" destId="{96EAA386-428B-40D2-B5C6-0A0810714545}" srcOrd="1" destOrd="0" presId="urn:microsoft.com/office/officeart/2005/8/layout/vProcess5"/>
    <dgm:cxn modelId="{51751A9C-D3B0-44E2-82B6-A94FB786DC50}" type="presOf" srcId="{AF7F0699-72AE-4486-B719-DD43A09C0504}" destId="{ACF30220-8469-4F6E-8571-17A56045E759}" srcOrd="0" destOrd="0" presId="urn:microsoft.com/office/officeart/2005/8/layout/vProcess5"/>
    <dgm:cxn modelId="{4FD2ECBA-1478-43A9-B9A6-2D38D9DB11B5}" type="presOf" srcId="{CEB0C370-E326-4568-B691-0E8D5C1D5F78}" destId="{A91729EA-4E72-4A6A-B537-05CD98B41416}" srcOrd="0" destOrd="0" presId="urn:microsoft.com/office/officeart/2005/8/layout/vProcess5"/>
    <dgm:cxn modelId="{AAF0D9BC-B25F-4CBD-B409-2DCF1683D935}" type="presOf" srcId="{B603D1AB-99A7-462E-9023-F5459130C260}" destId="{4D7991D7-7F2D-439A-BD86-FADFCC0E12EC}" srcOrd="1" destOrd="0" presId="urn:microsoft.com/office/officeart/2005/8/layout/vProcess5"/>
    <dgm:cxn modelId="{C075D7CC-2628-4271-B5AE-96C0D56BFE21}" type="presOf" srcId="{14228461-6FEA-4959-8FD8-BCBFB10748D8}" destId="{10ED03CB-7415-4D8D-B615-6883A04F621D}" srcOrd="0" destOrd="0" presId="urn:microsoft.com/office/officeart/2005/8/layout/vProcess5"/>
    <dgm:cxn modelId="{E369F7E2-AFE9-45E0-B362-65F20896CD07}" type="presOf" srcId="{CEB0C370-E326-4568-B691-0E8D5C1D5F78}" destId="{45399951-AD3D-49A4-997C-A27CECF34687}" srcOrd="1" destOrd="0" presId="urn:microsoft.com/office/officeart/2005/8/layout/vProcess5"/>
    <dgm:cxn modelId="{AD7A81F1-A40F-44C0-9289-BC11B66F47FC}" type="presOf" srcId="{900AEE4F-6D15-4B3D-BEBA-FB895B43DAD6}" destId="{71A7B654-DD46-4041-9AE6-297674385EE0}" srcOrd="0" destOrd="0" presId="urn:microsoft.com/office/officeart/2005/8/layout/vProcess5"/>
    <dgm:cxn modelId="{B1B456FD-F614-484D-93A8-BE428F6C843E}" type="presOf" srcId="{1EBDBC99-EACB-4AB7-B9FE-616CBE00D6A3}" destId="{D75E12E9-20A0-4460-825A-DF40F7CA2C16}" srcOrd="0" destOrd="0" presId="urn:microsoft.com/office/officeart/2005/8/layout/vProcess5"/>
    <dgm:cxn modelId="{F6F79D7B-627B-4136-AE17-B7108F1D22B9}" type="presParOf" srcId="{51BDA68E-DEF0-4984-AD7A-9A1FEAE2F21C}" destId="{9A837A0D-B646-411D-B192-563114F4F549}" srcOrd="0" destOrd="0" presId="urn:microsoft.com/office/officeart/2005/8/layout/vProcess5"/>
    <dgm:cxn modelId="{771459BB-316F-4EB1-A923-81102647A353}" type="presParOf" srcId="{51BDA68E-DEF0-4984-AD7A-9A1FEAE2F21C}" destId="{A91729EA-4E72-4A6A-B537-05CD98B41416}" srcOrd="1" destOrd="0" presId="urn:microsoft.com/office/officeart/2005/8/layout/vProcess5"/>
    <dgm:cxn modelId="{13DF23EB-9EBA-40E0-B0BE-1D18D288A179}" type="presParOf" srcId="{51BDA68E-DEF0-4984-AD7A-9A1FEAE2F21C}" destId="{65F33E37-F7C5-4B9F-A6E7-02B7A9BF6761}" srcOrd="2" destOrd="0" presId="urn:microsoft.com/office/officeart/2005/8/layout/vProcess5"/>
    <dgm:cxn modelId="{88F0BD23-1B26-4885-949A-F213E26477BB}" type="presParOf" srcId="{51BDA68E-DEF0-4984-AD7A-9A1FEAE2F21C}" destId="{10ED03CB-7415-4D8D-B615-6883A04F621D}" srcOrd="3" destOrd="0" presId="urn:microsoft.com/office/officeart/2005/8/layout/vProcess5"/>
    <dgm:cxn modelId="{26DF9AC8-E6E0-4C5D-8966-F7F4835FD682}" type="presParOf" srcId="{51BDA68E-DEF0-4984-AD7A-9A1FEAE2F21C}" destId="{D75E12E9-20A0-4460-825A-DF40F7CA2C16}" srcOrd="4" destOrd="0" presId="urn:microsoft.com/office/officeart/2005/8/layout/vProcess5"/>
    <dgm:cxn modelId="{62B0DEBB-CD5A-4893-B94B-25854A799188}" type="presParOf" srcId="{51BDA68E-DEF0-4984-AD7A-9A1FEAE2F21C}" destId="{803FC7D3-846C-4873-9FE9-4A99686E0D6E}" srcOrd="5" destOrd="0" presId="urn:microsoft.com/office/officeart/2005/8/layout/vProcess5"/>
    <dgm:cxn modelId="{3D3FF01D-D878-4E1D-B82A-47D76956FE73}" type="presParOf" srcId="{51BDA68E-DEF0-4984-AD7A-9A1FEAE2F21C}" destId="{ACF30220-8469-4F6E-8571-17A56045E759}" srcOrd="6" destOrd="0" presId="urn:microsoft.com/office/officeart/2005/8/layout/vProcess5"/>
    <dgm:cxn modelId="{D51ABC5A-26E5-4B02-A99A-C4BB068FD48C}" type="presParOf" srcId="{51BDA68E-DEF0-4984-AD7A-9A1FEAE2F21C}" destId="{71A7B654-DD46-4041-9AE6-297674385EE0}" srcOrd="7" destOrd="0" presId="urn:microsoft.com/office/officeart/2005/8/layout/vProcess5"/>
    <dgm:cxn modelId="{5FED3136-526E-466B-BF29-6945B017A94B}" type="presParOf" srcId="{51BDA68E-DEF0-4984-AD7A-9A1FEAE2F21C}" destId="{45399951-AD3D-49A4-997C-A27CECF34687}" srcOrd="8" destOrd="0" presId="urn:microsoft.com/office/officeart/2005/8/layout/vProcess5"/>
    <dgm:cxn modelId="{05F10F6C-ABC5-4B36-BA6F-8BD9631A9D3A}" type="presParOf" srcId="{51BDA68E-DEF0-4984-AD7A-9A1FEAE2F21C}" destId="{4D7991D7-7F2D-439A-BD86-FADFCC0E12EC}" srcOrd="9" destOrd="0" presId="urn:microsoft.com/office/officeart/2005/8/layout/vProcess5"/>
    <dgm:cxn modelId="{A19A817F-4F01-4487-9168-FFBB607DB880}" type="presParOf" srcId="{51BDA68E-DEF0-4984-AD7A-9A1FEAE2F21C}" destId="{96EAA386-428B-40D2-B5C6-0A0810714545}" srcOrd="10" destOrd="0" presId="urn:microsoft.com/office/officeart/2005/8/layout/vProcess5"/>
    <dgm:cxn modelId="{177300BC-6965-4BAF-8A0C-B7A875329A3E}" type="presParOf" srcId="{51BDA68E-DEF0-4984-AD7A-9A1FEAE2F21C}" destId="{3987D06C-0CCC-4F06-B26F-EC2D202F87DF}" srcOrd="11" destOrd="0" presId="urn:microsoft.com/office/officeart/2005/8/layout/vProcess5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25.xml><?xml version="1.0" encoding="utf-8"?>
<dgm:dataModel xmlns:dgm="http://schemas.openxmlformats.org/drawingml/2006/diagram" xmlns:a="http://schemas.openxmlformats.org/drawingml/2006/main">
  <dgm:ptLst>
    <dgm:pt modelId="{013D65E9-D98E-4B35-B119-F6B16588C554}" type="doc">
      <dgm:prSet loTypeId="urn:microsoft.com/office/officeart/2005/8/layout/vProcess5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x-none"/>
        </a:p>
      </dgm:t>
    </dgm:pt>
    <dgm:pt modelId="{14228461-6FEA-4959-8FD8-BCBFB10748D8}">
      <dgm:prSet custT="1"/>
      <dgm:spPr>
        <a:solidFill>
          <a:schemeClr val="accent5">
            <a:lumMod val="75000"/>
          </a:schemeClr>
        </a:solidFill>
      </dgm:spPr>
      <dgm:t>
        <a:bodyPr/>
        <a:lstStyle/>
        <a:p>
          <a:pPr algn="ctr"/>
          <a:r>
            <a:rPr lang="en-US" altLang="en-PK" sz="2000" kern="1200" dirty="0">
              <a:latin typeface="Arial" panose="020B0604020202020204" pitchFamily="34" charset="0"/>
              <a:cs typeface="Arial" panose="020B0604020202020204" pitchFamily="34" charset="0"/>
            </a:rPr>
            <a:t>This speedup goes down as the problem size </a:t>
          </a:r>
          <a:r>
            <a:rPr lang="en-US" altLang="en-PK" sz="2000" b="1" i="1" kern="1200" dirty="0">
              <a:latin typeface="Arial" panose="020B0604020202020204" pitchFamily="34" charset="0"/>
              <a:cs typeface="Arial" panose="020B0604020202020204" pitchFamily="34" charset="0"/>
            </a:rPr>
            <a:t>n</a:t>
          </a:r>
          <a:r>
            <a:rPr lang="en-US" altLang="en-PK" sz="2000" kern="1200" dirty="0">
              <a:latin typeface="Arial" panose="020B0604020202020204" pitchFamily="34" charset="0"/>
              <a:cs typeface="Arial" panose="020B0604020202020204" pitchFamily="34" charset="0"/>
            </a:rPr>
            <a:t> is increased for a given </a:t>
          </a:r>
          <a:r>
            <a:rPr lang="en-US" altLang="en-PK" sz="2000" b="1" i="1" kern="1200" dirty="0">
              <a:latin typeface="Arial" panose="020B0604020202020204" pitchFamily="34" charset="0"/>
              <a:cs typeface="Arial" panose="020B0604020202020204" pitchFamily="34" charset="0"/>
            </a:rPr>
            <a:t>p</a:t>
          </a:r>
          <a:r>
            <a:rPr lang="en-US" altLang="en-PK" sz="2000" kern="1200" dirty="0">
              <a:latin typeface="Arial" panose="020B0604020202020204" pitchFamily="34" charset="0"/>
              <a:cs typeface="Arial" panose="020B0604020202020204" pitchFamily="34" charset="0"/>
            </a:rPr>
            <a:t> !. </a:t>
          </a:r>
          <a:endParaRPr lang="en-US" sz="2000" kern="1200" dirty="0">
            <a:solidFill>
              <a:srgbClr val="FFFFFF"/>
            </a:solidFill>
            <a:latin typeface="Arial" panose="020B0604020202020204" pitchFamily="34" charset="0"/>
            <a:ea typeface="+mn-ea"/>
            <a:cs typeface="Arial" panose="020B0604020202020204" pitchFamily="34" charset="0"/>
          </a:endParaRPr>
        </a:p>
      </dgm:t>
    </dgm:pt>
    <dgm:pt modelId="{A53C8E23-01A4-4483-94BD-C5BDBF6CCE54}" type="parTrans" cxnId="{4786EC36-3F08-4D73-8F3D-FBC51EF2FDA9}">
      <dgm:prSet/>
      <dgm:spPr/>
      <dgm:t>
        <a:bodyPr/>
        <a:lstStyle/>
        <a:p>
          <a:endParaRPr lang="en-US"/>
        </a:p>
      </dgm:t>
    </dgm:pt>
    <dgm:pt modelId="{900AEE4F-6D15-4B3D-BEBA-FB895B43DAD6}" type="sibTrans" cxnId="{4786EC36-3F08-4D73-8F3D-FBC51EF2FDA9}">
      <dgm:prSet/>
      <dgm:spPr/>
      <dgm:t>
        <a:bodyPr/>
        <a:lstStyle/>
        <a:p>
          <a:endParaRPr lang="en-US"/>
        </a:p>
      </dgm:t>
    </dgm:pt>
    <dgm:pt modelId="{CEB0C370-E326-4568-B691-0E8D5C1D5F78}">
      <dgm:prSet custT="1"/>
      <dgm:spPr>
        <a:solidFill>
          <a:schemeClr val="accent3">
            <a:lumMod val="75000"/>
          </a:schemeClr>
        </a:solidFill>
      </dgm:spPr>
      <dgm:t>
        <a:bodyPr/>
        <a:lstStyle/>
        <a:p>
          <a:pPr algn="ctr"/>
          <a:r>
            <a:rPr lang="en-US" altLang="en-PK" sz="2000" kern="1200" dirty="0">
              <a:latin typeface="Arial" panose="020B0604020202020204" pitchFamily="34" charset="0"/>
              <a:cs typeface="Arial" panose="020B0604020202020204" pitchFamily="34" charset="0"/>
            </a:rPr>
            <a:t>If </a:t>
          </a:r>
          <a:r>
            <a:rPr lang="en-US" altLang="en-PK" sz="2000" b="1" i="1" kern="1200" dirty="0">
              <a:latin typeface="Arial" panose="020B0604020202020204" pitchFamily="34" charset="0"/>
              <a:cs typeface="Arial" panose="020B0604020202020204" pitchFamily="34" charset="0"/>
            </a:rPr>
            <a:t>p</a:t>
          </a:r>
          <a:r>
            <a:rPr lang="en-US" altLang="en-PK" sz="2000" kern="1200" dirty="0">
              <a:latin typeface="Arial" panose="020B0604020202020204" pitchFamily="34" charset="0"/>
              <a:cs typeface="Arial" panose="020B0604020202020204" pitchFamily="34" charset="0"/>
            </a:rPr>
            <a:t> &lt; </a:t>
          </a:r>
          <a:r>
            <a:rPr lang="en-US" altLang="en-PK" sz="2000" b="1" i="1" kern="1200" dirty="0">
              <a:latin typeface="Arial" panose="020B0604020202020204" pitchFamily="34" charset="0"/>
              <a:cs typeface="Arial" panose="020B0604020202020204" pitchFamily="34" charset="0"/>
            </a:rPr>
            <a:t>n</a:t>
          </a:r>
          <a:r>
            <a:rPr lang="en-US" altLang="en-PK" sz="2000" kern="1200" dirty="0">
              <a:latin typeface="Arial" panose="020B0604020202020204" pitchFamily="34" charset="0"/>
              <a:cs typeface="Arial" panose="020B0604020202020204" pitchFamily="34" charset="0"/>
            </a:rPr>
            <a:t>, assigning </a:t>
          </a:r>
          <a:r>
            <a:rPr lang="en-US" altLang="en-PK" sz="2000" b="1" i="1" kern="1200" dirty="0">
              <a:latin typeface="Arial" panose="020B0604020202020204" pitchFamily="34" charset="0"/>
              <a:cs typeface="Arial" panose="020B0604020202020204" pitchFamily="34" charset="0"/>
            </a:rPr>
            <a:t>n</a:t>
          </a:r>
          <a:r>
            <a:rPr lang="en-US" altLang="en-PK" sz="2000" kern="1200" dirty="0">
              <a:latin typeface="Arial" panose="020B0604020202020204" pitchFamily="34" charset="0"/>
              <a:cs typeface="Arial" panose="020B0604020202020204" pitchFamily="34" charset="0"/>
            </a:rPr>
            <a:t> tasks to </a:t>
          </a:r>
          <a:r>
            <a:rPr lang="en-US" altLang="en-PK" sz="2000" b="1" i="1" kern="1200" dirty="0">
              <a:latin typeface="Arial" panose="020B0604020202020204" pitchFamily="34" charset="0"/>
              <a:cs typeface="Arial" panose="020B0604020202020204" pitchFamily="34" charset="0"/>
            </a:rPr>
            <a:t>p</a:t>
          </a:r>
          <a:r>
            <a:rPr lang="en-US" altLang="en-PK" sz="2000" kern="1200" dirty="0">
              <a:latin typeface="Arial" panose="020B0604020202020204" pitchFamily="34" charset="0"/>
              <a:cs typeface="Arial" panose="020B0604020202020204" pitchFamily="34" charset="0"/>
            </a:rPr>
            <a:t> processors gives </a:t>
          </a:r>
          <a:r>
            <a:rPr lang="en-US" altLang="en-PK" sz="2000" b="1" i="1" kern="1200" dirty="0">
              <a:latin typeface="Arial" panose="020B0604020202020204" pitchFamily="34" charset="0"/>
              <a:cs typeface="Arial" panose="020B0604020202020204" pitchFamily="34" charset="0"/>
            </a:rPr>
            <a:t>T</a:t>
          </a:r>
          <a:r>
            <a:rPr lang="en-US" altLang="en-PK" sz="2000" b="1" i="1" kern="1200" baseline="-25000" dirty="0">
              <a:latin typeface="Arial" panose="020B0604020202020204" pitchFamily="34" charset="0"/>
              <a:cs typeface="Arial" panose="020B0604020202020204" pitchFamily="34" charset="0"/>
            </a:rPr>
            <a:t>P</a:t>
          </a:r>
          <a:r>
            <a:rPr lang="en-US" altLang="en-PK" sz="2000" kern="1200" dirty="0">
              <a:latin typeface="Arial" panose="020B0604020202020204" pitchFamily="34" charset="0"/>
              <a:cs typeface="Arial" panose="020B0604020202020204" pitchFamily="34" charset="0"/>
            </a:rPr>
            <a:t> = </a:t>
          </a:r>
          <a:r>
            <a:rPr lang="en-US" altLang="en-PK" sz="2000" b="1" i="1" kern="1200" dirty="0">
              <a:latin typeface="Arial" panose="020B0604020202020204" pitchFamily="34" charset="0"/>
              <a:cs typeface="Arial" panose="020B0604020202020204" pitchFamily="34" charset="0"/>
            </a:rPr>
            <a:t>n</a:t>
          </a:r>
          <a:r>
            <a:rPr lang="en-US" altLang="en-PK" sz="2000" kern="1200" dirty="0">
              <a:latin typeface="Arial" panose="020B0604020202020204" pitchFamily="34" charset="0"/>
              <a:cs typeface="Arial" panose="020B0604020202020204" pitchFamily="34" charset="0"/>
            </a:rPr>
            <a:t> (</a:t>
          </a:r>
          <a:r>
            <a:rPr lang="en-US" altLang="en-PK" sz="2000" b="1" kern="1200" dirty="0">
              <a:latin typeface="Arial" panose="020B0604020202020204" pitchFamily="34" charset="0"/>
              <a:cs typeface="Arial" panose="020B0604020202020204" pitchFamily="34" charset="0"/>
            </a:rPr>
            <a:t>log </a:t>
          </a:r>
          <a:r>
            <a:rPr lang="en-US" altLang="en-PK" sz="2000" b="1" i="1" kern="1200" dirty="0">
              <a:latin typeface="Arial" panose="020B0604020202020204" pitchFamily="34" charset="0"/>
              <a:cs typeface="Arial" panose="020B0604020202020204" pitchFamily="34" charset="0"/>
            </a:rPr>
            <a:t>n</a:t>
          </a:r>
          <a:r>
            <a:rPr lang="en-US" altLang="en-PK" sz="2000" kern="1200" dirty="0">
              <a:latin typeface="Arial" panose="020B0604020202020204" pitchFamily="34" charset="0"/>
              <a:cs typeface="Arial" panose="020B0604020202020204" pitchFamily="34" charset="0"/>
            </a:rPr>
            <a:t>)</a:t>
          </a:r>
          <a:r>
            <a:rPr lang="en-US" altLang="en-PK" sz="2000" b="1" i="1" kern="1200" baseline="30000" dirty="0">
              <a:latin typeface="Arial" panose="020B0604020202020204" pitchFamily="34" charset="0"/>
              <a:cs typeface="Arial" panose="020B0604020202020204" pitchFamily="34" charset="0"/>
            </a:rPr>
            <a:t>2</a:t>
          </a:r>
          <a:r>
            <a:rPr lang="en-US" altLang="en-PK" sz="2000" kern="1200" dirty="0">
              <a:latin typeface="Arial" panose="020B0604020202020204" pitchFamily="34" charset="0"/>
              <a:cs typeface="Arial" panose="020B0604020202020204" pitchFamily="34" charset="0"/>
            </a:rPr>
            <a:t> / </a:t>
          </a:r>
          <a:r>
            <a:rPr lang="en-US" altLang="en-PK" sz="2000" b="1" i="1" kern="1200" dirty="0">
              <a:latin typeface="Arial" panose="020B0604020202020204" pitchFamily="34" charset="0"/>
              <a:cs typeface="Arial" panose="020B0604020202020204" pitchFamily="34" charset="0"/>
            </a:rPr>
            <a:t>p </a:t>
          </a:r>
          <a:endParaRPr lang="en-US" sz="2000" kern="1200" dirty="0">
            <a:solidFill>
              <a:srgbClr val="FFFFFF"/>
            </a:solidFill>
            <a:latin typeface="Arial" panose="020B0604020202020204" pitchFamily="34" charset="0"/>
            <a:ea typeface="+mn-ea"/>
            <a:cs typeface="Arial" panose="020B0604020202020204" pitchFamily="34" charset="0"/>
          </a:endParaRPr>
        </a:p>
      </dgm:t>
    </dgm:pt>
    <dgm:pt modelId="{1A647BAE-344F-41C0-83AF-2C210B0FC84A}" type="parTrans" cxnId="{2D4DCD2D-2335-41D4-8059-BA64426B94AC}">
      <dgm:prSet/>
      <dgm:spPr/>
      <dgm:t>
        <a:bodyPr/>
        <a:lstStyle/>
        <a:p>
          <a:endParaRPr lang="en-PK"/>
        </a:p>
      </dgm:t>
    </dgm:pt>
    <dgm:pt modelId="{AAC77DF4-E735-4F30-AEC7-BFF63F322A87}" type="sibTrans" cxnId="{2D4DCD2D-2335-41D4-8059-BA64426B94AC}">
      <dgm:prSet/>
      <dgm:spPr/>
      <dgm:t>
        <a:bodyPr/>
        <a:lstStyle/>
        <a:p>
          <a:endParaRPr lang="en-PK"/>
        </a:p>
      </dgm:t>
    </dgm:pt>
    <dgm:pt modelId="{B603D1AB-99A7-462E-9023-F5459130C260}">
      <dgm:prSet custT="1"/>
      <dgm:spPr>
        <a:solidFill>
          <a:schemeClr val="accent4">
            <a:lumMod val="75000"/>
          </a:schemeClr>
        </a:solidFill>
      </dgm:spPr>
      <dgm:t>
        <a:bodyPr/>
        <a:lstStyle/>
        <a:p>
          <a:pPr algn="ctr"/>
          <a:r>
            <a:rPr lang="en-US" altLang="en-PK" sz="2000" kern="1200" dirty="0">
              <a:latin typeface="Arial" panose="020B0604020202020204" pitchFamily="34" charset="0"/>
              <a:cs typeface="Arial" panose="020B0604020202020204" pitchFamily="34" charset="0"/>
            </a:rPr>
            <a:t>The corresponding speedup of this formulation is</a:t>
          </a:r>
          <a:br>
            <a:rPr lang="en-US" altLang="en-PK" sz="2000" kern="1200" dirty="0">
              <a:latin typeface="Arial" panose="020B0604020202020204" pitchFamily="34" charset="0"/>
              <a:cs typeface="Arial" panose="020B0604020202020204" pitchFamily="34" charset="0"/>
            </a:rPr>
          </a:br>
          <a:r>
            <a:rPr lang="en-US" altLang="en-PK" sz="2000" kern="1200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US" altLang="en-PK" sz="2000" b="1" i="1" kern="1200" dirty="0">
              <a:latin typeface="Arial" panose="020B0604020202020204" pitchFamily="34" charset="0"/>
              <a:cs typeface="Arial" panose="020B0604020202020204" pitchFamily="34" charset="0"/>
            </a:rPr>
            <a:t>p</a:t>
          </a:r>
          <a:r>
            <a:rPr lang="en-US" altLang="en-PK" sz="2000" kern="1200" dirty="0">
              <a:latin typeface="Arial" panose="020B0604020202020204" pitchFamily="34" charset="0"/>
              <a:cs typeface="Arial" panose="020B0604020202020204" pitchFamily="34" charset="0"/>
            </a:rPr>
            <a:t> / </a:t>
          </a:r>
          <a:r>
            <a:rPr lang="en-US" altLang="en-PK" sz="2000" b="1" kern="1200" dirty="0">
              <a:latin typeface="Arial" panose="020B0604020202020204" pitchFamily="34" charset="0"/>
              <a:cs typeface="Arial" panose="020B0604020202020204" pitchFamily="34" charset="0"/>
            </a:rPr>
            <a:t>log </a:t>
          </a:r>
          <a:r>
            <a:rPr lang="en-US" altLang="en-PK" sz="2000" b="1" i="1" kern="1200" dirty="0">
              <a:latin typeface="Arial" panose="020B0604020202020204" pitchFamily="34" charset="0"/>
              <a:cs typeface="Arial" panose="020B0604020202020204" pitchFamily="34" charset="0"/>
            </a:rPr>
            <a:t>n</a:t>
          </a:r>
          <a:r>
            <a:rPr lang="en-US" altLang="en-PK" sz="2000" kern="1200" dirty="0">
              <a:latin typeface="Arial" panose="020B0604020202020204" pitchFamily="34" charset="0"/>
              <a:cs typeface="Arial" panose="020B0604020202020204" pitchFamily="34" charset="0"/>
            </a:rPr>
            <a:t>. </a:t>
          </a:r>
          <a:endParaRPr lang="en-US" sz="2000" kern="1200" dirty="0">
            <a:solidFill>
              <a:srgbClr val="FFFFFF"/>
            </a:solidFill>
            <a:latin typeface="Arial" panose="020B0604020202020204" pitchFamily="34" charset="0"/>
            <a:ea typeface="+mn-ea"/>
            <a:cs typeface="Arial" panose="020B0604020202020204" pitchFamily="34" charset="0"/>
          </a:endParaRPr>
        </a:p>
      </dgm:t>
    </dgm:pt>
    <dgm:pt modelId="{DF3130DC-D366-4EBE-92D9-472FBB26A09A}" type="parTrans" cxnId="{86896F84-6E1F-447F-96FE-65923F36DE72}">
      <dgm:prSet/>
      <dgm:spPr/>
      <dgm:t>
        <a:bodyPr/>
        <a:lstStyle/>
        <a:p>
          <a:endParaRPr lang="en-PK"/>
        </a:p>
      </dgm:t>
    </dgm:pt>
    <dgm:pt modelId="{AF7F0699-72AE-4486-B719-DD43A09C0504}" type="sibTrans" cxnId="{86896F84-6E1F-447F-96FE-65923F36DE72}">
      <dgm:prSet/>
      <dgm:spPr/>
      <dgm:t>
        <a:bodyPr/>
        <a:lstStyle/>
        <a:p>
          <a:endParaRPr lang="en-PK"/>
        </a:p>
      </dgm:t>
    </dgm:pt>
    <dgm:pt modelId="{51BDA68E-DEF0-4984-AD7A-9A1FEAE2F21C}" type="pres">
      <dgm:prSet presAssocID="{013D65E9-D98E-4B35-B119-F6B16588C554}" presName="outerComposite" presStyleCnt="0">
        <dgm:presLayoutVars>
          <dgm:chMax val="5"/>
          <dgm:dir/>
          <dgm:resizeHandles val="exact"/>
        </dgm:presLayoutVars>
      </dgm:prSet>
      <dgm:spPr/>
    </dgm:pt>
    <dgm:pt modelId="{9A837A0D-B646-411D-B192-563114F4F549}" type="pres">
      <dgm:prSet presAssocID="{013D65E9-D98E-4B35-B119-F6B16588C554}" presName="dummyMaxCanvas" presStyleCnt="0">
        <dgm:presLayoutVars/>
      </dgm:prSet>
      <dgm:spPr/>
    </dgm:pt>
    <dgm:pt modelId="{AF27DDE4-0AB4-4D4F-AF71-82408EFC306C}" type="pres">
      <dgm:prSet presAssocID="{013D65E9-D98E-4B35-B119-F6B16588C554}" presName="ThreeNodes_1" presStyleLbl="node1" presStyleIdx="0" presStyleCnt="3">
        <dgm:presLayoutVars>
          <dgm:bulletEnabled val="1"/>
        </dgm:presLayoutVars>
      </dgm:prSet>
      <dgm:spPr/>
    </dgm:pt>
    <dgm:pt modelId="{AE3DE55F-76C6-4C29-8560-10C3E169780F}" type="pres">
      <dgm:prSet presAssocID="{013D65E9-D98E-4B35-B119-F6B16588C554}" presName="ThreeNodes_2" presStyleLbl="node1" presStyleIdx="1" presStyleCnt="3">
        <dgm:presLayoutVars>
          <dgm:bulletEnabled val="1"/>
        </dgm:presLayoutVars>
      </dgm:prSet>
      <dgm:spPr/>
    </dgm:pt>
    <dgm:pt modelId="{77A98B34-CD64-4B4B-A764-AC7CFC0855C0}" type="pres">
      <dgm:prSet presAssocID="{013D65E9-D98E-4B35-B119-F6B16588C554}" presName="ThreeNodes_3" presStyleLbl="node1" presStyleIdx="2" presStyleCnt="3">
        <dgm:presLayoutVars>
          <dgm:bulletEnabled val="1"/>
        </dgm:presLayoutVars>
      </dgm:prSet>
      <dgm:spPr/>
    </dgm:pt>
    <dgm:pt modelId="{FACED3BE-50D2-452F-B0E4-DA6E569D92F4}" type="pres">
      <dgm:prSet presAssocID="{013D65E9-D98E-4B35-B119-F6B16588C554}" presName="ThreeConn_1-2" presStyleLbl="fgAccFollowNode1" presStyleIdx="0" presStyleCnt="2">
        <dgm:presLayoutVars>
          <dgm:bulletEnabled val="1"/>
        </dgm:presLayoutVars>
      </dgm:prSet>
      <dgm:spPr/>
    </dgm:pt>
    <dgm:pt modelId="{1F0E1E20-1D53-458C-8BBA-8AF9AC77E21B}" type="pres">
      <dgm:prSet presAssocID="{013D65E9-D98E-4B35-B119-F6B16588C554}" presName="ThreeConn_2-3" presStyleLbl="fgAccFollowNode1" presStyleIdx="1" presStyleCnt="2">
        <dgm:presLayoutVars>
          <dgm:bulletEnabled val="1"/>
        </dgm:presLayoutVars>
      </dgm:prSet>
      <dgm:spPr/>
    </dgm:pt>
    <dgm:pt modelId="{9E08B368-86FD-4C99-9E71-F3B52B07430A}" type="pres">
      <dgm:prSet presAssocID="{013D65E9-D98E-4B35-B119-F6B16588C554}" presName="ThreeNodes_1_text" presStyleLbl="node1" presStyleIdx="2" presStyleCnt="3">
        <dgm:presLayoutVars>
          <dgm:bulletEnabled val="1"/>
        </dgm:presLayoutVars>
      </dgm:prSet>
      <dgm:spPr/>
    </dgm:pt>
    <dgm:pt modelId="{50F8EADB-F6AB-491D-8F4A-F6CDA0A160A9}" type="pres">
      <dgm:prSet presAssocID="{013D65E9-D98E-4B35-B119-F6B16588C554}" presName="ThreeNodes_2_text" presStyleLbl="node1" presStyleIdx="2" presStyleCnt="3">
        <dgm:presLayoutVars>
          <dgm:bulletEnabled val="1"/>
        </dgm:presLayoutVars>
      </dgm:prSet>
      <dgm:spPr/>
    </dgm:pt>
    <dgm:pt modelId="{BA86D241-452F-43BC-B14B-3F5B25E783C3}" type="pres">
      <dgm:prSet presAssocID="{013D65E9-D98E-4B35-B119-F6B16588C554}" presName="ThreeNodes_3_text" presStyleLbl="node1" presStyleIdx="2" presStyleCnt="3">
        <dgm:presLayoutVars>
          <dgm:bulletEnabled val="1"/>
        </dgm:presLayoutVars>
      </dgm:prSet>
      <dgm:spPr/>
    </dgm:pt>
  </dgm:ptLst>
  <dgm:cxnLst>
    <dgm:cxn modelId="{3AC85B19-59CC-439A-8C02-4579FD806783}" type="presOf" srcId="{CEB0C370-E326-4568-B691-0E8D5C1D5F78}" destId="{9E08B368-86FD-4C99-9E71-F3B52B07430A}" srcOrd="1" destOrd="0" presId="urn:microsoft.com/office/officeart/2005/8/layout/vProcess5"/>
    <dgm:cxn modelId="{535CB82A-A49E-4899-9E71-9AE6E1994C56}" type="presOf" srcId="{14228461-6FEA-4959-8FD8-BCBFB10748D8}" destId="{BA86D241-452F-43BC-B14B-3F5B25E783C3}" srcOrd="1" destOrd="0" presId="urn:microsoft.com/office/officeart/2005/8/layout/vProcess5"/>
    <dgm:cxn modelId="{7B6D0F2B-7CC2-4F10-A74A-D0EE4B921A4D}" type="presOf" srcId="{CEB0C370-E326-4568-B691-0E8D5C1D5F78}" destId="{AF27DDE4-0AB4-4D4F-AF71-82408EFC306C}" srcOrd="0" destOrd="0" presId="urn:microsoft.com/office/officeart/2005/8/layout/vProcess5"/>
    <dgm:cxn modelId="{2D4DCD2D-2335-41D4-8059-BA64426B94AC}" srcId="{013D65E9-D98E-4B35-B119-F6B16588C554}" destId="{CEB0C370-E326-4568-B691-0E8D5C1D5F78}" srcOrd="0" destOrd="0" parTransId="{1A647BAE-344F-41C0-83AF-2C210B0FC84A}" sibTransId="{AAC77DF4-E735-4F30-AEC7-BFF63F322A87}"/>
    <dgm:cxn modelId="{F090102E-04B6-4C03-81DD-89F7F5E6BEEE}" type="presOf" srcId="{AF7F0699-72AE-4486-B719-DD43A09C0504}" destId="{1F0E1E20-1D53-458C-8BBA-8AF9AC77E21B}" srcOrd="0" destOrd="0" presId="urn:microsoft.com/office/officeart/2005/8/layout/vProcess5"/>
    <dgm:cxn modelId="{63C2CF2E-46F7-4DAB-B7D9-B881AE9D0293}" type="presOf" srcId="{B603D1AB-99A7-462E-9023-F5459130C260}" destId="{50F8EADB-F6AB-491D-8F4A-F6CDA0A160A9}" srcOrd="1" destOrd="0" presId="urn:microsoft.com/office/officeart/2005/8/layout/vProcess5"/>
    <dgm:cxn modelId="{4786EC36-3F08-4D73-8F3D-FBC51EF2FDA9}" srcId="{013D65E9-D98E-4B35-B119-F6B16588C554}" destId="{14228461-6FEA-4959-8FD8-BCBFB10748D8}" srcOrd="2" destOrd="0" parTransId="{A53C8E23-01A4-4483-94BD-C5BDBF6CCE54}" sibTransId="{900AEE4F-6D15-4B3D-BEBA-FB895B43DAD6}"/>
    <dgm:cxn modelId="{2C0B3D38-3F33-47CB-95FE-60F3FEE6F1AF}" type="presOf" srcId="{013D65E9-D98E-4B35-B119-F6B16588C554}" destId="{51BDA68E-DEF0-4984-AD7A-9A1FEAE2F21C}" srcOrd="0" destOrd="0" presId="urn:microsoft.com/office/officeart/2005/8/layout/vProcess5"/>
    <dgm:cxn modelId="{AD243456-7AE0-4201-AC74-CD60F3FF178E}" type="presOf" srcId="{B603D1AB-99A7-462E-9023-F5459130C260}" destId="{AE3DE55F-76C6-4C29-8560-10C3E169780F}" srcOrd="0" destOrd="0" presId="urn:microsoft.com/office/officeart/2005/8/layout/vProcess5"/>
    <dgm:cxn modelId="{F5643E5A-D143-4577-B1CA-9AC0A3EE9A1D}" type="presOf" srcId="{AAC77DF4-E735-4F30-AEC7-BFF63F322A87}" destId="{FACED3BE-50D2-452F-B0E4-DA6E569D92F4}" srcOrd="0" destOrd="0" presId="urn:microsoft.com/office/officeart/2005/8/layout/vProcess5"/>
    <dgm:cxn modelId="{86896F84-6E1F-447F-96FE-65923F36DE72}" srcId="{013D65E9-D98E-4B35-B119-F6B16588C554}" destId="{B603D1AB-99A7-462E-9023-F5459130C260}" srcOrd="1" destOrd="0" parTransId="{DF3130DC-D366-4EBE-92D9-472FBB26A09A}" sibTransId="{AF7F0699-72AE-4486-B719-DD43A09C0504}"/>
    <dgm:cxn modelId="{A4C40CDD-1CA2-4506-8D68-ACE7F5D9B952}" type="presOf" srcId="{14228461-6FEA-4959-8FD8-BCBFB10748D8}" destId="{77A98B34-CD64-4B4B-A764-AC7CFC0855C0}" srcOrd="0" destOrd="0" presId="urn:microsoft.com/office/officeart/2005/8/layout/vProcess5"/>
    <dgm:cxn modelId="{F6F79D7B-627B-4136-AE17-B7108F1D22B9}" type="presParOf" srcId="{51BDA68E-DEF0-4984-AD7A-9A1FEAE2F21C}" destId="{9A837A0D-B646-411D-B192-563114F4F549}" srcOrd="0" destOrd="0" presId="urn:microsoft.com/office/officeart/2005/8/layout/vProcess5"/>
    <dgm:cxn modelId="{E3FB6076-1E73-48AD-8B44-35A77567C216}" type="presParOf" srcId="{51BDA68E-DEF0-4984-AD7A-9A1FEAE2F21C}" destId="{AF27DDE4-0AB4-4D4F-AF71-82408EFC306C}" srcOrd="1" destOrd="0" presId="urn:microsoft.com/office/officeart/2005/8/layout/vProcess5"/>
    <dgm:cxn modelId="{3E522EF8-2CBC-45CE-917B-14061EE36B4E}" type="presParOf" srcId="{51BDA68E-DEF0-4984-AD7A-9A1FEAE2F21C}" destId="{AE3DE55F-76C6-4C29-8560-10C3E169780F}" srcOrd="2" destOrd="0" presId="urn:microsoft.com/office/officeart/2005/8/layout/vProcess5"/>
    <dgm:cxn modelId="{8101654C-0A82-4FFD-A9E4-F91378728AAD}" type="presParOf" srcId="{51BDA68E-DEF0-4984-AD7A-9A1FEAE2F21C}" destId="{77A98B34-CD64-4B4B-A764-AC7CFC0855C0}" srcOrd="3" destOrd="0" presId="urn:microsoft.com/office/officeart/2005/8/layout/vProcess5"/>
    <dgm:cxn modelId="{D8C820CE-EDA9-43AF-956F-0DAA67947029}" type="presParOf" srcId="{51BDA68E-DEF0-4984-AD7A-9A1FEAE2F21C}" destId="{FACED3BE-50D2-452F-B0E4-DA6E569D92F4}" srcOrd="4" destOrd="0" presId="urn:microsoft.com/office/officeart/2005/8/layout/vProcess5"/>
    <dgm:cxn modelId="{1F387BE8-0F17-41C8-B0C2-666561F224A7}" type="presParOf" srcId="{51BDA68E-DEF0-4984-AD7A-9A1FEAE2F21C}" destId="{1F0E1E20-1D53-458C-8BBA-8AF9AC77E21B}" srcOrd="5" destOrd="0" presId="urn:microsoft.com/office/officeart/2005/8/layout/vProcess5"/>
    <dgm:cxn modelId="{D9431E13-102E-4072-BCE8-534073A78162}" type="presParOf" srcId="{51BDA68E-DEF0-4984-AD7A-9A1FEAE2F21C}" destId="{9E08B368-86FD-4C99-9E71-F3B52B07430A}" srcOrd="6" destOrd="0" presId="urn:microsoft.com/office/officeart/2005/8/layout/vProcess5"/>
    <dgm:cxn modelId="{7935A57E-CC2F-4330-AF18-D4F2D11851BE}" type="presParOf" srcId="{51BDA68E-DEF0-4984-AD7A-9A1FEAE2F21C}" destId="{50F8EADB-F6AB-491D-8F4A-F6CDA0A160A9}" srcOrd="7" destOrd="0" presId="urn:microsoft.com/office/officeart/2005/8/layout/vProcess5"/>
    <dgm:cxn modelId="{A3F4A532-9E5D-41F5-A1E9-094AAC1C761B}" type="presParOf" srcId="{51BDA68E-DEF0-4984-AD7A-9A1FEAE2F21C}" destId="{BA86D241-452F-43BC-B14B-3F5B25E783C3}" srcOrd="8" destOrd="0" presId="urn:microsoft.com/office/officeart/2005/8/layout/vProcess5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26.xml><?xml version="1.0" encoding="utf-8"?>
<dgm:dataModel xmlns:dgm="http://schemas.openxmlformats.org/drawingml/2006/diagram" xmlns:a="http://schemas.openxmlformats.org/drawingml/2006/main">
  <dgm:ptLst>
    <dgm:pt modelId="{AC605FAC-F4E1-443B-91BE-22C6277E36A9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ED44C359-7308-4379-89E9-19E66492F1E3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2000" kern="1200" dirty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</a:rPr>
            <a:t>The effect of Granularity on Performance.</a:t>
          </a:r>
        </a:p>
      </dgm:t>
    </dgm:pt>
    <dgm:pt modelId="{DDE39F89-4909-4F7C-B6EE-53FC58D6BFC9}" type="parTrans" cxnId="{5A7FBB75-A817-4E9D-AEC2-DB7B07048CA1}">
      <dgm:prSet/>
      <dgm:spPr/>
      <dgm:t>
        <a:bodyPr/>
        <a:lstStyle/>
        <a:p>
          <a:endParaRPr lang="en-US"/>
        </a:p>
      </dgm:t>
    </dgm:pt>
    <dgm:pt modelId="{C10B7116-E14F-4655-9E5A-B6D7DD37A5B9}" type="sibTrans" cxnId="{5A7FBB75-A817-4E9D-AEC2-DB7B07048CA1}">
      <dgm:prSet/>
      <dgm:spPr/>
      <dgm:t>
        <a:bodyPr/>
        <a:lstStyle/>
        <a:p>
          <a:endParaRPr lang="en-US"/>
        </a:p>
      </dgm:t>
    </dgm:pt>
    <dgm:pt modelId="{B52304F7-9CCF-4381-9DB7-D65E8FF69D98}">
      <dgm:prSet custT="1"/>
      <dgm:spPr/>
      <dgm:t>
        <a:bodyPr/>
        <a:lstStyle/>
        <a:p>
          <a:pPr algn="ctr">
            <a:lnSpc>
              <a:spcPct val="100000"/>
            </a:lnSpc>
          </a:pPr>
          <a:r>
            <a:rPr lang="en-US" sz="2000" dirty="0">
              <a:latin typeface="Arial" panose="020B0604020202020204" pitchFamily="34" charset="0"/>
              <a:cs typeface="Arial" panose="020B0604020202020204" pitchFamily="34" charset="0"/>
            </a:rPr>
            <a:t>Introduction to Scalability of Parallel Systems</a:t>
          </a:r>
        </a:p>
      </dgm:t>
    </dgm:pt>
    <dgm:pt modelId="{5A3F200D-6884-4F08-B3E1-ED350FEF42E7}" type="parTrans" cxnId="{7D93A2FB-E493-4057-9321-1F6F3DDA93FB}">
      <dgm:prSet/>
      <dgm:spPr/>
      <dgm:t>
        <a:bodyPr/>
        <a:lstStyle/>
        <a:p>
          <a:endParaRPr lang="en-US"/>
        </a:p>
      </dgm:t>
    </dgm:pt>
    <dgm:pt modelId="{3B0ED119-AD1B-484D-96A0-C81E45281368}" type="sibTrans" cxnId="{7D93A2FB-E493-4057-9321-1F6F3DDA93FB}">
      <dgm:prSet/>
      <dgm:spPr/>
      <dgm:t>
        <a:bodyPr/>
        <a:lstStyle/>
        <a:p>
          <a:endParaRPr lang="en-US"/>
        </a:p>
      </dgm:t>
    </dgm:pt>
    <dgm:pt modelId="{2EEBCB3C-8C6B-4812-B778-E910D6DF6857}">
      <dgm:prSet phldrT="[Text]" custT="1"/>
      <dgm:spPr/>
      <dgm:t>
        <a:bodyPr/>
        <a:lstStyle/>
        <a:p>
          <a:pPr marL="0" lvl="0" indent="0" algn="l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</a:rPr>
            <a:t>Scaling Characteristics</a:t>
          </a:r>
          <a:endParaRPr lang="x-none" sz="2000" kern="1200" dirty="0">
            <a:solidFill>
              <a:srgbClr val="000000">
                <a:hueOff val="0"/>
                <a:satOff val="0"/>
                <a:lumOff val="0"/>
                <a:alphaOff val="0"/>
              </a:srgbClr>
            </a:solidFill>
            <a:latin typeface="Arial" panose="020B0604020202020204" pitchFamily="34" charset="0"/>
            <a:ea typeface="+mn-ea"/>
            <a:cs typeface="Arial" panose="020B0604020202020204" pitchFamily="34" charset="0"/>
          </a:endParaRPr>
        </a:p>
      </dgm:t>
    </dgm:pt>
    <dgm:pt modelId="{4E72D2DC-29A6-4998-82B1-6FD11BB244E0}" type="parTrans" cxnId="{5695E2C6-26B0-4B19-AA8D-5E810CA4B9BE}">
      <dgm:prSet/>
      <dgm:spPr/>
      <dgm:t>
        <a:bodyPr/>
        <a:lstStyle/>
        <a:p>
          <a:endParaRPr lang="x-none"/>
        </a:p>
      </dgm:t>
    </dgm:pt>
    <dgm:pt modelId="{79A6D865-DD4F-4C83-A868-2D85A3E5127D}" type="sibTrans" cxnId="{5695E2C6-26B0-4B19-AA8D-5E810CA4B9BE}">
      <dgm:prSet/>
      <dgm:spPr/>
      <dgm:t>
        <a:bodyPr/>
        <a:lstStyle/>
        <a:p>
          <a:endParaRPr lang="x-none"/>
        </a:p>
      </dgm:t>
    </dgm:pt>
    <dgm:pt modelId="{203A11AC-6691-4719-A18C-2D6C7EA9F1B7}" type="pres">
      <dgm:prSet presAssocID="{AC605FAC-F4E1-443B-91BE-22C6277E36A9}" presName="root" presStyleCnt="0">
        <dgm:presLayoutVars>
          <dgm:dir/>
          <dgm:resizeHandles val="exact"/>
        </dgm:presLayoutVars>
      </dgm:prSet>
      <dgm:spPr/>
    </dgm:pt>
    <dgm:pt modelId="{600634BA-D74A-488D-87C2-97828914D25B}" type="pres">
      <dgm:prSet presAssocID="{ED44C359-7308-4379-89E9-19E66492F1E3}" presName="compNode" presStyleCnt="0"/>
      <dgm:spPr/>
    </dgm:pt>
    <dgm:pt modelId="{27611441-5FC4-4BBA-AB94-233AC5382243}" type="pres">
      <dgm:prSet presAssocID="{ED44C359-7308-4379-89E9-19E66492F1E3}" presName="bgRect" presStyleLbl="bgShp" presStyleIdx="0" presStyleCnt="3"/>
      <dgm:spPr/>
    </dgm:pt>
    <dgm:pt modelId="{C11A7D35-1FE6-446D-AE68-CDC0EA75C5EF}" type="pres">
      <dgm:prSet presAssocID="{ED44C359-7308-4379-89E9-19E66492F1E3}" presName="iconRect" presStyleLbl="node1" presStyleIdx="0" presStyleCnt="3"/>
      <dgm:spPr>
        <a:blipFill>
          <a:blip xmlns:r="http://schemas.openxmlformats.org/officeDocument/2006/relationships" r:embed="rId1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alculator"/>
        </a:ext>
      </dgm:extLst>
    </dgm:pt>
    <dgm:pt modelId="{1E29CDAF-1E44-40CB-AADF-4B80555EE7A7}" type="pres">
      <dgm:prSet presAssocID="{ED44C359-7308-4379-89E9-19E66492F1E3}" presName="spaceRect" presStyleCnt="0"/>
      <dgm:spPr/>
    </dgm:pt>
    <dgm:pt modelId="{439E4229-80E6-49FA-AC66-32D790A69D10}" type="pres">
      <dgm:prSet presAssocID="{ED44C359-7308-4379-89E9-19E66492F1E3}" presName="parTx" presStyleLbl="revTx" presStyleIdx="0" presStyleCnt="3">
        <dgm:presLayoutVars>
          <dgm:chMax val="0"/>
          <dgm:chPref val="0"/>
        </dgm:presLayoutVars>
      </dgm:prSet>
      <dgm:spPr/>
    </dgm:pt>
    <dgm:pt modelId="{8618AEF0-E25F-4BEF-A69C-DFE10F40ECD4}" type="pres">
      <dgm:prSet presAssocID="{C10B7116-E14F-4655-9E5A-B6D7DD37A5B9}" presName="sibTrans" presStyleCnt="0"/>
      <dgm:spPr/>
    </dgm:pt>
    <dgm:pt modelId="{2B88366C-3DD7-4316-A04C-3130D68EB710}" type="pres">
      <dgm:prSet presAssocID="{B52304F7-9CCF-4381-9DB7-D65E8FF69D98}" presName="compNode" presStyleCnt="0"/>
      <dgm:spPr/>
    </dgm:pt>
    <dgm:pt modelId="{D75562AD-F78D-4876-92B4-3DD0643FB177}" type="pres">
      <dgm:prSet presAssocID="{B52304F7-9CCF-4381-9DB7-D65E8FF69D98}" presName="bgRect" presStyleLbl="bgShp" presStyleIdx="1" presStyleCnt="3" custLinFactNeighborX="1406" custLinFactNeighborY="3433"/>
      <dgm:spPr/>
    </dgm:pt>
    <dgm:pt modelId="{3807B6D7-BF48-4FDE-BD86-4D161441F3BF}" type="pres">
      <dgm:prSet presAssocID="{B52304F7-9CCF-4381-9DB7-D65E8FF69D98}" presName="iconRect" presStyleLbl="node1" presStyleIdx="1" presStyleCnt="3"/>
      <dgm:spPr>
        <a:blipFill>
          <a:blip xmlns:r="http://schemas.openxmlformats.org/officeDocument/2006/relationships"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loud Computing"/>
        </a:ext>
      </dgm:extLst>
    </dgm:pt>
    <dgm:pt modelId="{07149938-3981-4A58-80D9-196D21EBC8A9}" type="pres">
      <dgm:prSet presAssocID="{B52304F7-9CCF-4381-9DB7-D65E8FF69D98}" presName="spaceRect" presStyleCnt="0"/>
      <dgm:spPr/>
    </dgm:pt>
    <dgm:pt modelId="{17273AB3-1C10-4C7C-8AEC-2DC6562CD53E}" type="pres">
      <dgm:prSet presAssocID="{B52304F7-9CCF-4381-9DB7-D65E8FF69D98}" presName="parTx" presStyleLbl="revTx" presStyleIdx="1" presStyleCnt="3">
        <dgm:presLayoutVars>
          <dgm:chMax val="0"/>
          <dgm:chPref val="0"/>
        </dgm:presLayoutVars>
      </dgm:prSet>
      <dgm:spPr/>
    </dgm:pt>
    <dgm:pt modelId="{EE721F33-0899-4813-A67D-E063994ECDD7}" type="pres">
      <dgm:prSet presAssocID="{3B0ED119-AD1B-484D-96A0-C81E45281368}" presName="sibTrans" presStyleCnt="0"/>
      <dgm:spPr/>
    </dgm:pt>
    <dgm:pt modelId="{940F4C96-198B-4852-B956-9DAE29C4A8F8}" type="pres">
      <dgm:prSet presAssocID="{2EEBCB3C-8C6B-4812-B778-E910D6DF6857}" presName="compNode" presStyleCnt="0"/>
      <dgm:spPr/>
    </dgm:pt>
    <dgm:pt modelId="{E68D7556-FA9D-40BF-837B-DC8297C2E485}" type="pres">
      <dgm:prSet presAssocID="{2EEBCB3C-8C6B-4812-B778-E910D6DF6857}" presName="bgRect" presStyleLbl="bgShp" presStyleIdx="2" presStyleCnt="3"/>
      <dgm:spPr/>
    </dgm:pt>
    <dgm:pt modelId="{7DF4B165-D0B4-4D80-A79C-5194E42AF925}" type="pres">
      <dgm:prSet presAssocID="{2EEBCB3C-8C6B-4812-B778-E910D6DF6857}" presName="iconRect" presStyleLbl="node1" presStyleIdx="2" presStyleCnt="3"/>
      <dgm:spPr>
        <a:blipFill>
          <a:blip xmlns:r="http://schemas.openxmlformats.org/officeDocument/2006/relationships" r:embed="rId5"/>
          <a:srcRect/>
          <a:stretch>
            <a:fillRect l="-19000" r="-19000"/>
          </a:stretch>
        </a:blipFill>
        <a:ln>
          <a:noFill/>
        </a:ln>
      </dgm:spPr>
    </dgm:pt>
    <dgm:pt modelId="{934A6FEE-4B6F-489A-94FE-13D7E9F484A8}" type="pres">
      <dgm:prSet presAssocID="{2EEBCB3C-8C6B-4812-B778-E910D6DF6857}" presName="spaceRect" presStyleCnt="0"/>
      <dgm:spPr/>
    </dgm:pt>
    <dgm:pt modelId="{552C7AEC-554D-47FD-98FE-7ECA2F37F63A}" type="pres">
      <dgm:prSet presAssocID="{2EEBCB3C-8C6B-4812-B778-E910D6DF6857}" presName="parTx" presStyleLbl="revTx" presStyleIdx="2" presStyleCnt="3" custLinFactNeighborY="-775">
        <dgm:presLayoutVars>
          <dgm:chMax val="0"/>
          <dgm:chPref val="0"/>
        </dgm:presLayoutVars>
      </dgm:prSet>
      <dgm:spPr/>
    </dgm:pt>
  </dgm:ptLst>
  <dgm:cxnLst>
    <dgm:cxn modelId="{5A7FBB75-A817-4E9D-AEC2-DB7B07048CA1}" srcId="{AC605FAC-F4E1-443B-91BE-22C6277E36A9}" destId="{ED44C359-7308-4379-89E9-19E66492F1E3}" srcOrd="0" destOrd="0" parTransId="{DDE39F89-4909-4F7C-B6EE-53FC58D6BFC9}" sibTransId="{C10B7116-E14F-4655-9E5A-B6D7DD37A5B9}"/>
    <dgm:cxn modelId="{EC3A6D8C-FF5E-4705-AD3B-8C9EF9B23F68}" type="presOf" srcId="{AC605FAC-F4E1-443B-91BE-22C6277E36A9}" destId="{203A11AC-6691-4719-A18C-2D6C7EA9F1B7}" srcOrd="0" destOrd="0" presId="urn:microsoft.com/office/officeart/2018/2/layout/IconVerticalSolidList"/>
    <dgm:cxn modelId="{A2970DAF-0E00-428A-8D34-96FF5861B585}" type="presOf" srcId="{2EEBCB3C-8C6B-4812-B778-E910D6DF6857}" destId="{552C7AEC-554D-47FD-98FE-7ECA2F37F63A}" srcOrd="0" destOrd="0" presId="urn:microsoft.com/office/officeart/2018/2/layout/IconVerticalSolidList"/>
    <dgm:cxn modelId="{EA474EB2-2FA0-4EB5-B43B-96F69CF80FDF}" type="presOf" srcId="{B52304F7-9CCF-4381-9DB7-D65E8FF69D98}" destId="{17273AB3-1C10-4C7C-8AEC-2DC6562CD53E}" srcOrd="0" destOrd="0" presId="urn:microsoft.com/office/officeart/2018/2/layout/IconVerticalSolidList"/>
    <dgm:cxn modelId="{5695E2C6-26B0-4B19-AA8D-5E810CA4B9BE}" srcId="{AC605FAC-F4E1-443B-91BE-22C6277E36A9}" destId="{2EEBCB3C-8C6B-4812-B778-E910D6DF6857}" srcOrd="2" destOrd="0" parTransId="{4E72D2DC-29A6-4998-82B1-6FD11BB244E0}" sibTransId="{79A6D865-DD4F-4C83-A868-2D85A3E5127D}"/>
    <dgm:cxn modelId="{7D93A2FB-E493-4057-9321-1F6F3DDA93FB}" srcId="{AC605FAC-F4E1-443B-91BE-22C6277E36A9}" destId="{B52304F7-9CCF-4381-9DB7-D65E8FF69D98}" srcOrd="1" destOrd="0" parTransId="{5A3F200D-6884-4F08-B3E1-ED350FEF42E7}" sibTransId="{3B0ED119-AD1B-484D-96A0-C81E45281368}"/>
    <dgm:cxn modelId="{B2B632FF-2735-4994-8822-858116B0A752}" type="presOf" srcId="{ED44C359-7308-4379-89E9-19E66492F1E3}" destId="{439E4229-80E6-49FA-AC66-32D790A69D10}" srcOrd="0" destOrd="0" presId="urn:microsoft.com/office/officeart/2018/2/layout/IconVerticalSolidList"/>
    <dgm:cxn modelId="{AAD0D948-0EFF-4B90-9F03-4B7F786F9A47}" type="presParOf" srcId="{203A11AC-6691-4719-A18C-2D6C7EA9F1B7}" destId="{600634BA-D74A-488D-87C2-97828914D25B}" srcOrd="0" destOrd="0" presId="urn:microsoft.com/office/officeart/2018/2/layout/IconVerticalSolidList"/>
    <dgm:cxn modelId="{F3D869F0-5B3A-470A-B684-2565F3A7987F}" type="presParOf" srcId="{600634BA-D74A-488D-87C2-97828914D25B}" destId="{27611441-5FC4-4BBA-AB94-233AC5382243}" srcOrd="0" destOrd="0" presId="urn:microsoft.com/office/officeart/2018/2/layout/IconVerticalSolidList"/>
    <dgm:cxn modelId="{5BA5ADD8-02C7-452C-BCDF-19BDA1F0B94D}" type="presParOf" srcId="{600634BA-D74A-488D-87C2-97828914D25B}" destId="{C11A7D35-1FE6-446D-AE68-CDC0EA75C5EF}" srcOrd="1" destOrd="0" presId="urn:microsoft.com/office/officeart/2018/2/layout/IconVerticalSolidList"/>
    <dgm:cxn modelId="{C127652F-989C-4112-82A7-2E03814BB3AD}" type="presParOf" srcId="{600634BA-D74A-488D-87C2-97828914D25B}" destId="{1E29CDAF-1E44-40CB-AADF-4B80555EE7A7}" srcOrd="2" destOrd="0" presId="urn:microsoft.com/office/officeart/2018/2/layout/IconVerticalSolidList"/>
    <dgm:cxn modelId="{D0FB2FCC-1D9A-4592-85F9-A92F9CF1A68C}" type="presParOf" srcId="{600634BA-D74A-488D-87C2-97828914D25B}" destId="{439E4229-80E6-49FA-AC66-32D790A69D10}" srcOrd="3" destOrd="0" presId="urn:microsoft.com/office/officeart/2018/2/layout/IconVerticalSolidList"/>
    <dgm:cxn modelId="{0785BBAD-7F37-43D2-8AA1-2BBFD54735DC}" type="presParOf" srcId="{203A11AC-6691-4719-A18C-2D6C7EA9F1B7}" destId="{8618AEF0-E25F-4BEF-A69C-DFE10F40ECD4}" srcOrd="1" destOrd="0" presId="urn:microsoft.com/office/officeart/2018/2/layout/IconVerticalSolidList"/>
    <dgm:cxn modelId="{0E7202EA-0A9A-4D44-BA99-A889DE4EB80F}" type="presParOf" srcId="{203A11AC-6691-4719-A18C-2D6C7EA9F1B7}" destId="{2B88366C-3DD7-4316-A04C-3130D68EB710}" srcOrd="2" destOrd="0" presId="urn:microsoft.com/office/officeart/2018/2/layout/IconVerticalSolidList"/>
    <dgm:cxn modelId="{517A2F4A-4697-4566-8D6B-41A3D9D6EC75}" type="presParOf" srcId="{2B88366C-3DD7-4316-A04C-3130D68EB710}" destId="{D75562AD-F78D-4876-92B4-3DD0643FB177}" srcOrd="0" destOrd="0" presId="urn:microsoft.com/office/officeart/2018/2/layout/IconVerticalSolidList"/>
    <dgm:cxn modelId="{57779C05-57C6-44B8-93EE-CACA27621853}" type="presParOf" srcId="{2B88366C-3DD7-4316-A04C-3130D68EB710}" destId="{3807B6D7-BF48-4FDE-BD86-4D161441F3BF}" srcOrd="1" destOrd="0" presId="urn:microsoft.com/office/officeart/2018/2/layout/IconVerticalSolidList"/>
    <dgm:cxn modelId="{4237C448-86CC-4DA7-AAAA-5B81A689F97F}" type="presParOf" srcId="{2B88366C-3DD7-4316-A04C-3130D68EB710}" destId="{07149938-3981-4A58-80D9-196D21EBC8A9}" srcOrd="2" destOrd="0" presId="urn:microsoft.com/office/officeart/2018/2/layout/IconVerticalSolidList"/>
    <dgm:cxn modelId="{340E6C38-EDD8-4385-BAA2-F752835D3561}" type="presParOf" srcId="{2B88366C-3DD7-4316-A04C-3130D68EB710}" destId="{17273AB3-1C10-4C7C-8AEC-2DC6562CD53E}" srcOrd="3" destOrd="0" presId="urn:microsoft.com/office/officeart/2018/2/layout/IconVerticalSolidList"/>
    <dgm:cxn modelId="{14B87152-DF31-4F34-8093-D0B3FCAB7901}" type="presParOf" srcId="{203A11AC-6691-4719-A18C-2D6C7EA9F1B7}" destId="{EE721F33-0899-4813-A67D-E063994ECDD7}" srcOrd="3" destOrd="0" presId="urn:microsoft.com/office/officeart/2018/2/layout/IconVerticalSolidList"/>
    <dgm:cxn modelId="{AB7A4CD2-2BF9-4F6B-A5F7-9EBA72ADE24C}" type="presParOf" srcId="{203A11AC-6691-4719-A18C-2D6C7EA9F1B7}" destId="{940F4C96-198B-4852-B956-9DAE29C4A8F8}" srcOrd="4" destOrd="0" presId="urn:microsoft.com/office/officeart/2018/2/layout/IconVerticalSolidList"/>
    <dgm:cxn modelId="{E06FB571-A175-4A75-B1BB-30BE7458053E}" type="presParOf" srcId="{940F4C96-198B-4852-B956-9DAE29C4A8F8}" destId="{E68D7556-FA9D-40BF-837B-DC8297C2E485}" srcOrd="0" destOrd="0" presId="urn:microsoft.com/office/officeart/2018/2/layout/IconVerticalSolidList"/>
    <dgm:cxn modelId="{45D54180-08F4-458B-9658-A88DE48C79B1}" type="presParOf" srcId="{940F4C96-198B-4852-B956-9DAE29C4A8F8}" destId="{7DF4B165-D0B4-4D80-A79C-5194E42AF925}" srcOrd="1" destOrd="0" presId="urn:microsoft.com/office/officeart/2018/2/layout/IconVerticalSolidList"/>
    <dgm:cxn modelId="{5D9AE475-F384-448D-B080-E09AF092FDEA}" type="presParOf" srcId="{940F4C96-198B-4852-B956-9DAE29C4A8F8}" destId="{934A6FEE-4B6F-489A-94FE-13D7E9F484A8}" srcOrd="2" destOrd="0" presId="urn:microsoft.com/office/officeart/2018/2/layout/IconVerticalSolidList"/>
    <dgm:cxn modelId="{2BE5EEEC-5BB2-412C-8335-B7A2F3418441}" type="presParOf" srcId="{940F4C96-198B-4852-B956-9DAE29C4A8F8}" destId="{552C7AEC-554D-47FD-98FE-7ECA2F37F63A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27.xml><?xml version="1.0" encoding="utf-8"?>
<dgm:dataModel xmlns:dgm="http://schemas.openxmlformats.org/drawingml/2006/diagram" xmlns:a="http://schemas.openxmlformats.org/drawingml/2006/main">
  <dgm:ptLst>
    <dgm:pt modelId="{ED3F1A89-BC85-4253-966C-7691B172F16B}" type="doc">
      <dgm:prSet loTypeId="urn:microsoft.com/office/officeart/2005/8/layout/process4" loCatId="process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A81C1329-B344-4E5A-9AEE-1B757B613B4D}">
      <dgm:prSet custT="1"/>
      <dgm:spPr/>
      <dgm:t>
        <a:bodyPr/>
        <a:lstStyle/>
        <a:p>
          <a:r>
            <a:rPr lang="en-US" altLang="en-PK" sz="2000" kern="1200" dirty="0"/>
            <a:t>Often, using fewer processors improves performance of parallel systems. </a:t>
          </a:r>
          <a:endParaRPr lang="en-US" sz="2000" kern="1200" dirty="0">
            <a:solidFill>
              <a:srgbClr val="FFFFFF"/>
            </a:solidFill>
            <a:latin typeface="Arial" panose="020B0604020202020204" pitchFamily="34" charset="0"/>
            <a:ea typeface="+mn-ea"/>
            <a:cs typeface="Arial" panose="020B0604020202020204" pitchFamily="34" charset="0"/>
          </a:endParaRPr>
        </a:p>
      </dgm:t>
    </dgm:pt>
    <dgm:pt modelId="{B33391AB-DB71-40D7-86F3-385E5740A321}" type="parTrans" cxnId="{FA119128-D452-41E2-9C6E-53C9ADAEBB6D}">
      <dgm:prSet/>
      <dgm:spPr/>
      <dgm:t>
        <a:bodyPr/>
        <a:lstStyle/>
        <a:p>
          <a:endParaRPr lang="en-US"/>
        </a:p>
      </dgm:t>
    </dgm:pt>
    <dgm:pt modelId="{830BC0B3-C352-4C9D-8CDA-36F8FD52D51E}" type="sibTrans" cxnId="{FA119128-D452-41E2-9C6E-53C9ADAEBB6D}">
      <dgm:prSet/>
      <dgm:spPr/>
      <dgm:t>
        <a:bodyPr/>
        <a:lstStyle/>
        <a:p>
          <a:endParaRPr lang="en-US"/>
        </a:p>
      </dgm:t>
    </dgm:pt>
    <dgm:pt modelId="{C7BD31F1-F07C-400E-84EB-6AD62D2729E9}">
      <dgm:prSet custT="1"/>
      <dgm:spPr/>
      <dgm:t>
        <a:bodyPr/>
        <a:lstStyle/>
        <a:p>
          <a:r>
            <a:rPr lang="en-US" altLang="en-PK" sz="2000" kern="1200" dirty="0"/>
            <a:t>Using fewer than the maximum possible number of processing elements to execute a parallel algorithm is called </a:t>
          </a:r>
          <a:r>
            <a:rPr lang="en-US" altLang="en-PK" sz="2000" i="1" kern="1200" dirty="0"/>
            <a:t>scaling down</a:t>
          </a:r>
          <a:r>
            <a:rPr lang="en-US" altLang="en-PK" sz="2000" kern="1200" dirty="0"/>
            <a:t> a parallel system. 	</a:t>
          </a:r>
          <a:endParaRPr lang="en-US" sz="2000" kern="1200" dirty="0">
            <a:solidFill>
              <a:srgbClr val="FFFFFF"/>
            </a:solidFill>
            <a:latin typeface="Arial" panose="020B0604020202020204" pitchFamily="34" charset="0"/>
            <a:ea typeface="+mn-ea"/>
            <a:cs typeface="Arial" panose="020B0604020202020204" pitchFamily="34" charset="0"/>
          </a:endParaRPr>
        </a:p>
      </dgm:t>
    </dgm:pt>
    <dgm:pt modelId="{9DCD4935-E66C-464A-B28A-DF8838CF5FBD}" type="parTrans" cxnId="{942A2152-9C57-46BD-B674-A911D839BB48}">
      <dgm:prSet/>
      <dgm:spPr/>
      <dgm:t>
        <a:bodyPr/>
        <a:lstStyle/>
        <a:p>
          <a:endParaRPr lang="en-US"/>
        </a:p>
      </dgm:t>
    </dgm:pt>
    <dgm:pt modelId="{A132BD8E-B995-4201-A70A-D10386287ED8}" type="sibTrans" cxnId="{942A2152-9C57-46BD-B674-A911D839BB48}">
      <dgm:prSet/>
      <dgm:spPr/>
      <dgm:t>
        <a:bodyPr/>
        <a:lstStyle/>
        <a:p>
          <a:endParaRPr lang="en-US"/>
        </a:p>
      </dgm:t>
    </dgm:pt>
    <dgm:pt modelId="{A13D41A9-423E-4218-A1D5-F6E5404F7FF9}">
      <dgm:prSet custT="1"/>
      <dgm:spPr/>
      <dgm:t>
        <a:bodyPr/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en-PK" sz="2000" kern="1200" dirty="0"/>
            <a:t>A naive way of scaling down is to think of each processor in the original case as a virtual processor and to assign virtual processors equally to scaled down processors. </a:t>
          </a:r>
          <a:endParaRPr lang="en-US" sz="2000" kern="1200" dirty="0">
            <a:solidFill>
              <a:srgbClr val="FFFFFF"/>
            </a:solidFill>
            <a:latin typeface="Arial" panose="020B0604020202020204" pitchFamily="34" charset="0"/>
            <a:ea typeface="+mn-ea"/>
            <a:cs typeface="Arial" panose="020B0604020202020204" pitchFamily="34" charset="0"/>
          </a:endParaRPr>
        </a:p>
      </dgm:t>
    </dgm:pt>
    <dgm:pt modelId="{6B4DF925-2FDF-486B-8B36-2275C15F3634}" type="parTrans" cxnId="{FBF04F38-3441-4E6C-AFB6-70A10CE76D6A}">
      <dgm:prSet/>
      <dgm:spPr/>
      <dgm:t>
        <a:bodyPr/>
        <a:lstStyle/>
        <a:p>
          <a:endParaRPr lang="en-US"/>
        </a:p>
      </dgm:t>
    </dgm:pt>
    <dgm:pt modelId="{D06D0E17-D81A-476A-A002-D66157174317}" type="sibTrans" cxnId="{FBF04F38-3441-4E6C-AFB6-70A10CE76D6A}">
      <dgm:prSet/>
      <dgm:spPr/>
      <dgm:t>
        <a:bodyPr/>
        <a:lstStyle/>
        <a:p>
          <a:endParaRPr lang="en-US"/>
        </a:p>
      </dgm:t>
    </dgm:pt>
    <dgm:pt modelId="{D45A85E9-E987-417E-BD41-751858389537}" type="pres">
      <dgm:prSet presAssocID="{ED3F1A89-BC85-4253-966C-7691B172F16B}" presName="Name0" presStyleCnt="0">
        <dgm:presLayoutVars>
          <dgm:dir/>
          <dgm:animLvl val="lvl"/>
          <dgm:resizeHandles val="exact"/>
        </dgm:presLayoutVars>
      </dgm:prSet>
      <dgm:spPr/>
    </dgm:pt>
    <dgm:pt modelId="{53E312F0-2FC9-4EBA-B302-B22552BF4971}" type="pres">
      <dgm:prSet presAssocID="{A13D41A9-423E-4218-A1D5-F6E5404F7FF9}" presName="boxAndChildren" presStyleCnt="0"/>
      <dgm:spPr/>
    </dgm:pt>
    <dgm:pt modelId="{0CBFF8DE-D616-4F6A-97D8-4332E60DA4E9}" type="pres">
      <dgm:prSet presAssocID="{A13D41A9-423E-4218-A1D5-F6E5404F7FF9}" presName="parentTextBox" presStyleLbl="node1" presStyleIdx="0" presStyleCnt="3"/>
      <dgm:spPr/>
    </dgm:pt>
    <dgm:pt modelId="{2CD74837-1C55-417D-8143-9591BE7910EE}" type="pres">
      <dgm:prSet presAssocID="{A132BD8E-B995-4201-A70A-D10386287ED8}" presName="sp" presStyleCnt="0"/>
      <dgm:spPr/>
    </dgm:pt>
    <dgm:pt modelId="{AC7B8C44-3C33-47A0-A7D0-1C7D6F5A2E4D}" type="pres">
      <dgm:prSet presAssocID="{C7BD31F1-F07C-400E-84EB-6AD62D2729E9}" presName="arrowAndChildren" presStyleCnt="0"/>
      <dgm:spPr/>
    </dgm:pt>
    <dgm:pt modelId="{B037029F-467A-4175-ACCD-5BB0BAD5F108}" type="pres">
      <dgm:prSet presAssocID="{C7BD31F1-F07C-400E-84EB-6AD62D2729E9}" presName="parentTextArrow" presStyleLbl="node1" presStyleIdx="1" presStyleCnt="3" custScaleY="105379"/>
      <dgm:spPr/>
    </dgm:pt>
    <dgm:pt modelId="{465EC2C6-C5F3-42BB-B040-B92617C02F61}" type="pres">
      <dgm:prSet presAssocID="{830BC0B3-C352-4C9D-8CDA-36F8FD52D51E}" presName="sp" presStyleCnt="0"/>
      <dgm:spPr/>
    </dgm:pt>
    <dgm:pt modelId="{0620A790-EBB2-4DC4-8333-804850CBED30}" type="pres">
      <dgm:prSet presAssocID="{A81C1329-B344-4E5A-9AEE-1B757B613B4D}" presName="arrowAndChildren" presStyleCnt="0"/>
      <dgm:spPr/>
    </dgm:pt>
    <dgm:pt modelId="{91A80EC5-5433-486D-A2A1-39BF10E8DFEC}" type="pres">
      <dgm:prSet presAssocID="{A81C1329-B344-4E5A-9AEE-1B757B613B4D}" presName="parentTextArrow" presStyleLbl="node1" presStyleIdx="2" presStyleCnt="3" custScaleY="86560"/>
      <dgm:spPr/>
    </dgm:pt>
  </dgm:ptLst>
  <dgm:cxnLst>
    <dgm:cxn modelId="{308D7800-BD43-44D6-B860-E961807B697F}" type="presOf" srcId="{C7BD31F1-F07C-400E-84EB-6AD62D2729E9}" destId="{B037029F-467A-4175-ACCD-5BB0BAD5F108}" srcOrd="0" destOrd="0" presId="urn:microsoft.com/office/officeart/2005/8/layout/process4"/>
    <dgm:cxn modelId="{FA119128-D452-41E2-9C6E-53C9ADAEBB6D}" srcId="{ED3F1A89-BC85-4253-966C-7691B172F16B}" destId="{A81C1329-B344-4E5A-9AEE-1B757B613B4D}" srcOrd="0" destOrd="0" parTransId="{B33391AB-DB71-40D7-86F3-385E5740A321}" sibTransId="{830BC0B3-C352-4C9D-8CDA-36F8FD52D51E}"/>
    <dgm:cxn modelId="{FBF04F38-3441-4E6C-AFB6-70A10CE76D6A}" srcId="{ED3F1A89-BC85-4253-966C-7691B172F16B}" destId="{A13D41A9-423E-4218-A1D5-F6E5404F7FF9}" srcOrd="2" destOrd="0" parTransId="{6B4DF925-2FDF-486B-8B36-2275C15F3634}" sibTransId="{D06D0E17-D81A-476A-A002-D66157174317}"/>
    <dgm:cxn modelId="{942A2152-9C57-46BD-B674-A911D839BB48}" srcId="{ED3F1A89-BC85-4253-966C-7691B172F16B}" destId="{C7BD31F1-F07C-400E-84EB-6AD62D2729E9}" srcOrd="1" destOrd="0" parTransId="{9DCD4935-E66C-464A-B28A-DF8838CF5FBD}" sibTransId="{A132BD8E-B995-4201-A70A-D10386287ED8}"/>
    <dgm:cxn modelId="{95A9949A-EF87-42D1-9E14-8E46F91E0D95}" type="presOf" srcId="{A13D41A9-423E-4218-A1D5-F6E5404F7FF9}" destId="{0CBFF8DE-D616-4F6A-97D8-4332E60DA4E9}" srcOrd="0" destOrd="0" presId="urn:microsoft.com/office/officeart/2005/8/layout/process4"/>
    <dgm:cxn modelId="{463E3DDC-BD02-442C-9995-862DE238D12C}" type="presOf" srcId="{A81C1329-B344-4E5A-9AEE-1B757B613B4D}" destId="{91A80EC5-5433-486D-A2A1-39BF10E8DFEC}" srcOrd="0" destOrd="0" presId="urn:microsoft.com/office/officeart/2005/8/layout/process4"/>
    <dgm:cxn modelId="{9F1A38FE-87FA-449E-A591-A70F4F19F652}" type="presOf" srcId="{ED3F1A89-BC85-4253-966C-7691B172F16B}" destId="{D45A85E9-E987-417E-BD41-751858389537}" srcOrd="0" destOrd="0" presId="urn:microsoft.com/office/officeart/2005/8/layout/process4"/>
    <dgm:cxn modelId="{C4EF7E8A-5396-4224-A8FE-CF0FA52FEC9C}" type="presParOf" srcId="{D45A85E9-E987-417E-BD41-751858389537}" destId="{53E312F0-2FC9-4EBA-B302-B22552BF4971}" srcOrd="0" destOrd="0" presId="urn:microsoft.com/office/officeart/2005/8/layout/process4"/>
    <dgm:cxn modelId="{BFA681A6-AC0D-4462-864D-063F1C9325FF}" type="presParOf" srcId="{53E312F0-2FC9-4EBA-B302-B22552BF4971}" destId="{0CBFF8DE-D616-4F6A-97D8-4332E60DA4E9}" srcOrd="0" destOrd="0" presId="urn:microsoft.com/office/officeart/2005/8/layout/process4"/>
    <dgm:cxn modelId="{5CD108CB-4FBC-4D1F-8D17-9D79799FFC87}" type="presParOf" srcId="{D45A85E9-E987-417E-BD41-751858389537}" destId="{2CD74837-1C55-417D-8143-9591BE7910EE}" srcOrd="1" destOrd="0" presId="urn:microsoft.com/office/officeart/2005/8/layout/process4"/>
    <dgm:cxn modelId="{B247C125-00E8-46D3-8794-0267DA3A85E6}" type="presParOf" srcId="{D45A85E9-E987-417E-BD41-751858389537}" destId="{AC7B8C44-3C33-47A0-A7D0-1C7D6F5A2E4D}" srcOrd="2" destOrd="0" presId="urn:microsoft.com/office/officeart/2005/8/layout/process4"/>
    <dgm:cxn modelId="{A9EE3BF7-335D-4A25-A461-5C07159DCF98}" type="presParOf" srcId="{AC7B8C44-3C33-47A0-A7D0-1C7D6F5A2E4D}" destId="{B037029F-467A-4175-ACCD-5BB0BAD5F108}" srcOrd="0" destOrd="0" presId="urn:microsoft.com/office/officeart/2005/8/layout/process4"/>
    <dgm:cxn modelId="{79DAF7AC-C23A-4EC0-B414-8688F6F0607C}" type="presParOf" srcId="{D45A85E9-E987-417E-BD41-751858389537}" destId="{465EC2C6-C5F3-42BB-B040-B92617C02F61}" srcOrd="3" destOrd="0" presId="urn:microsoft.com/office/officeart/2005/8/layout/process4"/>
    <dgm:cxn modelId="{0DD06149-F6BC-4769-A3FA-DCD33F1D7E31}" type="presParOf" srcId="{D45A85E9-E987-417E-BD41-751858389537}" destId="{0620A790-EBB2-4DC4-8333-804850CBED30}" srcOrd="4" destOrd="0" presId="urn:microsoft.com/office/officeart/2005/8/layout/process4"/>
    <dgm:cxn modelId="{A7D0409C-3EB2-44D5-AC76-C21C782B6A3C}" type="presParOf" srcId="{0620A790-EBB2-4DC4-8333-804850CBED30}" destId="{91A80EC5-5433-486D-A2A1-39BF10E8DFEC}" srcOrd="0" destOrd="0" presId="urn:microsoft.com/office/officeart/2005/8/layout/process4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8.xml><?xml version="1.0" encoding="utf-8"?>
<dgm:dataModel xmlns:dgm="http://schemas.openxmlformats.org/drawingml/2006/diagram" xmlns:a="http://schemas.openxmlformats.org/drawingml/2006/main">
  <dgm:ptLst>
    <dgm:pt modelId="{ED3F1A89-BC85-4253-966C-7691B172F16B}" type="doc">
      <dgm:prSet loTypeId="urn:microsoft.com/office/officeart/2005/8/layout/process4" loCatId="process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A81C1329-B344-4E5A-9AEE-1B757B613B4D}">
      <dgm:prSet custT="1"/>
      <dgm:spPr/>
      <dgm:t>
        <a:bodyPr/>
        <a:lstStyle/>
        <a:p>
          <a:r>
            <a:rPr lang="en-US" altLang="en-PK" sz="2000" kern="1200" dirty="0">
              <a:latin typeface="Arial" panose="020B0604020202020204" pitchFamily="34" charset="0"/>
              <a:cs typeface="Arial" panose="020B0604020202020204" pitchFamily="34" charset="0"/>
            </a:rPr>
            <a:t>Since the number of processing elements decreases by a factor of  </a:t>
          </a:r>
          <a:r>
            <a:rPr lang="en-US" altLang="en-PK" sz="2000" b="1" i="1" kern="1200" dirty="0">
              <a:latin typeface="Arial" panose="020B0604020202020204" pitchFamily="34" charset="0"/>
              <a:cs typeface="Arial" panose="020B0604020202020204" pitchFamily="34" charset="0"/>
            </a:rPr>
            <a:t>n</a:t>
          </a:r>
          <a:r>
            <a:rPr lang="en-US" altLang="en-PK" sz="2000" kern="1200" dirty="0">
              <a:latin typeface="Arial" panose="020B0604020202020204" pitchFamily="34" charset="0"/>
              <a:cs typeface="Arial" panose="020B0604020202020204" pitchFamily="34" charset="0"/>
            </a:rPr>
            <a:t> / </a:t>
          </a:r>
          <a:r>
            <a:rPr lang="en-US" altLang="en-PK" sz="2000" b="1" i="1" kern="1200" dirty="0">
              <a:latin typeface="Arial" panose="020B0604020202020204" pitchFamily="34" charset="0"/>
              <a:cs typeface="Arial" panose="020B0604020202020204" pitchFamily="34" charset="0"/>
            </a:rPr>
            <a:t>p</a:t>
          </a:r>
          <a:r>
            <a:rPr lang="en-US" altLang="en-PK" sz="2000" kern="1200" dirty="0">
              <a:latin typeface="Arial" panose="020B0604020202020204" pitchFamily="34" charset="0"/>
              <a:cs typeface="Arial" panose="020B0604020202020204" pitchFamily="34" charset="0"/>
            </a:rPr>
            <a:t>, the computation at each processing element increases by a factor of </a:t>
          </a:r>
          <a:r>
            <a:rPr lang="en-US" altLang="en-PK" sz="2000" b="1" i="1" kern="1200" dirty="0">
              <a:latin typeface="Arial" panose="020B0604020202020204" pitchFamily="34" charset="0"/>
              <a:cs typeface="Arial" panose="020B0604020202020204" pitchFamily="34" charset="0"/>
            </a:rPr>
            <a:t>n</a:t>
          </a:r>
          <a:r>
            <a:rPr lang="en-US" altLang="en-PK" sz="2000" kern="1200" dirty="0">
              <a:latin typeface="Arial" panose="020B0604020202020204" pitchFamily="34" charset="0"/>
              <a:cs typeface="Arial" panose="020B0604020202020204" pitchFamily="34" charset="0"/>
            </a:rPr>
            <a:t> / </a:t>
          </a:r>
          <a:r>
            <a:rPr lang="en-US" altLang="en-PK" sz="2000" b="1" i="1" kern="1200" dirty="0">
              <a:latin typeface="Arial" panose="020B0604020202020204" pitchFamily="34" charset="0"/>
              <a:cs typeface="Arial" panose="020B0604020202020204" pitchFamily="34" charset="0"/>
            </a:rPr>
            <a:t>p</a:t>
          </a:r>
          <a:r>
            <a:rPr lang="en-US" altLang="en-PK" sz="2000" kern="1200" dirty="0">
              <a:latin typeface="Arial" panose="020B0604020202020204" pitchFamily="34" charset="0"/>
              <a:cs typeface="Arial" panose="020B0604020202020204" pitchFamily="34" charset="0"/>
            </a:rPr>
            <a:t>.  </a:t>
          </a:r>
          <a:endParaRPr lang="en-US" sz="2000" kern="1200" dirty="0">
            <a:solidFill>
              <a:srgbClr val="FFFFFF"/>
            </a:solidFill>
            <a:latin typeface="Arial" panose="020B0604020202020204" pitchFamily="34" charset="0"/>
            <a:ea typeface="+mn-ea"/>
            <a:cs typeface="Arial" panose="020B0604020202020204" pitchFamily="34" charset="0"/>
          </a:endParaRPr>
        </a:p>
      </dgm:t>
    </dgm:pt>
    <dgm:pt modelId="{B33391AB-DB71-40D7-86F3-385E5740A321}" type="parTrans" cxnId="{FA119128-D452-41E2-9C6E-53C9ADAEBB6D}">
      <dgm:prSet/>
      <dgm:spPr/>
      <dgm:t>
        <a:bodyPr/>
        <a:lstStyle/>
        <a:p>
          <a:endParaRPr lang="en-US"/>
        </a:p>
      </dgm:t>
    </dgm:pt>
    <dgm:pt modelId="{830BC0B3-C352-4C9D-8CDA-36F8FD52D51E}" type="sibTrans" cxnId="{FA119128-D452-41E2-9C6E-53C9ADAEBB6D}">
      <dgm:prSet/>
      <dgm:spPr/>
      <dgm:t>
        <a:bodyPr/>
        <a:lstStyle/>
        <a:p>
          <a:endParaRPr lang="en-US"/>
        </a:p>
      </dgm:t>
    </dgm:pt>
    <dgm:pt modelId="{C7BD31F1-F07C-400E-84EB-6AD62D2729E9}">
      <dgm:prSet custT="1"/>
      <dgm:spPr/>
      <dgm:t>
        <a:bodyPr/>
        <a:lstStyle/>
        <a:p>
          <a:r>
            <a:rPr lang="en-US" altLang="en-PK" sz="2000" kern="1200" dirty="0">
              <a:solidFill>
                <a:srgbClr val="FFFFFF"/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</a:rPr>
            <a:t>The communication cost should not increase by this factor since some of the virtual processors assigned to a physical processors might talk to each other. </a:t>
          </a:r>
          <a:r>
            <a:rPr lang="en-US" altLang="en-PK" sz="2000" kern="1200" dirty="0"/>
            <a:t>	</a:t>
          </a:r>
          <a:endParaRPr lang="en-US" sz="2000" kern="1200" dirty="0">
            <a:solidFill>
              <a:srgbClr val="FFFFFF"/>
            </a:solidFill>
            <a:latin typeface="Arial" panose="020B0604020202020204" pitchFamily="34" charset="0"/>
            <a:ea typeface="+mn-ea"/>
            <a:cs typeface="Arial" panose="020B0604020202020204" pitchFamily="34" charset="0"/>
          </a:endParaRPr>
        </a:p>
      </dgm:t>
    </dgm:pt>
    <dgm:pt modelId="{9DCD4935-E66C-464A-B28A-DF8838CF5FBD}" type="parTrans" cxnId="{942A2152-9C57-46BD-B674-A911D839BB48}">
      <dgm:prSet/>
      <dgm:spPr/>
      <dgm:t>
        <a:bodyPr/>
        <a:lstStyle/>
        <a:p>
          <a:endParaRPr lang="en-US"/>
        </a:p>
      </dgm:t>
    </dgm:pt>
    <dgm:pt modelId="{A132BD8E-B995-4201-A70A-D10386287ED8}" type="sibTrans" cxnId="{942A2152-9C57-46BD-B674-A911D839BB48}">
      <dgm:prSet/>
      <dgm:spPr/>
      <dgm:t>
        <a:bodyPr/>
        <a:lstStyle/>
        <a:p>
          <a:endParaRPr lang="en-US"/>
        </a:p>
      </dgm:t>
    </dgm:pt>
    <dgm:pt modelId="{A13D41A9-423E-4218-A1D5-F6E5404F7FF9}">
      <dgm:prSet custT="1"/>
      <dgm:spPr/>
      <dgm:t>
        <a:bodyPr/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en-PK" sz="2000" kern="1200" dirty="0">
              <a:solidFill>
                <a:srgbClr val="FFFFFF"/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</a:rPr>
            <a:t>This is the basic reason for the improvement from building granularity.</a:t>
          </a:r>
          <a:endParaRPr lang="en-US" sz="2000" kern="1200" dirty="0">
            <a:solidFill>
              <a:srgbClr val="FFFFFF"/>
            </a:solidFill>
            <a:latin typeface="Arial" panose="020B0604020202020204" pitchFamily="34" charset="0"/>
            <a:ea typeface="+mn-ea"/>
            <a:cs typeface="Arial" panose="020B0604020202020204" pitchFamily="34" charset="0"/>
          </a:endParaRPr>
        </a:p>
      </dgm:t>
    </dgm:pt>
    <dgm:pt modelId="{6B4DF925-2FDF-486B-8B36-2275C15F3634}" type="parTrans" cxnId="{FBF04F38-3441-4E6C-AFB6-70A10CE76D6A}">
      <dgm:prSet/>
      <dgm:spPr/>
      <dgm:t>
        <a:bodyPr/>
        <a:lstStyle/>
        <a:p>
          <a:endParaRPr lang="en-US"/>
        </a:p>
      </dgm:t>
    </dgm:pt>
    <dgm:pt modelId="{D06D0E17-D81A-476A-A002-D66157174317}" type="sibTrans" cxnId="{FBF04F38-3441-4E6C-AFB6-70A10CE76D6A}">
      <dgm:prSet/>
      <dgm:spPr/>
      <dgm:t>
        <a:bodyPr/>
        <a:lstStyle/>
        <a:p>
          <a:endParaRPr lang="en-US"/>
        </a:p>
      </dgm:t>
    </dgm:pt>
    <dgm:pt modelId="{D45A85E9-E987-417E-BD41-751858389537}" type="pres">
      <dgm:prSet presAssocID="{ED3F1A89-BC85-4253-966C-7691B172F16B}" presName="Name0" presStyleCnt="0">
        <dgm:presLayoutVars>
          <dgm:dir/>
          <dgm:animLvl val="lvl"/>
          <dgm:resizeHandles val="exact"/>
        </dgm:presLayoutVars>
      </dgm:prSet>
      <dgm:spPr/>
    </dgm:pt>
    <dgm:pt modelId="{53E312F0-2FC9-4EBA-B302-B22552BF4971}" type="pres">
      <dgm:prSet presAssocID="{A13D41A9-423E-4218-A1D5-F6E5404F7FF9}" presName="boxAndChildren" presStyleCnt="0"/>
      <dgm:spPr/>
    </dgm:pt>
    <dgm:pt modelId="{0CBFF8DE-D616-4F6A-97D8-4332E60DA4E9}" type="pres">
      <dgm:prSet presAssocID="{A13D41A9-423E-4218-A1D5-F6E5404F7FF9}" presName="parentTextBox" presStyleLbl="node1" presStyleIdx="0" presStyleCnt="3"/>
      <dgm:spPr/>
    </dgm:pt>
    <dgm:pt modelId="{2CD74837-1C55-417D-8143-9591BE7910EE}" type="pres">
      <dgm:prSet presAssocID="{A132BD8E-B995-4201-A70A-D10386287ED8}" presName="sp" presStyleCnt="0"/>
      <dgm:spPr/>
    </dgm:pt>
    <dgm:pt modelId="{AC7B8C44-3C33-47A0-A7D0-1C7D6F5A2E4D}" type="pres">
      <dgm:prSet presAssocID="{C7BD31F1-F07C-400E-84EB-6AD62D2729E9}" presName="arrowAndChildren" presStyleCnt="0"/>
      <dgm:spPr/>
    </dgm:pt>
    <dgm:pt modelId="{B037029F-467A-4175-ACCD-5BB0BAD5F108}" type="pres">
      <dgm:prSet presAssocID="{C7BD31F1-F07C-400E-84EB-6AD62D2729E9}" presName="parentTextArrow" presStyleLbl="node1" presStyleIdx="1" presStyleCnt="3" custScaleY="105379"/>
      <dgm:spPr/>
    </dgm:pt>
    <dgm:pt modelId="{465EC2C6-C5F3-42BB-B040-B92617C02F61}" type="pres">
      <dgm:prSet presAssocID="{830BC0B3-C352-4C9D-8CDA-36F8FD52D51E}" presName="sp" presStyleCnt="0"/>
      <dgm:spPr/>
    </dgm:pt>
    <dgm:pt modelId="{0620A790-EBB2-4DC4-8333-804850CBED30}" type="pres">
      <dgm:prSet presAssocID="{A81C1329-B344-4E5A-9AEE-1B757B613B4D}" presName="arrowAndChildren" presStyleCnt="0"/>
      <dgm:spPr/>
    </dgm:pt>
    <dgm:pt modelId="{91A80EC5-5433-486D-A2A1-39BF10E8DFEC}" type="pres">
      <dgm:prSet presAssocID="{A81C1329-B344-4E5A-9AEE-1B757B613B4D}" presName="parentTextArrow" presStyleLbl="node1" presStyleIdx="2" presStyleCnt="3" custScaleY="86560"/>
      <dgm:spPr/>
    </dgm:pt>
  </dgm:ptLst>
  <dgm:cxnLst>
    <dgm:cxn modelId="{308D7800-BD43-44D6-B860-E961807B697F}" type="presOf" srcId="{C7BD31F1-F07C-400E-84EB-6AD62D2729E9}" destId="{B037029F-467A-4175-ACCD-5BB0BAD5F108}" srcOrd="0" destOrd="0" presId="urn:microsoft.com/office/officeart/2005/8/layout/process4"/>
    <dgm:cxn modelId="{FA119128-D452-41E2-9C6E-53C9ADAEBB6D}" srcId="{ED3F1A89-BC85-4253-966C-7691B172F16B}" destId="{A81C1329-B344-4E5A-9AEE-1B757B613B4D}" srcOrd="0" destOrd="0" parTransId="{B33391AB-DB71-40D7-86F3-385E5740A321}" sibTransId="{830BC0B3-C352-4C9D-8CDA-36F8FD52D51E}"/>
    <dgm:cxn modelId="{FBF04F38-3441-4E6C-AFB6-70A10CE76D6A}" srcId="{ED3F1A89-BC85-4253-966C-7691B172F16B}" destId="{A13D41A9-423E-4218-A1D5-F6E5404F7FF9}" srcOrd="2" destOrd="0" parTransId="{6B4DF925-2FDF-486B-8B36-2275C15F3634}" sibTransId="{D06D0E17-D81A-476A-A002-D66157174317}"/>
    <dgm:cxn modelId="{942A2152-9C57-46BD-B674-A911D839BB48}" srcId="{ED3F1A89-BC85-4253-966C-7691B172F16B}" destId="{C7BD31F1-F07C-400E-84EB-6AD62D2729E9}" srcOrd="1" destOrd="0" parTransId="{9DCD4935-E66C-464A-B28A-DF8838CF5FBD}" sibTransId="{A132BD8E-B995-4201-A70A-D10386287ED8}"/>
    <dgm:cxn modelId="{95A9949A-EF87-42D1-9E14-8E46F91E0D95}" type="presOf" srcId="{A13D41A9-423E-4218-A1D5-F6E5404F7FF9}" destId="{0CBFF8DE-D616-4F6A-97D8-4332E60DA4E9}" srcOrd="0" destOrd="0" presId="urn:microsoft.com/office/officeart/2005/8/layout/process4"/>
    <dgm:cxn modelId="{463E3DDC-BD02-442C-9995-862DE238D12C}" type="presOf" srcId="{A81C1329-B344-4E5A-9AEE-1B757B613B4D}" destId="{91A80EC5-5433-486D-A2A1-39BF10E8DFEC}" srcOrd="0" destOrd="0" presId="urn:microsoft.com/office/officeart/2005/8/layout/process4"/>
    <dgm:cxn modelId="{9F1A38FE-87FA-449E-A591-A70F4F19F652}" type="presOf" srcId="{ED3F1A89-BC85-4253-966C-7691B172F16B}" destId="{D45A85E9-E987-417E-BD41-751858389537}" srcOrd="0" destOrd="0" presId="urn:microsoft.com/office/officeart/2005/8/layout/process4"/>
    <dgm:cxn modelId="{C4EF7E8A-5396-4224-A8FE-CF0FA52FEC9C}" type="presParOf" srcId="{D45A85E9-E987-417E-BD41-751858389537}" destId="{53E312F0-2FC9-4EBA-B302-B22552BF4971}" srcOrd="0" destOrd="0" presId="urn:microsoft.com/office/officeart/2005/8/layout/process4"/>
    <dgm:cxn modelId="{BFA681A6-AC0D-4462-864D-063F1C9325FF}" type="presParOf" srcId="{53E312F0-2FC9-4EBA-B302-B22552BF4971}" destId="{0CBFF8DE-D616-4F6A-97D8-4332E60DA4E9}" srcOrd="0" destOrd="0" presId="urn:microsoft.com/office/officeart/2005/8/layout/process4"/>
    <dgm:cxn modelId="{5CD108CB-4FBC-4D1F-8D17-9D79799FFC87}" type="presParOf" srcId="{D45A85E9-E987-417E-BD41-751858389537}" destId="{2CD74837-1C55-417D-8143-9591BE7910EE}" srcOrd="1" destOrd="0" presId="urn:microsoft.com/office/officeart/2005/8/layout/process4"/>
    <dgm:cxn modelId="{B247C125-00E8-46D3-8794-0267DA3A85E6}" type="presParOf" srcId="{D45A85E9-E987-417E-BD41-751858389537}" destId="{AC7B8C44-3C33-47A0-A7D0-1C7D6F5A2E4D}" srcOrd="2" destOrd="0" presId="urn:microsoft.com/office/officeart/2005/8/layout/process4"/>
    <dgm:cxn modelId="{A9EE3BF7-335D-4A25-A461-5C07159DCF98}" type="presParOf" srcId="{AC7B8C44-3C33-47A0-A7D0-1C7D6F5A2E4D}" destId="{B037029F-467A-4175-ACCD-5BB0BAD5F108}" srcOrd="0" destOrd="0" presId="urn:microsoft.com/office/officeart/2005/8/layout/process4"/>
    <dgm:cxn modelId="{79DAF7AC-C23A-4EC0-B414-8688F6F0607C}" type="presParOf" srcId="{D45A85E9-E987-417E-BD41-751858389537}" destId="{465EC2C6-C5F3-42BB-B040-B92617C02F61}" srcOrd="3" destOrd="0" presId="urn:microsoft.com/office/officeart/2005/8/layout/process4"/>
    <dgm:cxn modelId="{0DD06149-F6BC-4769-A3FA-DCD33F1D7E31}" type="presParOf" srcId="{D45A85E9-E987-417E-BD41-751858389537}" destId="{0620A790-EBB2-4DC4-8333-804850CBED30}" srcOrd="4" destOrd="0" presId="urn:microsoft.com/office/officeart/2005/8/layout/process4"/>
    <dgm:cxn modelId="{A7D0409C-3EB2-44D5-AC76-C21C782B6A3C}" type="presParOf" srcId="{0620A790-EBB2-4DC4-8333-804850CBED30}" destId="{91A80EC5-5433-486D-A2A1-39BF10E8DFEC}" srcOrd="0" destOrd="0" presId="urn:microsoft.com/office/officeart/2005/8/layout/process4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29.xml><?xml version="1.0" encoding="utf-8"?>
<dgm:dataModel xmlns:dgm="http://schemas.openxmlformats.org/drawingml/2006/diagram" xmlns:a="http://schemas.openxmlformats.org/drawingml/2006/main">
  <dgm:ptLst>
    <dgm:pt modelId="{ED3F1A89-BC85-4253-966C-7691B172F16B}" type="doc">
      <dgm:prSet loTypeId="urn:microsoft.com/office/officeart/2005/8/layout/process4" loCatId="process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A81C1329-B344-4E5A-9AEE-1B757B613B4D}">
      <dgm:prSet custT="1"/>
      <dgm:spPr/>
      <dgm:t>
        <a:bodyPr/>
        <a:lstStyle/>
        <a:p>
          <a:r>
            <a:rPr lang="en-US" altLang="en-PK" sz="2000" kern="1200" dirty="0">
              <a:latin typeface="Arial" panose="020B0604020202020204" pitchFamily="34" charset="0"/>
              <a:cs typeface="Arial" panose="020B0604020202020204" pitchFamily="34" charset="0"/>
            </a:rPr>
            <a:t>Total overhead function </a:t>
          </a:r>
          <a:r>
            <a:rPr lang="en-US" altLang="en-PK" sz="2000" b="1" i="1" kern="1200" dirty="0">
              <a:latin typeface="Arial" panose="020B0604020202020204" pitchFamily="34" charset="0"/>
              <a:cs typeface="Arial" panose="020B0604020202020204" pitchFamily="34" charset="0"/>
            </a:rPr>
            <a:t>T</a:t>
          </a:r>
          <a:r>
            <a:rPr lang="en-US" altLang="en-PK" sz="2000" b="1" i="1" kern="1200" baseline="-25000" dirty="0">
              <a:latin typeface="Arial" panose="020B0604020202020204" pitchFamily="34" charset="0"/>
              <a:cs typeface="Arial" panose="020B0604020202020204" pitchFamily="34" charset="0"/>
            </a:rPr>
            <a:t>o</a:t>
          </a:r>
          <a:r>
            <a:rPr lang="en-US" altLang="en-PK" sz="2000" kern="1200" dirty="0">
              <a:latin typeface="Arial" panose="020B0604020202020204" pitchFamily="34" charset="0"/>
              <a:cs typeface="Arial" panose="020B0604020202020204" pitchFamily="34" charset="0"/>
            </a:rPr>
            <a:t> is a function of both problem size </a:t>
          </a:r>
          <a:r>
            <a:rPr lang="en-US" altLang="en-PK" sz="2000" b="1" i="1" kern="1200" dirty="0">
              <a:latin typeface="Arial" panose="020B0604020202020204" pitchFamily="34" charset="0"/>
              <a:cs typeface="Arial" panose="020B0604020202020204" pitchFamily="34" charset="0"/>
            </a:rPr>
            <a:t>T</a:t>
          </a:r>
          <a:r>
            <a:rPr lang="en-US" altLang="en-PK" sz="2000" b="1" i="1" kern="1200" baseline="-25000" dirty="0">
              <a:latin typeface="Arial" panose="020B0604020202020204" pitchFamily="34" charset="0"/>
              <a:cs typeface="Arial" panose="020B0604020202020204" pitchFamily="34" charset="0"/>
            </a:rPr>
            <a:t>s</a:t>
          </a:r>
          <a:r>
            <a:rPr lang="en-US" altLang="en-PK" sz="2000" kern="1200" dirty="0">
              <a:latin typeface="Arial" panose="020B0604020202020204" pitchFamily="34" charset="0"/>
              <a:cs typeface="Arial" panose="020B0604020202020204" pitchFamily="34" charset="0"/>
            </a:rPr>
            <a:t> and the number of processing elements </a:t>
          </a:r>
          <a:r>
            <a:rPr lang="en-US" altLang="en-PK" sz="2000" b="1" i="1" kern="1200" dirty="0">
              <a:latin typeface="Arial" panose="020B0604020202020204" pitchFamily="34" charset="0"/>
              <a:cs typeface="Arial" panose="020B0604020202020204" pitchFamily="34" charset="0"/>
            </a:rPr>
            <a:t>p</a:t>
          </a:r>
          <a:r>
            <a:rPr lang="en-US" altLang="en-PK" sz="2000" kern="1200" dirty="0">
              <a:latin typeface="Arial" panose="020B0604020202020204" pitchFamily="34" charset="0"/>
              <a:cs typeface="Arial" panose="020B0604020202020204" pitchFamily="34" charset="0"/>
            </a:rPr>
            <a:t>.</a:t>
          </a:r>
          <a:endParaRPr lang="en-US" sz="2000" kern="1200" dirty="0">
            <a:solidFill>
              <a:srgbClr val="FFFFFF"/>
            </a:solidFill>
            <a:latin typeface="Arial" panose="020B0604020202020204" pitchFamily="34" charset="0"/>
            <a:ea typeface="+mn-ea"/>
            <a:cs typeface="Arial" panose="020B0604020202020204" pitchFamily="34" charset="0"/>
          </a:endParaRPr>
        </a:p>
      </dgm:t>
    </dgm:pt>
    <dgm:pt modelId="{B33391AB-DB71-40D7-86F3-385E5740A321}" type="parTrans" cxnId="{FA119128-D452-41E2-9C6E-53C9ADAEBB6D}">
      <dgm:prSet/>
      <dgm:spPr/>
      <dgm:t>
        <a:bodyPr/>
        <a:lstStyle/>
        <a:p>
          <a:endParaRPr lang="en-US"/>
        </a:p>
      </dgm:t>
    </dgm:pt>
    <dgm:pt modelId="{830BC0B3-C352-4C9D-8CDA-36F8FD52D51E}" type="sibTrans" cxnId="{FA119128-D452-41E2-9C6E-53C9ADAEBB6D}">
      <dgm:prSet/>
      <dgm:spPr/>
      <dgm:t>
        <a:bodyPr/>
        <a:lstStyle/>
        <a:p>
          <a:endParaRPr lang="en-US"/>
        </a:p>
      </dgm:t>
    </dgm:pt>
    <dgm:pt modelId="{C7BD31F1-F07C-400E-84EB-6AD62D2729E9}">
      <dgm:prSet custT="1"/>
      <dgm:spPr/>
      <dgm:t>
        <a:bodyPr/>
        <a:lstStyle/>
        <a:p>
          <a:r>
            <a:rPr lang="en-US" altLang="en-PK" sz="2000" kern="1200" dirty="0">
              <a:solidFill>
                <a:srgbClr val="FFFFFF"/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</a:rPr>
            <a:t>In many cases, To grows sub-linearly with respect to Ts. </a:t>
          </a:r>
          <a:r>
            <a:rPr lang="en-US" altLang="en-PK" sz="2000" kern="1200" dirty="0"/>
            <a:t>	</a:t>
          </a:r>
          <a:endParaRPr lang="en-US" sz="2000" kern="1200" dirty="0">
            <a:solidFill>
              <a:srgbClr val="FFFFFF"/>
            </a:solidFill>
            <a:latin typeface="Arial" panose="020B0604020202020204" pitchFamily="34" charset="0"/>
            <a:ea typeface="+mn-ea"/>
            <a:cs typeface="Arial" panose="020B0604020202020204" pitchFamily="34" charset="0"/>
          </a:endParaRPr>
        </a:p>
      </dgm:t>
    </dgm:pt>
    <dgm:pt modelId="{9DCD4935-E66C-464A-B28A-DF8838CF5FBD}" type="parTrans" cxnId="{942A2152-9C57-46BD-B674-A911D839BB48}">
      <dgm:prSet/>
      <dgm:spPr/>
      <dgm:t>
        <a:bodyPr/>
        <a:lstStyle/>
        <a:p>
          <a:endParaRPr lang="en-US"/>
        </a:p>
      </dgm:t>
    </dgm:pt>
    <dgm:pt modelId="{A132BD8E-B995-4201-A70A-D10386287ED8}" type="sibTrans" cxnId="{942A2152-9C57-46BD-B674-A911D839BB48}">
      <dgm:prSet/>
      <dgm:spPr/>
      <dgm:t>
        <a:bodyPr/>
        <a:lstStyle/>
        <a:p>
          <a:endParaRPr lang="en-US"/>
        </a:p>
      </dgm:t>
    </dgm:pt>
    <dgm:pt modelId="{A13D41A9-423E-4218-A1D5-F6E5404F7FF9}">
      <dgm:prSet custT="1"/>
      <dgm:spPr/>
      <dgm:t>
        <a:bodyPr/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en-PK" sz="2000" kern="1200" dirty="0">
              <a:solidFill>
                <a:srgbClr val="FFFFFF"/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</a:rPr>
            <a:t>In such cases, the efficiency increases if the problem size is increased keeping the number of processing elements constant. </a:t>
          </a:r>
          <a:endParaRPr lang="en-US" sz="2000" kern="1200" dirty="0">
            <a:solidFill>
              <a:srgbClr val="FFFFFF"/>
            </a:solidFill>
            <a:latin typeface="Arial" panose="020B0604020202020204" pitchFamily="34" charset="0"/>
            <a:ea typeface="+mn-ea"/>
            <a:cs typeface="Arial" panose="020B0604020202020204" pitchFamily="34" charset="0"/>
          </a:endParaRPr>
        </a:p>
      </dgm:t>
    </dgm:pt>
    <dgm:pt modelId="{D06D0E17-D81A-476A-A002-D66157174317}" type="sibTrans" cxnId="{FBF04F38-3441-4E6C-AFB6-70A10CE76D6A}">
      <dgm:prSet/>
      <dgm:spPr/>
      <dgm:t>
        <a:bodyPr/>
        <a:lstStyle/>
        <a:p>
          <a:endParaRPr lang="en-US"/>
        </a:p>
      </dgm:t>
    </dgm:pt>
    <dgm:pt modelId="{6B4DF925-2FDF-486B-8B36-2275C15F3634}" type="parTrans" cxnId="{FBF04F38-3441-4E6C-AFB6-70A10CE76D6A}">
      <dgm:prSet/>
      <dgm:spPr/>
      <dgm:t>
        <a:bodyPr/>
        <a:lstStyle/>
        <a:p>
          <a:endParaRPr lang="en-US"/>
        </a:p>
      </dgm:t>
    </dgm:pt>
    <dgm:pt modelId="{4DA5F4C6-FA4E-46F7-BD95-78F2147B0A9C}">
      <dgm:prSet custT="1"/>
      <dgm:spPr/>
      <dgm:t>
        <a:bodyPr/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en-PK" sz="2000" kern="1200" dirty="0">
              <a:solidFill>
                <a:srgbClr val="FFFFFF"/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</a:rPr>
            <a:t>For such systems, we can simultaneously increase the problem size and number of processors to keep efficiency constant. </a:t>
          </a:r>
          <a:endParaRPr lang="en-US" sz="2000" kern="1200" dirty="0">
            <a:solidFill>
              <a:srgbClr val="FFFFFF"/>
            </a:solidFill>
            <a:latin typeface="Arial" panose="020B0604020202020204" pitchFamily="34" charset="0"/>
            <a:ea typeface="+mn-ea"/>
            <a:cs typeface="Arial" panose="020B0604020202020204" pitchFamily="34" charset="0"/>
          </a:endParaRPr>
        </a:p>
      </dgm:t>
    </dgm:pt>
    <dgm:pt modelId="{B32033CB-F53E-4AF6-A8F4-E0880CD5159F}" type="parTrans" cxnId="{58883870-FD12-4B6C-89CD-733005964D60}">
      <dgm:prSet/>
      <dgm:spPr/>
      <dgm:t>
        <a:bodyPr/>
        <a:lstStyle/>
        <a:p>
          <a:endParaRPr lang="en-PK"/>
        </a:p>
      </dgm:t>
    </dgm:pt>
    <dgm:pt modelId="{63A900F3-2CD4-478B-AF15-4DE9C5AC70DF}" type="sibTrans" cxnId="{58883870-FD12-4B6C-89CD-733005964D60}">
      <dgm:prSet/>
      <dgm:spPr/>
      <dgm:t>
        <a:bodyPr/>
        <a:lstStyle/>
        <a:p>
          <a:endParaRPr lang="en-PK"/>
        </a:p>
      </dgm:t>
    </dgm:pt>
    <dgm:pt modelId="{9447CC54-2595-495C-99AD-1AF87B760364}">
      <dgm:prSet custT="1"/>
      <dgm:spPr/>
      <dgm:t>
        <a:bodyPr/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altLang="en-PK" sz="2000" kern="1200" dirty="0">
              <a:solidFill>
                <a:srgbClr val="FFFFFF"/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</a:rPr>
            <a:t>We call such systems scalable parallel systems. </a:t>
          </a:r>
          <a:endParaRPr lang="en-US" sz="2000" kern="1200" dirty="0">
            <a:solidFill>
              <a:srgbClr val="FFFFFF"/>
            </a:solidFill>
            <a:latin typeface="Arial" panose="020B0604020202020204" pitchFamily="34" charset="0"/>
            <a:ea typeface="+mn-ea"/>
            <a:cs typeface="Arial" panose="020B0604020202020204" pitchFamily="34" charset="0"/>
          </a:endParaRPr>
        </a:p>
      </dgm:t>
    </dgm:pt>
    <dgm:pt modelId="{63A4811E-4BD1-4F8B-B2F3-1655FDD1B4E5}" type="parTrans" cxnId="{62E82282-82A3-4033-A101-990EA162FB37}">
      <dgm:prSet/>
      <dgm:spPr/>
      <dgm:t>
        <a:bodyPr/>
        <a:lstStyle/>
        <a:p>
          <a:endParaRPr lang="en-PK"/>
        </a:p>
      </dgm:t>
    </dgm:pt>
    <dgm:pt modelId="{6EBBCAA2-468D-449A-AF66-C9A72B4B2295}" type="sibTrans" cxnId="{62E82282-82A3-4033-A101-990EA162FB37}">
      <dgm:prSet/>
      <dgm:spPr/>
      <dgm:t>
        <a:bodyPr/>
        <a:lstStyle/>
        <a:p>
          <a:endParaRPr lang="en-PK"/>
        </a:p>
      </dgm:t>
    </dgm:pt>
    <dgm:pt modelId="{D45A85E9-E987-417E-BD41-751858389537}" type="pres">
      <dgm:prSet presAssocID="{ED3F1A89-BC85-4253-966C-7691B172F16B}" presName="Name0" presStyleCnt="0">
        <dgm:presLayoutVars>
          <dgm:dir/>
          <dgm:animLvl val="lvl"/>
          <dgm:resizeHandles val="exact"/>
        </dgm:presLayoutVars>
      </dgm:prSet>
      <dgm:spPr/>
    </dgm:pt>
    <dgm:pt modelId="{A76720F5-26FE-4DF2-9ADA-B1D8BABCC4A1}" type="pres">
      <dgm:prSet presAssocID="{9447CC54-2595-495C-99AD-1AF87B760364}" presName="boxAndChildren" presStyleCnt="0"/>
      <dgm:spPr/>
    </dgm:pt>
    <dgm:pt modelId="{D6BABA5C-2EDA-4F84-9B39-B0998F50B16D}" type="pres">
      <dgm:prSet presAssocID="{9447CC54-2595-495C-99AD-1AF87B760364}" presName="parentTextBox" presStyleLbl="node1" presStyleIdx="0" presStyleCnt="5" custLinFactNeighborY="492"/>
      <dgm:spPr/>
    </dgm:pt>
    <dgm:pt modelId="{272F48AC-FD70-4202-B949-2E5CC683E61C}" type="pres">
      <dgm:prSet presAssocID="{63A900F3-2CD4-478B-AF15-4DE9C5AC70DF}" presName="sp" presStyleCnt="0"/>
      <dgm:spPr/>
    </dgm:pt>
    <dgm:pt modelId="{18667F0E-BD80-49A5-9A4B-789F94AE6DF9}" type="pres">
      <dgm:prSet presAssocID="{4DA5F4C6-FA4E-46F7-BD95-78F2147B0A9C}" presName="arrowAndChildren" presStyleCnt="0"/>
      <dgm:spPr/>
    </dgm:pt>
    <dgm:pt modelId="{3A34A576-7987-4C20-B999-F3DD7FBE3BF5}" type="pres">
      <dgm:prSet presAssocID="{4DA5F4C6-FA4E-46F7-BD95-78F2147B0A9C}" presName="parentTextArrow" presStyleLbl="node1" presStyleIdx="1" presStyleCnt="5" custScaleY="120592"/>
      <dgm:spPr/>
    </dgm:pt>
    <dgm:pt modelId="{6BCBE50D-DE6E-4639-A55D-B630F84D863C}" type="pres">
      <dgm:prSet presAssocID="{D06D0E17-D81A-476A-A002-D66157174317}" presName="sp" presStyleCnt="0"/>
      <dgm:spPr/>
    </dgm:pt>
    <dgm:pt modelId="{D35490B5-6E5C-4F2E-9741-6C97D41AE76C}" type="pres">
      <dgm:prSet presAssocID="{A13D41A9-423E-4218-A1D5-F6E5404F7FF9}" presName="arrowAndChildren" presStyleCnt="0"/>
      <dgm:spPr/>
    </dgm:pt>
    <dgm:pt modelId="{DA9A2138-C995-41CD-A524-78EB3A81AF0D}" type="pres">
      <dgm:prSet presAssocID="{A13D41A9-423E-4218-A1D5-F6E5404F7FF9}" presName="parentTextArrow" presStyleLbl="node1" presStyleIdx="2" presStyleCnt="5" custScaleY="121380"/>
      <dgm:spPr/>
    </dgm:pt>
    <dgm:pt modelId="{2CD74837-1C55-417D-8143-9591BE7910EE}" type="pres">
      <dgm:prSet presAssocID="{A132BD8E-B995-4201-A70A-D10386287ED8}" presName="sp" presStyleCnt="0"/>
      <dgm:spPr/>
    </dgm:pt>
    <dgm:pt modelId="{AC7B8C44-3C33-47A0-A7D0-1C7D6F5A2E4D}" type="pres">
      <dgm:prSet presAssocID="{C7BD31F1-F07C-400E-84EB-6AD62D2729E9}" presName="arrowAndChildren" presStyleCnt="0"/>
      <dgm:spPr/>
    </dgm:pt>
    <dgm:pt modelId="{B037029F-467A-4175-ACCD-5BB0BAD5F108}" type="pres">
      <dgm:prSet presAssocID="{C7BD31F1-F07C-400E-84EB-6AD62D2729E9}" presName="parentTextArrow" presStyleLbl="node1" presStyleIdx="3" presStyleCnt="5" custScaleY="85346"/>
      <dgm:spPr/>
    </dgm:pt>
    <dgm:pt modelId="{465EC2C6-C5F3-42BB-B040-B92617C02F61}" type="pres">
      <dgm:prSet presAssocID="{830BC0B3-C352-4C9D-8CDA-36F8FD52D51E}" presName="sp" presStyleCnt="0"/>
      <dgm:spPr/>
    </dgm:pt>
    <dgm:pt modelId="{0620A790-EBB2-4DC4-8333-804850CBED30}" type="pres">
      <dgm:prSet presAssocID="{A81C1329-B344-4E5A-9AEE-1B757B613B4D}" presName="arrowAndChildren" presStyleCnt="0"/>
      <dgm:spPr/>
    </dgm:pt>
    <dgm:pt modelId="{91A80EC5-5433-486D-A2A1-39BF10E8DFEC}" type="pres">
      <dgm:prSet presAssocID="{A81C1329-B344-4E5A-9AEE-1B757B613B4D}" presName="parentTextArrow" presStyleLbl="node1" presStyleIdx="4" presStyleCnt="5" custScaleY="86560"/>
      <dgm:spPr/>
    </dgm:pt>
  </dgm:ptLst>
  <dgm:cxnLst>
    <dgm:cxn modelId="{308D7800-BD43-44D6-B860-E961807B697F}" type="presOf" srcId="{C7BD31F1-F07C-400E-84EB-6AD62D2729E9}" destId="{B037029F-467A-4175-ACCD-5BB0BAD5F108}" srcOrd="0" destOrd="0" presId="urn:microsoft.com/office/officeart/2005/8/layout/process4"/>
    <dgm:cxn modelId="{FA119128-D452-41E2-9C6E-53C9ADAEBB6D}" srcId="{ED3F1A89-BC85-4253-966C-7691B172F16B}" destId="{A81C1329-B344-4E5A-9AEE-1B757B613B4D}" srcOrd="0" destOrd="0" parTransId="{B33391AB-DB71-40D7-86F3-385E5740A321}" sibTransId="{830BC0B3-C352-4C9D-8CDA-36F8FD52D51E}"/>
    <dgm:cxn modelId="{FBF04F38-3441-4E6C-AFB6-70A10CE76D6A}" srcId="{ED3F1A89-BC85-4253-966C-7691B172F16B}" destId="{A13D41A9-423E-4218-A1D5-F6E5404F7FF9}" srcOrd="2" destOrd="0" parTransId="{6B4DF925-2FDF-486B-8B36-2275C15F3634}" sibTransId="{D06D0E17-D81A-476A-A002-D66157174317}"/>
    <dgm:cxn modelId="{CCD10544-305E-4827-87EA-6C0B7D1EBC7D}" type="presOf" srcId="{9447CC54-2595-495C-99AD-1AF87B760364}" destId="{D6BABA5C-2EDA-4F84-9B39-B0998F50B16D}" srcOrd="0" destOrd="0" presId="urn:microsoft.com/office/officeart/2005/8/layout/process4"/>
    <dgm:cxn modelId="{58883870-FD12-4B6C-89CD-733005964D60}" srcId="{ED3F1A89-BC85-4253-966C-7691B172F16B}" destId="{4DA5F4C6-FA4E-46F7-BD95-78F2147B0A9C}" srcOrd="3" destOrd="0" parTransId="{B32033CB-F53E-4AF6-A8F4-E0880CD5159F}" sibTransId="{63A900F3-2CD4-478B-AF15-4DE9C5AC70DF}"/>
    <dgm:cxn modelId="{942A2152-9C57-46BD-B674-A911D839BB48}" srcId="{ED3F1A89-BC85-4253-966C-7691B172F16B}" destId="{C7BD31F1-F07C-400E-84EB-6AD62D2729E9}" srcOrd="1" destOrd="0" parTransId="{9DCD4935-E66C-464A-B28A-DF8838CF5FBD}" sibTransId="{A132BD8E-B995-4201-A70A-D10386287ED8}"/>
    <dgm:cxn modelId="{62E82282-82A3-4033-A101-990EA162FB37}" srcId="{ED3F1A89-BC85-4253-966C-7691B172F16B}" destId="{9447CC54-2595-495C-99AD-1AF87B760364}" srcOrd="4" destOrd="0" parTransId="{63A4811E-4BD1-4F8B-B2F3-1655FDD1B4E5}" sibTransId="{6EBBCAA2-468D-449A-AF66-C9A72B4B2295}"/>
    <dgm:cxn modelId="{45B40198-CAE5-4974-AF70-B6208B217586}" type="presOf" srcId="{A13D41A9-423E-4218-A1D5-F6E5404F7FF9}" destId="{DA9A2138-C995-41CD-A524-78EB3A81AF0D}" srcOrd="0" destOrd="0" presId="urn:microsoft.com/office/officeart/2005/8/layout/process4"/>
    <dgm:cxn modelId="{761B12CC-3D9C-4B94-9108-C2DC60C6666A}" type="presOf" srcId="{4DA5F4C6-FA4E-46F7-BD95-78F2147B0A9C}" destId="{3A34A576-7987-4C20-B999-F3DD7FBE3BF5}" srcOrd="0" destOrd="0" presId="urn:microsoft.com/office/officeart/2005/8/layout/process4"/>
    <dgm:cxn modelId="{463E3DDC-BD02-442C-9995-862DE238D12C}" type="presOf" srcId="{A81C1329-B344-4E5A-9AEE-1B757B613B4D}" destId="{91A80EC5-5433-486D-A2A1-39BF10E8DFEC}" srcOrd="0" destOrd="0" presId="urn:microsoft.com/office/officeart/2005/8/layout/process4"/>
    <dgm:cxn modelId="{9F1A38FE-87FA-449E-A591-A70F4F19F652}" type="presOf" srcId="{ED3F1A89-BC85-4253-966C-7691B172F16B}" destId="{D45A85E9-E987-417E-BD41-751858389537}" srcOrd="0" destOrd="0" presId="urn:microsoft.com/office/officeart/2005/8/layout/process4"/>
    <dgm:cxn modelId="{C4F4E78C-0D46-4208-B7E2-7FEAA4CF6C6D}" type="presParOf" srcId="{D45A85E9-E987-417E-BD41-751858389537}" destId="{A76720F5-26FE-4DF2-9ADA-B1D8BABCC4A1}" srcOrd="0" destOrd="0" presId="urn:microsoft.com/office/officeart/2005/8/layout/process4"/>
    <dgm:cxn modelId="{8EF473B5-9359-4C2E-8375-AC97DAEFF480}" type="presParOf" srcId="{A76720F5-26FE-4DF2-9ADA-B1D8BABCC4A1}" destId="{D6BABA5C-2EDA-4F84-9B39-B0998F50B16D}" srcOrd="0" destOrd="0" presId="urn:microsoft.com/office/officeart/2005/8/layout/process4"/>
    <dgm:cxn modelId="{C71464AD-EFF0-4DCC-B167-04D5BF5748A2}" type="presParOf" srcId="{D45A85E9-E987-417E-BD41-751858389537}" destId="{272F48AC-FD70-4202-B949-2E5CC683E61C}" srcOrd="1" destOrd="0" presId="urn:microsoft.com/office/officeart/2005/8/layout/process4"/>
    <dgm:cxn modelId="{98F211FC-0D98-4EDA-848B-CBA67DB9C2F7}" type="presParOf" srcId="{D45A85E9-E987-417E-BD41-751858389537}" destId="{18667F0E-BD80-49A5-9A4B-789F94AE6DF9}" srcOrd="2" destOrd="0" presId="urn:microsoft.com/office/officeart/2005/8/layout/process4"/>
    <dgm:cxn modelId="{532A412B-E2D1-4E4B-AC84-1B7EA1FF0D0C}" type="presParOf" srcId="{18667F0E-BD80-49A5-9A4B-789F94AE6DF9}" destId="{3A34A576-7987-4C20-B999-F3DD7FBE3BF5}" srcOrd="0" destOrd="0" presId="urn:microsoft.com/office/officeart/2005/8/layout/process4"/>
    <dgm:cxn modelId="{4D62BC49-339A-4CD5-A89D-4DC78F7E42E4}" type="presParOf" srcId="{D45A85E9-E987-417E-BD41-751858389537}" destId="{6BCBE50D-DE6E-4639-A55D-B630F84D863C}" srcOrd="3" destOrd="0" presId="urn:microsoft.com/office/officeart/2005/8/layout/process4"/>
    <dgm:cxn modelId="{50AE8C2D-66A5-4D10-AA41-63C18B45C6DA}" type="presParOf" srcId="{D45A85E9-E987-417E-BD41-751858389537}" destId="{D35490B5-6E5C-4F2E-9741-6C97D41AE76C}" srcOrd="4" destOrd="0" presId="urn:microsoft.com/office/officeart/2005/8/layout/process4"/>
    <dgm:cxn modelId="{9EBFE263-42B5-410C-92E5-5BEF235ED24E}" type="presParOf" srcId="{D35490B5-6E5C-4F2E-9741-6C97D41AE76C}" destId="{DA9A2138-C995-41CD-A524-78EB3A81AF0D}" srcOrd="0" destOrd="0" presId="urn:microsoft.com/office/officeart/2005/8/layout/process4"/>
    <dgm:cxn modelId="{5CD108CB-4FBC-4D1F-8D17-9D79799FFC87}" type="presParOf" srcId="{D45A85E9-E987-417E-BD41-751858389537}" destId="{2CD74837-1C55-417D-8143-9591BE7910EE}" srcOrd="5" destOrd="0" presId="urn:microsoft.com/office/officeart/2005/8/layout/process4"/>
    <dgm:cxn modelId="{B247C125-00E8-46D3-8794-0267DA3A85E6}" type="presParOf" srcId="{D45A85E9-E987-417E-BD41-751858389537}" destId="{AC7B8C44-3C33-47A0-A7D0-1C7D6F5A2E4D}" srcOrd="6" destOrd="0" presId="urn:microsoft.com/office/officeart/2005/8/layout/process4"/>
    <dgm:cxn modelId="{A9EE3BF7-335D-4A25-A461-5C07159DCF98}" type="presParOf" srcId="{AC7B8C44-3C33-47A0-A7D0-1C7D6F5A2E4D}" destId="{B037029F-467A-4175-ACCD-5BB0BAD5F108}" srcOrd="0" destOrd="0" presId="urn:microsoft.com/office/officeart/2005/8/layout/process4"/>
    <dgm:cxn modelId="{79DAF7AC-C23A-4EC0-B414-8688F6F0607C}" type="presParOf" srcId="{D45A85E9-E987-417E-BD41-751858389537}" destId="{465EC2C6-C5F3-42BB-B040-B92617C02F61}" srcOrd="7" destOrd="0" presId="urn:microsoft.com/office/officeart/2005/8/layout/process4"/>
    <dgm:cxn modelId="{0DD06149-F6BC-4769-A3FA-DCD33F1D7E31}" type="presParOf" srcId="{D45A85E9-E987-417E-BD41-751858389537}" destId="{0620A790-EBB2-4DC4-8333-804850CBED30}" srcOrd="8" destOrd="0" presId="urn:microsoft.com/office/officeart/2005/8/layout/process4"/>
    <dgm:cxn modelId="{A7D0409C-3EB2-44D5-AC76-C21C782B6A3C}" type="presParOf" srcId="{0620A790-EBB2-4DC4-8333-804850CBED30}" destId="{91A80EC5-5433-486D-A2A1-39BF10E8DFEC}" srcOrd="0" destOrd="0" presId="urn:microsoft.com/office/officeart/2005/8/layout/process4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30.xml><?xml version="1.0" encoding="utf-8"?>
<dgm:dataModel xmlns:dgm="http://schemas.openxmlformats.org/drawingml/2006/diagram" xmlns:a="http://schemas.openxmlformats.org/drawingml/2006/main">
  <dgm:ptLst>
    <dgm:pt modelId="{ED3F1A89-BC85-4253-966C-7691B172F16B}" type="doc">
      <dgm:prSet loTypeId="urn:microsoft.com/office/officeart/2005/8/layout/process4" loCatId="process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A81C1329-B344-4E5A-9AEE-1B757B613B4D}">
      <dgm:prSet custT="1"/>
      <dgm:spPr/>
      <dgm:t>
        <a:bodyPr/>
        <a:lstStyle/>
        <a:p>
          <a:r>
            <a:rPr lang="en-US" altLang="en-PK" sz="2000" kern="1200" dirty="0">
              <a:latin typeface="Arial" panose="020B0604020202020204" pitchFamily="34" charset="0"/>
              <a:cs typeface="Arial" panose="020B0604020202020204" pitchFamily="34" charset="0"/>
            </a:rPr>
            <a:t>Recall that cost-optimal parallel systems have an efficiency of </a:t>
          </a:r>
          <a:r>
            <a:rPr lang="el-GR" altLang="en-PK" sz="2000" kern="1200" dirty="0">
              <a:latin typeface="Arial" panose="020B0604020202020204" pitchFamily="34" charset="0"/>
              <a:cs typeface="Arial" panose="020B0604020202020204" pitchFamily="34" charset="0"/>
            </a:rPr>
            <a:t>Θ</a:t>
          </a:r>
          <a:r>
            <a:rPr lang="en-US" altLang="en-PK" sz="2000" kern="1200" dirty="0">
              <a:latin typeface="Arial" panose="020B0604020202020204" pitchFamily="34" charset="0"/>
              <a:cs typeface="Arial" panose="020B0604020202020204" pitchFamily="34" charset="0"/>
            </a:rPr>
            <a:t>(1).</a:t>
          </a:r>
          <a:endParaRPr lang="en-US" sz="2000" kern="1200" dirty="0">
            <a:solidFill>
              <a:srgbClr val="FFFFFF"/>
            </a:solidFill>
            <a:latin typeface="Arial" panose="020B0604020202020204" pitchFamily="34" charset="0"/>
            <a:ea typeface="+mn-ea"/>
            <a:cs typeface="Arial" panose="020B0604020202020204" pitchFamily="34" charset="0"/>
          </a:endParaRPr>
        </a:p>
      </dgm:t>
    </dgm:pt>
    <dgm:pt modelId="{B33391AB-DB71-40D7-86F3-385E5740A321}" type="parTrans" cxnId="{FA119128-D452-41E2-9C6E-53C9ADAEBB6D}">
      <dgm:prSet/>
      <dgm:spPr/>
      <dgm:t>
        <a:bodyPr/>
        <a:lstStyle/>
        <a:p>
          <a:endParaRPr lang="en-US"/>
        </a:p>
      </dgm:t>
    </dgm:pt>
    <dgm:pt modelId="{830BC0B3-C352-4C9D-8CDA-36F8FD52D51E}" type="sibTrans" cxnId="{FA119128-D452-41E2-9C6E-53C9ADAEBB6D}">
      <dgm:prSet/>
      <dgm:spPr/>
      <dgm:t>
        <a:bodyPr/>
        <a:lstStyle/>
        <a:p>
          <a:endParaRPr lang="en-US"/>
        </a:p>
      </dgm:t>
    </dgm:pt>
    <dgm:pt modelId="{C7BD31F1-F07C-400E-84EB-6AD62D2729E9}">
      <dgm:prSet custT="1"/>
      <dgm:spPr/>
      <dgm:t>
        <a:bodyPr/>
        <a:lstStyle/>
        <a:p>
          <a:r>
            <a:rPr lang="en-US" altLang="en-PK" sz="2000" kern="1200" dirty="0">
              <a:latin typeface="Arial" panose="020B0604020202020204" pitchFamily="34" charset="0"/>
              <a:cs typeface="Arial" panose="020B0604020202020204" pitchFamily="34" charset="0"/>
            </a:rPr>
            <a:t>Scalability and cost-optimality are therefore related.</a:t>
          </a:r>
          <a:r>
            <a:rPr lang="en-US" altLang="en-PK" sz="2000" kern="1200" dirty="0"/>
            <a:t>	</a:t>
          </a:r>
          <a:endParaRPr lang="en-US" sz="2000" kern="1200" dirty="0">
            <a:solidFill>
              <a:srgbClr val="FFFFFF"/>
            </a:solidFill>
            <a:latin typeface="Arial" panose="020B0604020202020204" pitchFamily="34" charset="0"/>
            <a:ea typeface="+mn-ea"/>
            <a:cs typeface="Arial" panose="020B0604020202020204" pitchFamily="34" charset="0"/>
          </a:endParaRPr>
        </a:p>
      </dgm:t>
    </dgm:pt>
    <dgm:pt modelId="{9DCD4935-E66C-464A-B28A-DF8838CF5FBD}" type="parTrans" cxnId="{942A2152-9C57-46BD-B674-A911D839BB48}">
      <dgm:prSet/>
      <dgm:spPr/>
      <dgm:t>
        <a:bodyPr/>
        <a:lstStyle/>
        <a:p>
          <a:endParaRPr lang="en-US"/>
        </a:p>
      </dgm:t>
    </dgm:pt>
    <dgm:pt modelId="{A132BD8E-B995-4201-A70A-D10386287ED8}" type="sibTrans" cxnId="{942A2152-9C57-46BD-B674-A911D839BB48}">
      <dgm:prSet/>
      <dgm:spPr/>
      <dgm:t>
        <a:bodyPr/>
        <a:lstStyle/>
        <a:p>
          <a:endParaRPr lang="en-US"/>
        </a:p>
      </dgm:t>
    </dgm:pt>
    <dgm:pt modelId="{A13D41A9-423E-4218-A1D5-F6E5404F7FF9}">
      <dgm:prSet custT="1"/>
      <dgm:spPr/>
      <dgm:t>
        <a:bodyPr/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en-PK" sz="2000" kern="1200" dirty="0">
              <a:latin typeface="Arial" panose="020B0604020202020204" pitchFamily="34" charset="0"/>
              <a:cs typeface="Arial" panose="020B0604020202020204" pitchFamily="34" charset="0"/>
            </a:rPr>
            <a:t>A scalable parallel system can always be made cost-optimal if the number of processing elements and the size of the computation are chosen appropriately.</a:t>
          </a:r>
          <a:endParaRPr lang="en-US" sz="2000" kern="1200" dirty="0">
            <a:solidFill>
              <a:srgbClr val="FFFFFF"/>
            </a:solidFill>
            <a:latin typeface="Arial" panose="020B0604020202020204" pitchFamily="34" charset="0"/>
            <a:ea typeface="+mn-ea"/>
            <a:cs typeface="Arial" panose="020B0604020202020204" pitchFamily="34" charset="0"/>
          </a:endParaRPr>
        </a:p>
      </dgm:t>
    </dgm:pt>
    <dgm:pt modelId="{D06D0E17-D81A-476A-A002-D66157174317}" type="sibTrans" cxnId="{FBF04F38-3441-4E6C-AFB6-70A10CE76D6A}">
      <dgm:prSet/>
      <dgm:spPr/>
      <dgm:t>
        <a:bodyPr/>
        <a:lstStyle/>
        <a:p>
          <a:endParaRPr lang="en-US"/>
        </a:p>
      </dgm:t>
    </dgm:pt>
    <dgm:pt modelId="{6B4DF925-2FDF-486B-8B36-2275C15F3634}" type="parTrans" cxnId="{FBF04F38-3441-4E6C-AFB6-70A10CE76D6A}">
      <dgm:prSet/>
      <dgm:spPr/>
      <dgm:t>
        <a:bodyPr/>
        <a:lstStyle/>
        <a:p>
          <a:endParaRPr lang="en-US"/>
        </a:p>
      </dgm:t>
    </dgm:pt>
    <dgm:pt modelId="{D45A85E9-E987-417E-BD41-751858389537}" type="pres">
      <dgm:prSet presAssocID="{ED3F1A89-BC85-4253-966C-7691B172F16B}" presName="Name0" presStyleCnt="0">
        <dgm:presLayoutVars>
          <dgm:dir/>
          <dgm:animLvl val="lvl"/>
          <dgm:resizeHandles val="exact"/>
        </dgm:presLayoutVars>
      </dgm:prSet>
      <dgm:spPr/>
    </dgm:pt>
    <dgm:pt modelId="{D7D39E60-75A0-42F1-8B0C-2D72A3EABD3F}" type="pres">
      <dgm:prSet presAssocID="{A13D41A9-423E-4218-A1D5-F6E5404F7FF9}" presName="boxAndChildren" presStyleCnt="0"/>
      <dgm:spPr/>
    </dgm:pt>
    <dgm:pt modelId="{7E915A64-5ADF-46C9-8D52-A4D379673F17}" type="pres">
      <dgm:prSet presAssocID="{A13D41A9-423E-4218-A1D5-F6E5404F7FF9}" presName="parentTextBox" presStyleLbl="node1" presStyleIdx="0" presStyleCnt="3"/>
      <dgm:spPr/>
    </dgm:pt>
    <dgm:pt modelId="{2CD74837-1C55-417D-8143-9591BE7910EE}" type="pres">
      <dgm:prSet presAssocID="{A132BD8E-B995-4201-A70A-D10386287ED8}" presName="sp" presStyleCnt="0"/>
      <dgm:spPr/>
    </dgm:pt>
    <dgm:pt modelId="{AC7B8C44-3C33-47A0-A7D0-1C7D6F5A2E4D}" type="pres">
      <dgm:prSet presAssocID="{C7BD31F1-F07C-400E-84EB-6AD62D2729E9}" presName="arrowAndChildren" presStyleCnt="0"/>
      <dgm:spPr/>
    </dgm:pt>
    <dgm:pt modelId="{B037029F-467A-4175-ACCD-5BB0BAD5F108}" type="pres">
      <dgm:prSet presAssocID="{C7BD31F1-F07C-400E-84EB-6AD62D2729E9}" presName="parentTextArrow" presStyleLbl="node1" presStyleIdx="1" presStyleCnt="3" custScaleY="85346"/>
      <dgm:spPr/>
    </dgm:pt>
    <dgm:pt modelId="{465EC2C6-C5F3-42BB-B040-B92617C02F61}" type="pres">
      <dgm:prSet presAssocID="{830BC0B3-C352-4C9D-8CDA-36F8FD52D51E}" presName="sp" presStyleCnt="0"/>
      <dgm:spPr/>
    </dgm:pt>
    <dgm:pt modelId="{0620A790-EBB2-4DC4-8333-804850CBED30}" type="pres">
      <dgm:prSet presAssocID="{A81C1329-B344-4E5A-9AEE-1B757B613B4D}" presName="arrowAndChildren" presStyleCnt="0"/>
      <dgm:spPr/>
    </dgm:pt>
    <dgm:pt modelId="{91A80EC5-5433-486D-A2A1-39BF10E8DFEC}" type="pres">
      <dgm:prSet presAssocID="{A81C1329-B344-4E5A-9AEE-1B757B613B4D}" presName="parentTextArrow" presStyleLbl="node1" presStyleIdx="2" presStyleCnt="3" custScaleY="86560"/>
      <dgm:spPr/>
    </dgm:pt>
  </dgm:ptLst>
  <dgm:cxnLst>
    <dgm:cxn modelId="{308D7800-BD43-44D6-B860-E961807B697F}" type="presOf" srcId="{C7BD31F1-F07C-400E-84EB-6AD62D2729E9}" destId="{B037029F-467A-4175-ACCD-5BB0BAD5F108}" srcOrd="0" destOrd="0" presId="urn:microsoft.com/office/officeart/2005/8/layout/process4"/>
    <dgm:cxn modelId="{FA119128-D452-41E2-9C6E-53C9ADAEBB6D}" srcId="{ED3F1A89-BC85-4253-966C-7691B172F16B}" destId="{A81C1329-B344-4E5A-9AEE-1B757B613B4D}" srcOrd="0" destOrd="0" parTransId="{B33391AB-DB71-40D7-86F3-385E5740A321}" sibTransId="{830BC0B3-C352-4C9D-8CDA-36F8FD52D51E}"/>
    <dgm:cxn modelId="{FBF04F38-3441-4E6C-AFB6-70A10CE76D6A}" srcId="{ED3F1A89-BC85-4253-966C-7691B172F16B}" destId="{A13D41A9-423E-4218-A1D5-F6E5404F7FF9}" srcOrd="2" destOrd="0" parTransId="{6B4DF925-2FDF-486B-8B36-2275C15F3634}" sibTransId="{D06D0E17-D81A-476A-A002-D66157174317}"/>
    <dgm:cxn modelId="{9E53203A-24C0-49A4-977E-7DCC831496A0}" type="presOf" srcId="{A13D41A9-423E-4218-A1D5-F6E5404F7FF9}" destId="{7E915A64-5ADF-46C9-8D52-A4D379673F17}" srcOrd="0" destOrd="0" presId="urn:microsoft.com/office/officeart/2005/8/layout/process4"/>
    <dgm:cxn modelId="{942A2152-9C57-46BD-B674-A911D839BB48}" srcId="{ED3F1A89-BC85-4253-966C-7691B172F16B}" destId="{C7BD31F1-F07C-400E-84EB-6AD62D2729E9}" srcOrd="1" destOrd="0" parTransId="{9DCD4935-E66C-464A-B28A-DF8838CF5FBD}" sibTransId="{A132BD8E-B995-4201-A70A-D10386287ED8}"/>
    <dgm:cxn modelId="{463E3DDC-BD02-442C-9995-862DE238D12C}" type="presOf" srcId="{A81C1329-B344-4E5A-9AEE-1B757B613B4D}" destId="{91A80EC5-5433-486D-A2A1-39BF10E8DFEC}" srcOrd="0" destOrd="0" presId="urn:microsoft.com/office/officeart/2005/8/layout/process4"/>
    <dgm:cxn modelId="{9F1A38FE-87FA-449E-A591-A70F4F19F652}" type="presOf" srcId="{ED3F1A89-BC85-4253-966C-7691B172F16B}" destId="{D45A85E9-E987-417E-BD41-751858389537}" srcOrd="0" destOrd="0" presId="urn:microsoft.com/office/officeart/2005/8/layout/process4"/>
    <dgm:cxn modelId="{CB5BAAD3-2730-45FB-8FC2-8CC62E6141A8}" type="presParOf" srcId="{D45A85E9-E987-417E-BD41-751858389537}" destId="{D7D39E60-75A0-42F1-8B0C-2D72A3EABD3F}" srcOrd="0" destOrd="0" presId="urn:microsoft.com/office/officeart/2005/8/layout/process4"/>
    <dgm:cxn modelId="{485152FB-00D6-4918-B98D-AAF57549802C}" type="presParOf" srcId="{D7D39E60-75A0-42F1-8B0C-2D72A3EABD3F}" destId="{7E915A64-5ADF-46C9-8D52-A4D379673F17}" srcOrd="0" destOrd="0" presId="urn:microsoft.com/office/officeart/2005/8/layout/process4"/>
    <dgm:cxn modelId="{5CD108CB-4FBC-4D1F-8D17-9D79799FFC87}" type="presParOf" srcId="{D45A85E9-E987-417E-BD41-751858389537}" destId="{2CD74837-1C55-417D-8143-9591BE7910EE}" srcOrd="1" destOrd="0" presId="urn:microsoft.com/office/officeart/2005/8/layout/process4"/>
    <dgm:cxn modelId="{B247C125-00E8-46D3-8794-0267DA3A85E6}" type="presParOf" srcId="{D45A85E9-E987-417E-BD41-751858389537}" destId="{AC7B8C44-3C33-47A0-A7D0-1C7D6F5A2E4D}" srcOrd="2" destOrd="0" presId="urn:microsoft.com/office/officeart/2005/8/layout/process4"/>
    <dgm:cxn modelId="{A9EE3BF7-335D-4A25-A461-5C07159DCF98}" type="presParOf" srcId="{AC7B8C44-3C33-47A0-A7D0-1C7D6F5A2E4D}" destId="{B037029F-467A-4175-ACCD-5BB0BAD5F108}" srcOrd="0" destOrd="0" presId="urn:microsoft.com/office/officeart/2005/8/layout/process4"/>
    <dgm:cxn modelId="{79DAF7AC-C23A-4EC0-B414-8688F6F0607C}" type="presParOf" srcId="{D45A85E9-E987-417E-BD41-751858389537}" destId="{465EC2C6-C5F3-42BB-B040-B92617C02F61}" srcOrd="3" destOrd="0" presId="urn:microsoft.com/office/officeart/2005/8/layout/process4"/>
    <dgm:cxn modelId="{0DD06149-F6BC-4769-A3FA-DCD33F1D7E31}" type="presParOf" srcId="{D45A85E9-E987-417E-BD41-751858389537}" destId="{0620A790-EBB2-4DC4-8333-804850CBED30}" srcOrd="4" destOrd="0" presId="urn:microsoft.com/office/officeart/2005/8/layout/process4"/>
    <dgm:cxn modelId="{A7D0409C-3EB2-44D5-AC76-C21C782B6A3C}" type="presParOf" srcId="{0620A790-EBB2-4DC4-8333-804850CBED30}" destId="{91A80EC5-5433-486D-A2A1-39BF10E8DFEC}" srcOrd="0" destOrd="0" presId="urn:microsoft.com/office/officeart/2005/8/layout/process4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31.xml><?xml version="1.0" encoding="utf-8"?>
<dgm:dataModel xmlns:dgm="http://schemas.openxmlformats.org/drawingml/2006/diagram" xmlns:a="http://schemas.openxmlformats.org/drawingml/2006/main">
  <dgm:ptLst>
    <dgm:pt modelId="{AC605FAC-F4E1-443B-91BE-22C6277E36A9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ED44C359-7308-4379-89E9-19E66492F1E3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altLang="en-PK" sz="2000" b="0" dirty="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rPr>
            <a:t>Isoefficiency Metric   </a:t>
          </a:r>
          <a:endParaRPr lang="en-US" sz="2000" b="0" dirty="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DDE39F89-4909-4F7C-B6EE-53FC58D6BFC9}" type="parTrans" cxnId="{5A7FBB75-A817-4E9D-AEC2-DB7B07048CA1}">
      <dgm:prSet/>
      <dgm:spPr/>
      <dgm:t>
        <a:bodyPr/>
        <a:lstStyle/>
        <a:p>
          <a:endParaRPr lang="en-US"/>
        </a:p>
      </dgm:t>
    </dgm:pt>
    <dgm:pt modelId="{C10B7116-E14F-4655-9E5A-B6D7DD37A5B9}" type="sibTrans" cxnId="{5A7FBB75-A817-4E9D-AEC2-DB7B07048CA1}">
      <dgm:prSet/>
      <dgm:spPr/>
      <dgm:t>
        <a:bodyPr/>
        <a:lstStyle/>
        <a:p>
          <a:endParaRPr lang="en-US"/>
        </a:p>
      </dgm:t>
    </dgm:pt>
    <dgm:pt modelId="{B52304F7-9CCF-4381-9DB7-D65E8FF69D98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altLang="en-PK" sz="2000" b="0" dirty="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rPr>
            <a:t>Isoefficiency Metric Example</a:t>
          </a:r>
          <a:endParaRPr lang="en-US" sz="2000" b="0" dirty="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5A3F200D-6884-4F08-B3E1-ED350FEF42E7}" type="parTrans" cxnId="{7D93A2FB-E493-4057-9321-1F6F3DDA93FB}">
      <dgm:prSet/>
      <dgm:spPr/>
      <dgm:t>
        <a:bodyPr/>
        <a:lstStyle/>
        <a:p>
          <a:endParaRPr lang="en-US"/>
        </a:p>
      </dgm:t>
    </dgm:pt>
    <dgm:pt modelId="{3B0ED119-AD1B-484D-96A0-C81E45281368}" type="sibTrans" cxnId="{7D93A2FB-E493-4057-9321-1F6F3DDA93FB}">
      <dgm:prSet/>
      <dgm:spPr/>
      <dgm:t>
        <a:bodyPr/>
        <a:lstStyle/>
        <a:p>
          <a:endParaRPr lang="en-US"/>
        </a:p>
      </dgm:t>
    </dgm:pt>
    <dgm:pt modelId="{203A11AC-6691-4719-A18C-2D6C7EA9F1B7}" type="pres">
      <dgm:prSet presAssocID="{AC605FAC-F4E1-443B-91BE-22C6277E36A9}" presName="root" presStyleCnt="0">
        <dgm:presLayoutVars>
          <dgm:dir/>
          <dgm:resizeHandles val="exact"/>
        </dgm:presLayoutVars>
      </dgm:prSet>
      <dgm:spPr/>
    </dgm:pt>
    <dgm:pt modelId="{600634BA-D74A-488D-87C2-97828914D25B}" type="pres">
      <dgm:prSet presAssocID="{ED44C359-7308-4379-89E9-19E66492F1E3}" presName="compNode" presStyleCnt="0"/>
      <dgm:spPr/>
    </dgm:pt>
    <dgm:pt modelId="{27611441-5FC4-4BBA-AB94-233AC5382243}" type="pres">
      <dgm:prSet presAssocID="{ED44C359-7308-4379-89E9-19E66492F1E3}" presName="bgRect" presStyleLbl="bgShp" presStyleIdx="0" presStyleCnt="2"/>
      <dgm:spPr/>
    </dgm:pt>
    <dgm:pt modelId="{C11A7D35-1FE6-446D-AE68-CDC0EA75C5EF}" type="pres">
      <dgm:prSet presAssocID="{ED44C359-7308-4379-89E9-19E66492F1E3}" presName="iconRect" presStyleLbl="node1" presStyleIdx="0" presStyleCnt="2"/>
      <dgm:spPr>
        <a:blipFill>
          <a:blip xmlns:r="http://schemas.openxmlformats.org/officeDocument/2006/relationships" r:embed="rId1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alculator"/>
        </a:ext>
      </dgm:extLst>
    </dgm:pt>
    <dgm:pt modelId="{1E29CDAF-1E44-40CB-AADF-4B80555EE7A7}" type="pres">
      <dgm:prSet presAssocID="{ED44C359-7308-4379-89E9-19E66492F1E3}" presName="spaceRect" presStyleCnt="0"/>
      <dgm:spPr/>
    </dgm:pt>
    <dgm:pt modelId="{439E4229-80E6-49FA-AC66-32D790A69D10}" type="pres">
      <dgm:prSet presAssocID="{ED44C359-7308-4379-89E9-19E66492F1E3}" presName="parTx" presStyleLbl="revTx" presStyleIdx="0" presStyleCnt="2">
        <dgm:presLayoutVars>
          <dgm:chMax val="0"/>
          <dgm:chPref val="0"/>
        </dgm:presLayoutVars>
      </dgm:prSet>
      <dgm:spPr/>
    </dgm:pt>
    <dgm:pt modelId="{8618AEF0-E25F-4BEF-A69C-DFE10F40ECD4}" type="pres">
      <dgm:prSet presAssocID="{C10B7116-E14F-4655-9E5A-B6D7DD37A5B9}" presName="sibTrans" presStyleCnt="0"/>
      <dgm:spPr/>
    </dgm:pt>
    <dgm:pt modelId="{2B88366C-3DD7-4316-A04C-3130D68EB710}" type="pres">
      <dgm:prSet presAssocID="{B52304F7-9CCF-4381-9DB7-D65E8FF69D98}" presName="compNode" presStyleCnt="0"/>
      <dgm:spPr/>
    </dgm:pt>
    <dgm:pt modelId="{D75562AD-F78D-4876-92B4-3DD0643FB177}" type="pres">
      <dgm:prSet presAssocID="{B52304F7-9CCF-4381-9DB7-D65E8FF69D98}" presName="bgRect" presStyleLbl="bgShp" presStyleIdx="1" presStyleCnt="2" custLinFactNeighborX="1406" custLinFactNeighborY="3433"/>
      <dgm:spPr/>
    </dgm:pt>
    <dgm:pt modelId="{3807B6D7-BF48-4FDE-BD86-4D161441F3BF}" type="pres">
      <dgm:prSet presAssocID="{B52304F7-9CCF-4381-9DB7-D65E8FF69D98}" presName="iconRect" presStyleLbl="node1" presStyleIdx="1" presStyleCnt="2"/>
      <dgm:spPr>
        <a:blipFill>
          <a:blip xmlns:r="http://schemas.openxmlformats.org/officeDocument/2006/relationships"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loud Computing"/>
        </a:ext>
      </dgm:extLst>
    </dgm:pt>
    <dgm:pt modelId="{07149938-3981-4A58-80D9-196D21EBC8A9}" type="pres">
      <dgm:prSet presAssocID="{B52304F7-9CCF-4381-9DB7-D65E8FF69D98}" presName="spaceRect" presStyleCnt="0"/>
      <dgm:spPr/>
    </dgm:pt>
    <dgm:pt modelId="{17273AB3-1C10-4C7C-8AEC-2DC6562CD53E}" type="pres">
      <dgm:prSet presAssocID="{B52304F7-9CCF-4381-9DB7-D65E8FF69D98}" presName="parTx" presStyleLbl="revTx" presStyleIdx="1" presStyleCnt="2">
        <dgm:presLayoutVars>
          <dgm:chMax val="0"/>
          <dgm:chPref val="0"/>
        </dgm:presLayoutVars>
      </dgm:prSet>
      <dgm:spPr/>
    </dgm:pt>
  </dgm:ptLst>
  <dgm:cxnLst>
    <dgm:cxn modelId="{5A7FBB75-A817-4E9D-AEC2-DB7B07048CA1}" srcId="{AC605FAC-F4E1-443B-91BE-22C6277E36A9}" destId="{ED44C359-7308-4379-89E9-19E66492F1E3}" srcOrd="0" destOrd="0" parTransId="{DDE39F89-4909-4F7C-B6EE-53FC58D6BFC9}" sibTransId="{C10B7116-E14F-4655-9E5A-B6D7DD37A5B9}"/>
    <dgm:cxn modelId="{EC3A6D8C-FF5E-4705-AD3B-8C9EF9B23F68}" type="presOf" srcId="{AC605FAC-F4E1-443B-91BE-22C6277E36A9}" destId="{203A11AC-6691-4719-A18C-2D6C7EA9F1B7}" srcOrd="0" destOrd="0" presId="urn:microsoft.com/office/officeart/2018/2/layout/IconVerticalSolidList"/>
    <dgm:cxn modelId="{EA474EB2-2FA0-4EB5-B43B-96F69CF80FDF}" type="presOf" srcId="{B52304F7-9CCF-4381-9DB7-D65E8FF69D98}" destId="{17273AB3-1C10-4C7C-8AEC-2DC6562CD53E}" srcOrd="0" destOrd="0" presId="urn:microsoft.com/office/officeart/2018/2/layout/IconVerticalSolidList"/>
    <dgm:cxn modelId="{7D93A2FB-E493-4057-9321-1F6F3DDA93FB}" srcId="{AC605FAC-F4E1-443B-91BE-22C6277E36A9}" destId="{B52304F7-9CCF-4381-9DB7-D65E8FF69D98}" srcOrd="1" destOrd="0" parTransId="{5A3F200D-6884-4F08-B3E1-ED350FEF42E7}" sibTransId="{3B0ED119-AD1B-484D-96A0-C81E45281368}"/>
    <dgm:cxn modelId="{B2B632FF-2735-4994-8822-858116B0A752}" type="presOf" srcId="{ED44C359-7308-4379-89E9-19E66492F1E3}" destId="{439E4229-80E6-49FA-AC66-32D790A69D10}" srcOrd="0" destOrd="0" presId="urn:microsoft.com/office/officeart/2018/2/layout/IconVerticalSolidList"/>
    <dgm:cxn modelId="{AAD0D948-0EFF-4B90-9F03-4B7F786F9A47}" type="presParOf" srcId="{203A11AC-6691-4719-A18C-2D6C7EA9F1B7}" destId="{600634BA-D74A-488D-87C2-97828914D25B}" srcOrd="0" destOrd="0" presId="urn:microsoft.com/office/officeart/2018/2/layout/IconVerticalSolidList"/>
    <dgm:cxn modelId="{F3D869F0-5B3A-470A-B684-2565F3A7987F}" type="presParOf" srcId="{600634BA-D74A-488D-87C2-97828914D25B}" destId="{27611441-5FC4-4BBA-AB94-233AC5382243}" srcOrd="0" destOrd="0" presId="urn:microsoft.com/office/officeart/2018/2/layout/IconVerticalSolidList"/>
    <dgm:cxn modelId="{5BA5ADD8-02C7-452C-BCDF-19BDA1F0B94D}" type="presParOf" srcId="{600634BA-D74A-488D-87C2-97828914D25B}" destId="{C11A7D35-1FE6-446D-AE68-CDC0EA75C5EF}" srcOrd="1" destOrd="0" presId="urn:microsoft.com/office/officeart/2018/2/layout/IconVerticalSolidList"/>
    <dgm:cxn modelId="{C127652F-989C-4112-82A7-2E03814BB3AD}" type="presParOf" srcId="{600634BA-D74A-488D-87C2-97828914D25B}" destId="{1E29CDAF-1E44-40CB-AADF-4B80555EE7A7}" srcOrd="2" destOrd="0" presId="urn:microsoft.com/office/officeart/2018/2/layout/IconVerticalSolidList"/>
    <dgm:cxn modelId="{D0FB2FCC-1D9A-4592-85F9-A92F9CF1A68C}" type="presParOf" srcId="{600634BA-D74A-488D-87C2-97828914D25B}" destId="{439E4229-80E6-49FA-AC66-32D790A69D10}" srcOrd="3" destOrd="0" presId="urn:microsoft.com/office/officeart/2018/2/layout/IconVerticalSolidList"/>
    <dgm:cxn modelId="{0785BBAD-7F37-43D2-8AA1-2BBFD54735DC}" type="presParOf" srcId="{203A11AC-6691-4719-A18C-2D6C7EA9F1B7}" destId="{8618AEF0-E25F-4BEF-A69C-DFE10F40ECD4}" srcOrd="1" destOrd="0" presId="urn:microsoft.com/office/officeart/2018/2/layout/IconVerticalSolidList"/>
    <dgm:cxn modelId="{0E7202EA-0A9A-4D44-BA99-A889DE4EB80F}" type="presParOf" srcId="{203A11AC-6691-4719-A18C-2D6C7EA9F1B7}" destId="{2B88366C-3DD7-4316-A04C-3130D68EB710}" srcOrd="2" destOrd="0" presId="urn:microsoft.com/office/officeart/2018/2/layout/IconVerticalSolidList"/>
    <dgm:cxn modelId="{517A2F4A-4697-4566-8D6B-41A3D9D6EC75}" type="presParOf" srcId="{2B88366C-3DD7-4316-A04C-3130D68EB710}" destId="{D75562AD-F78D-4876-92B4-3DD0643FB177}" srcOrd="0" destOrd="0" presId="urn:microsoft.com/office/officeart/2018/2/layout/IconVerticalSolidList"/>
    <dgm:cxn modelId="{57779C05-57C6-44B8-93EE-CACA27621853}" type="presParOf" srcId="{2B88366C-3DD7-4316-A04C-3130D68EB710}" destId="{3807B6D7-BF48-4FDE-BD86-4D161441F3BF}" srcOrd="1" destOrd="0" presId="urn:microsoft.com/office/officeart/2018/2/layout/IconVerticalSolidList"/>
    <dgm:cxn modelId="{4237C448-86CC-4DA7-AAAA-5B81A689F97F}" type="presParOf" srcId="{2B88366C-3DD7-4316-A04C-3130D68EB710}" destId="{07149938-3981-4A58-80D9-196D21EBC8A9}" srcOrd="2" destOrd="0" presId="urn:microsoft.com/office/officeart/2018/2/layout/IconVerticalSolidList"/>
    <dgm:cxn modelId="{340E6C38-EDD8-4385-BAA2-F752835D3561}" type="presParOf" srcId="{2B88366C-3DD7-4316-A04C-3130D68EB710}" destId="{17273AB3-1C10-4C7C-8AEC-2DC6562CD53E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2.xml><?xml version="1.0" encoding="utf-8"?>
<dgm:dataModel xmlns:dgm="http://schemas.openxmlformats.org/drawingml/2006/diagram" xmlns:a="http://schemas.openxmlformats.org/drawingml/2006/main">
  <dgm:ptLst>
    <dgm:pt modelId="{B57B6F7A-9D7F-44E7-947C-C27B176947BD}" type="doc">
      <dgm:prSet loTypeId="urn:microsoft.com/office/officeart/2005/8/layout/hProcess9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x-none"/>
        </a:p>
      </dgm:t>
    </dgm:pt>
    <dgm:pt modelId="{D77A6FF4-8CBA-4CA1-94C5-2655FDC79908}">
      <dgm:prSet custT="1"/>
      <dgm:spPr/>
      <dgm:t>
        <a:bodyPr/>
        <a:lstStyle/>
        <a:p>
          <a:r>
            <a:rPr lang="en-US" altLang="en-PK" sz="2000" dirty="0">
              <a:latin typeface="Arial" panose="020B0604020202020204" pitchFamily="34" charset="0"/>
              <a:cs typeface="Arial" panose="020B0604020202020204" pitchFamily="34" charset="0"/>
            </a:rPr>
            <a:t>For some systems, the efficiency of a parallel system increases if the problem size is increased while keeping the number of processing elements constant.</a:t>
          </a:r>
          <a:endParaRPr lang="x-none" sz="2000" dirty="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3165091E-AA8E-4338-8115-5553B8A32499}" type="parTrans" cxnId="{D296A30B-094B-4A1F-893E-7EC188E5A84E}">
      <dgm:prSet/>
      <dgm:spPr/>
      <dgm:t>
        <a:bodyPr/>
        <a:lstStyle/>
        <a:p>
          <a:endParaRPr lang="x-none"/>
        </a:p>
      </dgm:t>
    </dgm:pt>
    <dgm:pt modelId="{10F67AAE-9614-4307-8C30-FC36948913F8}" type="sibTrans" cxnId="{D296A30B-094B-4A1F-893E-7EC188E5A84E}">
      <dgm:prSet/>
      <dgm:spPr/>
      <dgm:t>
        <a:bodyPr/>
        <a:lstStyle/>
        <a:p>
          <a:endParaRPr lang="x-none"/>
        </a:p>
      </dgm:t>
    </dgm:pt>
    <dgm:pt modelId="{50953A08-5D1D-4B1A-AF14-02180DCDEB3E}">
      <dgm:prSet custT="1"/>
      <dgm:spPr/>
      <dgm:t>
        <a:bodyPr/>
        <a:lstStyle/>
        <a:p>
          <a:r>
            <a:rPr lang="en-US" altLang="en-PK" sz="2000" dirty="0">
              <a:latin typeface="Arial" panose="020B0604020202020204" pitchFamily="34" charset="0"/>
              <a:cs typeface="Arial" panose="020B0604020202020204" pitchFamily="34" charset="0"/>
            </a:rPr>
            <a:t>For a given problem size, as we increase the number of processing elements, the overall efficiency of the parallel system goes down for all systems.</a:t>
          </a:r>
          <a:endParaRPr lang="x-none" sz="2000" dirty="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F1B78A0A-054E-4FF0-9B21-BCD9510B287B}" type="sibTrans" cxnId="{E2C52DF6-6144-4865-92E0-AC9A411C15C6}">
      <dgm:prSet/>
      <dgm:spPr/>
      <dgm:t>
        <a:bodyPr/>
        <a:lstStyle/>
        <a:p>
          <a:endParaRPr lang="x-none"/>
        </a:p>
      </dgm:t>
    </dgm:pt>
    <dgm:pt modelId="{5089D8FB-BB02-4F85-8B7B-B3A4F5FDA1E4}" type="parTrans" cxnId="{E2C52DF6-6144-4865-92E0-AC9A411C15C6}">
      <dgm:prSet/>
      <dgm:spPr/>
      <dgm:t>
        <a:bodyPr/>
        <a:lstStyle/>
        <a:p>
          <a:endParaRPr lang="x-none"/>
        </a:p>
      </dgm:t>
    </dgm:pt>
    <dgm:pt modelId="{F744A4DC-9443-4DFA-8648-84FB89A34382}" type="pres">
      <dgm:prSet presAssocID="{B57B6F7A-9D7F-44E7-947C-C27B176947BD}" presName="CompostProcess" presStyleCnt="0">
        <dgm:presLayoutVars>
          <dgm:dir/>
          <dgm:resizeHandles val="exact"/>
        </dgm:presLayoutVars>
      </dgm:prSet>
      <dgm:spPr/>
    </dgm:pt>
    <dgm:pt modelId="{0FCA9D39-C6BB-4395-9481-7D11F4C6909F}" type="pres">
      <dgm:prSet presAssocID="{B57B6F7A-9D7F-44E7-947C-C27B176947BD}" presName="arrow" presStyleLbl="bgShp" presStyleIdx="0" presStyleCnt="1" custScaleX="117238"/>
      <dgm:spPr/>
    </dgm:pt>
    <dgm:pt modelId="{D14F6A16-AC1C-43D7-9AD9-9B29B7B7F509}" type="pres">
      <dgm:prSet presAssocID="{B57B6F7A-9D7F-44E7-947C-C27B176947BD}" presName="linearProcess" presStyleCnt="0"/>
      <dgm:spPr/>
    </dgm:pt>
    <dgm:pt modelId="{047A4F0A-0B8D-48BA-9910-E99A2C2A8EFF}" type="pres">
      <dgm:prSet presAssocID="{50953A08-5D1D-4B1A-AF14-02180DCDEB3E}" presName="textNode" presStyleLbl="node1" presStyleIdx="0" presStyleCnt="2">
        <dgm:presLayoutVars>
          <dgm:bulletEnabled val="1"/>
        </dgm:presLayoutVars>
      </dgm:prSet>
      <dgm:spPr/>
    </dgm:pt>
    <dgm:pt modelId="{17BA247D-1EF2-4543-80FD-4B222BACABBE}" type="pres">
      <dgm:prSet presAssocID="{F1B78A0A-054E-4FF0-9B21-BCD9510B287B}" presName="sibTrans" presStyleCnt="0"/>
      <dgm:spPr/>
    </dgm:pt>
    <dgm:pt modelId="{418CB92C-366C-4FF8-97AC-66FBD22B220C}" type="pres">
      <dgm:prSet presAssocID="{D77A6FF4-8CBA-4CA1-94C5-2655FDC79908}" presName="textNode" presStyleLbl="node1" presStyleIdx="1" presStyleCnt="2">
        <dgm:presLayoutVars>
          <dgm:bulletEnabled val="1"/>
        </dgm:presLayoutVars>
      </dgm:prSet>
      <dgm:spPr/>
    </dgm:pt>
  </dgm:ptLst>
  <dgm:cxnLst>
    <dgm:cxn modelId="{D296A30B-094B-4A1F-893E-7EC188E5A84E}" srcId="{B57B6F7A-9D7F-44E7-947C-C27B176947BD}" destId="{D77A6FF4-8CBA-4CA1-94C5-2655FDC79908}" srcOrd="1" destOrd="0" parTransId="{3165091E-AA8E-4338-8115-5553B8A32499}" sibTransId="{10F67AAE-9614-4307-8C30-FC36948913F8}"/>
    <dgm:cxn modelId="{FFA29D86-41D6-4A68-A5B1-8662AAB32826}" type="presOf" srcId="{B57B6F7A-9D7F-44E7-947C-C27B176947BD}" destId="{F744A4DC-9443-4DFA-8648-84FB89A34382}" srcOrd="0" destOrd="0" presId="urn:microsoft.com/office/officeart/2005/8/layout/hProcess9"/>
    <dgm:cxn modelId="{EDD3D787-4C29-428C-B936-AC5BA70A1CC8}" type="presOf" srcId="{D77A6FF4-8CBA-4CA1-94C5-2655FDC79908}" destId="{418CB92C-366C-4FF8-97AC-66FBD22B220C}" srcOrd="0" destOrd="0" presId="urn:microsoft.com/office/officeart/2005/8/layout/hProcess9"/>
    <dgm:cxn modelId="{67F6239C-29AF-4DD7-B6CE-2516B2E3C435}" type="presOf" srcId="{50953A08-5D1D-4B1A-AF14-02180DCDEB3E}" destId="{047A4F0A-0B8D-48BA-9910-E99A2C2A8EFF}" srcOrd="0" destOrd="0" presId="urn:microsoft.com/office/officeart/2005/8/layout/hProcess9"/>
    <dgm:cxn modelId="{E2C52DF6-6144-4865-92E0-AC9A411C15C6}" srcId="{B57B6F7A-9D7F-44E7-947C-C27B176947BD}" destId="{50953A08-5D1D-4B1A-AF14-02180DCDEB3E}" srcOrd="0" destOrd="0" parTransId="{5089D8FB-BB02-4F85-8B7B-B3A4F5FDA1E4}" sibTransId="{F1B78A0A-054E-4FF0-9B21-BCD9510B287B}"/>
    <dgm:cxn modelId="{47C49C8A-D1E0-4795-809F-026DFDC833C9}" type="presParOf" srcId="{F744A4DC-9443-4DFA-8648-84FB89A34382}" destId="{0FCA9D39-C6BB-4395-9481-7D11F4C6909F}" srcOrd="0" destOrd="0" presId="urn:microsoft.com/office/officeart/2005/8/layout/hProcess9"/>
    <dgm:cxn modelId="{90B0FF8A-63A1-44B9-A212-8F12B0D18172}" type="presParOf" srcId="{F744A4DC-9443-4DFA-8648-84FB89A34382}" destId="{D14F6A16-AC1C-43D7-9AD9-9B29B7B7F509}" srcOrd="1" destOrd="0" presId="urn:microsoft.com/office/officeart/2005/8/layout/hProcess9"/>
    <dgm:cxn modelId="{71FE3EFA-ED4C-4066-9796-B31BAB677A05}" type="presParOf" srcId="{D14F6A16-AC1C-43D7-9AD9-9B29B7B7F509}" destId="{047A4F0A-0B8D-48BA-9910-E99A2C2A8EFF}" srcOrd="0" destOrd="0" presId="urn:microsoft.com/office/officeart/2005/8/layout/hProcess9"/>
    <dgm:cxn modelId="{38A9D229-9B0A-4F68-A87C-DE0B67BB7896}" type="presParOf" srcId="{D14F6A16-AC1C-43D7-9AD9-9B29B7B7F509}" destId="{17BA247D-1EF2-4543-80FD-4B222BACABBE}" srcOrd="1" destOrd="0" presId="urn:microsoft.com/office/officeart/2005/8/layout/hProcess9"/>
    <dgm:cxn modelId="{40724952-8D01-476E-BB77-F6A5BA01370A}" type="presParOf" srcId="{D14F6A16-AC1C-43D7-9AD9-9B29B7B7F509}" destId="{418CB92C-366C-4FF8-97AC-66FBD22B220C}" srcOrd="2" destOrd="0" presId="urn:microsoft.com/office/officeart/2005/8/layout/hProcess9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33.xml><?xml version="1.0" encoding="utf-8"?>
<dgm:dataModel xmlns:dgm="http://schemas.openxmlformats.org/drawingml/2006/diagram" xmlns:a="http://schemas.openxmlformats.org/drawingml/2006/main">
  <dgm:ptLst>
    <dgm:pt modelId="{ED3F1A89-BC85-4253-966C-7691B172F16B}" type="doc">
      <dgm:prSet loTypeId="urn:microsoft.com/office/officeart/2005/8/layout/process4" loCatId="process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C7BD31F1-F07C-400E-84EB-6AD62D2729E9}">
      <dgm:prSet custT="1"/>
      <dgm:spPr/>
      <dgm:t>
        <a:bodyPr/>
        <a:lstStyle/>
        <a:p>
          <a:r>
            <a:rPr lang="en-US" altLang="en-PK" sz="2000" kern="1200" dirty="0">
              <a:latin typeface="Arial" panose="020B0604020202020204" pitchFamily="34" charset="0"/>
              <a:cs typeface="Arial" panose="020B0604020202020204" pitchFamily="34" charset="0"/>
            </a:rPr>
            <a:t>What is the rate at which the problem size must increase with respect to the number of processing elements to keep the efficiency fixed?</a:t>
          </a:r>
          <a:r>
            <a:rPr lang="en-US" altLang="en-PK" sz="2000" kern="1200" dirty="0"/>
            <a:t>	</a:t>
          </a:r>
          <a:endParaRPr lang="en-US" sz="2000" kern="1200" dirty="0">
            <a:solidFill>
              <a:srgbClr val="FFFFFF"/>
            </a:solidFill>
            <a:latin typeface="Arial" panose="020B0604020202020204" pitchFamily="34" charset="0"/>
            <a:ea typeface="+mn-ea"/>
            <a:cs typeface="Arial" panose="020B0604020202020204" pitchFamily="34" charset="0"/>
          </a:endParaRPr>
        </a:p>
      </dgm:t>
    </dgm:pt>
    <dgm:pt modelId="{9DCD4935-E66C-464A-B28A-DF8838CF5FBD}" type="parTrans" cxnId="{942A2152-9C57-46BD-B674-A911D839BB48}">
      <dgm:prSet/>
      <dgm:spPr/>
      <dgm:t>
        <a:bodyPr/>
        <a:lstStyle/>
        <a:p>
          <a:endParaRPr lang="en-US"/>
        </a:p>
      </dgm:t>
    </dgm:pt>
    <dgm:pt modelId="{A132BD8E-B995-4201-A70A-D10386287ED8}" type="sibTrans" cxnId="{942A2152-9C57-46BD-B674-A911D839BB48}">
      <dgm:prSet/>
      <dgm:spPr/>
      <dgm:t>
        <a:bodyPr/>
        <a:lstStyle/>
        <a:p>
          <a:endParaRPr lang="en-US"/>
        </a:p>
      </dgm:t>
    </dgm:pt>
    <dgm:pt modelId="{A13D41A9-423E-4218-A1D5-F6E5404F7FF9}">
      <dgm:prSet custT="1"/>
      <dgm:spPr/>
      <dgm:t>
        <a:bodyPr/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en-PK" sz="2000" kern="1200" dirty="0">
              <a:solidFill>
                <a:srgbClr val="FFFFFF"/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</a:rPr>
            <a:t>This rate determines the scalability of the system. The slower this rate, the better.</a:t>
          </a:r>
          <a:endParaRPr lang="en-US" sz="2000" kern="1200" dirty="0">
            <a:solidFill>
              <a:srgbClr val="FFFFFF"/>
            </a:solidFill>
            <a:latin typeface="Arial" panose="020B0604020202020204" pitchFamily="34" charset="0"/>
            <a:ea typeface="+mn-ea"/>
            <a:cs typeface="Arial" panose="020B0604020202020204" pitchFamily="34" charset="0"/>
          </a:endParaRPr>
        </a:p>
      </dgm:t>
    </dgm:pt>
    <dgm:pt modelId="{6B4DF925-2FDF-486B-8B36-2275C15F3634}" type="parTrans" cxnId="{FBF04F38-3441-4E6C-AFB6-70A10CE76D6A}">
      <dgm:prSet/>
      <dgm:spPr/>
      <dgm:t>
        <a:bodyPr/>
        <a:lstStyle/>
        <a:p>
          <a:endParaRPr lang="en-US"/>
        </a:p>
      </dgm:t>
    </dgm:pt>
    <dgm:pt modelId="{D06D0E17-D81A-476A-A002-D66157174317}" type="sibTrans" cxnId="{FBF04F38-3441-4E6C-AFB6-70A10CE76D6A}">
      <dgm:prSet/>
      <dgm:spPr/>
      <dgm:t>
        <a:bodyPr/>
        <a:lstStyle/>
        <a:p>
          <a:endParaRPr lang="en-US"/>
        </a:p>
      </dgm:t>
    </dgm:pt>
    <dgm:pt modelId="{A5E09EBF-7D26-408D-9A60-FB3593AB8AD1}">
      <dgm:prSet custT="1"/>
      <dgm:spPr/>
      <dgm:t>
        <a:bodyPr/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en-PK" sz="2000" kern="1200" dirty="0">
              <a:solidFill>
                <a:srgbClr val="FFFFFF"/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</a:rPr>
            <a:t>Before we formalize this rate, we define the problem size </a:t>
          </a:r>
          <a:r>
            <a:rPr lang="en-US" altLang="en-PK" sz="2000" kern="1200" dirty="0"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anose="020B0604020202020204" pitchFamily="34" charset="0"/>
              <a:ea typeface="+mn-ea"/>
              <a:cs typeface="Arial" panose="020B0604020202020204" pitchFamily="34" charset="0"/>
            </a:rPr>
            <a:t>W</a:t>
          </a:r>
          <a:r>
            <a:rPr lang="en-US" altLang="en-PK" sz="2000" kern="1200" dirty="0">
              <a:solidFill>
                <a:srgbClr val="FFFFFF"/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</a:rPr>
            <a:t> as the asymptotic number of operations associated with the best serial algorithm to solve the problem.</a:t>
          </a:r>
          <a:endParaRPr lang="en-US" sz="2000" kern="1200" dirty="0">
            <a:solidFill>
              <a:srgbClr val="FFFFFF"/>
            </a:solidFill>
            <a:latin typeface="Arial" panose="020B0604020202020204" pitchFamily="34" charset="0"/>
            <a:ea typeface="+mn-ea"/>
            <a:cs typeface="Arial" panose="020B0604020202020204" pitchFamily="34" charset="0"/>
          </a:endParaRPr>
        </a:p>
      </dgm:t>
    </dgm:pt>
    <dgm:pt modelId="{007FA5FD-9743-46E7-9976-054377878009}" type="parTrans" cxnId="{7299AE72-09AF-4849-B252-AD6469C7C29B}">
      <dgm:prSet/>
      <dgm:spPr/>
      <dgm:t>
        <a:bodyPr/>
        <a:lstStyle/>
        <a:p>
          <a:endParaRPr lang="en-PK"/>
        </a:p>
      </dgm:t>
    </dgm:pt>
    <dgm:pt modelId="{497FCAE2-DAF0-4F2F-AE9B-2A340CC45DCE}" type="sibTrans" cxnId="{7299AE72-09AF-4849-B252-AD6469C7C29B}">
      <dgm:prSet/>
      <dgm:spPr/>
      <dgm:t>
        <a:bodyPr/>
        <a:lstStyle/>
        <a:p>
          <a:endParaRPr lang="en-PK"/>
        </a:p>
      </dgm:t>
    </dgm:pt>
    <dgm:pt modelId="{D45A85E9-E987-417E-BD41-751858389537}" type="pres">
      <dgm:prSet presAssocID="{ED3F1A89-BC85-4253-966C-7691B172F16B}" presName="Name0" presStyleCnt="0">
        <dgm:presLayoutVars>
          <dgm:dir/>
          <dgm:animLvl val="lvl"/>
          <dgm:resizeHandles val="exact"/>
        </dgm:presLayoutVars>
      </dgm:prSet>
      <dgm:spPr/>
    </dgm:pt>
    <dgm:pt modelId="{75115DA0-2EAD-46F6-B588-6A678B155617}" type="pres">
      <dgm:prSet presAssocID="{A5E09EBF-7D26-408D-9A60-FB3593AB8AD1}" presName="boxAndChildren" presStyleCnt="0"/>
      <dgm:spPr/>
    </dgm:pt>
    <dgm:pt modelId="{B590F94C-CDED-4767-BDBA-E44480A8C1F5}" type="pres">
      <dgm:prSet presAssocID="{A5E09EBF-7D26-408D-9A60-FB3593AB8AD1}" presName="parentTextBox" presStyleLbl="node1" presStyleIdx="0" presStyleCnt="3"/>
      <dgm:spPr/>
    </dgm:pt>
    <dgm:pt modelId="{48AA65B8-4CF7-4C78-AB58-FB29985459A2}" type="pres">
      <dgm:prSet presAssocID="{D06D0E17-D81A-476A-A002-D66157174317}" presName="sp" presStyleCnt="0"/>
      <dgm:spPr/>
    </dgm:pt>
    <dgm:pt modelId="{09C74DD1-DB74-45D6-B087-1E0D2D3F251A}" type="pres">
      <dgm:prSet presAssocID="{A13D41A9-423E-4218-A1D5-F6E5404F7FF9}" presName="arrowAndChildren" presStyleCnt="0"/>
      <dgm:spPr/>
    </dgm:pt>
    <dgm:pt modelId="{927DE236-B9F0-4F98-A4C8-3E7F4F5F6CD2}" type="pres">
      <dgm:prSet presAssocID="{A13D41A9-423E-4218-A1D5-F6E5404F7FF9}" presName="parentTextArrow" presStyleLbl="node1" presStyleIdx="1" presStyleCnt="3"/>
      <dgm:spPr/>
    </dgm:pt>
    <dgm:pt modelId="{2CD74837-1C55-417D-8143-9591BE7910EE}" type="pres">
      <dgm:prSet presAssocID="{A132BD8E-B995-4201-A70A-D10386287ED8}" presName="sp" presStyleCnt="0"/>
      <dgm:spPr/>
    </dgm:pt>
    <dgm:pt modelId="{AC7B8C44-3C33-47A0-A7D0-1C7D6F5A2E4D}" type="pres">
      <dgm:prSet presAssocID="{C7BD31F1-F07C-400E-84EB-6AD62D2729E9}" presName="arrowAndChildren" presStyleCnt="0"/>
      <dgm:spPr/>
    </dgm:pt>
    <dgm:pt modelId="{B037029F-467A-4175-ACCD-5BB0BAD5F108}" type="pres">
      <dgm:prSet presAssocID="{C7BD31F1-F07C-400E-84EB-6AD62D2729E9}" presName="parentTextArrow" presStyleLbl="node1" presStyleIdx="2" presStyleCnt="3" custScaleY="105379"/>
      <dgm:spPr/>
    </dgm:pt>
  </dgm:ptLst>
  <dgm:cxnLst>
    <dgm:cxn modelId="{308D7800-BD43-44D6-B860-E961807B697F}" type="presOf" srcId="{C7BD31F1-F07C-400E-84EB-6AD62D2729E9}" destId="{B037029F-467A-4175-ACCD-5BB0BAD5F108}" srcOrd="0" destOrd="0" presId="urn:microsoft.com/office/officeart/2005/8/layout/process4"/>
    <dgm:cxn modelId="{FBF04F38-3441-4E6C-AFB6-70A10CE76D6A}" srcId="{ED3F1A89-BC85-4253-966C-7691B172F16B}" destId="{A13D41A9-423E-4218-A1D5-F6E5404F7FF9}" srcOrd="1" destOrd="0" parTransId="{6B4DF925-2FDF-486B-8B36-2275C15F3634}" sibTransId="{D06D0E17-D81A-476A-A002-D66157174317}"/>
    <dgm:cxn modelId="{942A2152-9C57-46BD-B674-A911D839BB48}" srcId="{ED3F1A89-BC85-4253-966C-7691B172F16B}" destId="{C7BD31F1-F07C-400E-84EB-6AD62D2729E9}" srcOrd="0" destOrd="0" parTransId="{9DCD4935-E66C-464A-B28A-DF8838CF5FBD}" sibTransId="{A132BD8E-B995-4201-A70A-D10386287ED8}"/>
    <dgm:cxn modelId="{7299AE72-09AF-4849-B252-AD6469C7C29B}" srcId="{ED3F1A89-BC85-4253-966C-7691B172F16B}" destId="{A5E09EBF-7D26-408D-9A60-FB3593AB8AD1}" srcOrd="2" destOrd="0" parTransId="{007FA5FD-9743-46E7-9976-054377878009}" sibTransId="{497FCAE2-DAF0-4F2F-AE9B-2A340CC45DCE}"/>
    <dgm:cxn modelId="{42D9FEAC-C020-4A43-B38F-B0A16D5E242F}" type="presOf" srcId="{A5E09EBF-7D26-408D-9A60-FB3593AB8AD1}" destId="{B590F94C-CDED-4767-BDBA-E44480A8C1F5}" srcOrd="0" destOrd="0" presId="urn:microsoft.com/office/officeart/2005/8/layout/process4"/>
    <dgm:cxn modelId="{D4A173C3-69F3-4F6C-A61B-86ADCE575297}" type="presOf" srcId="{A13D41A9-423E-4218-A1D5-F6E5404F7FF9}" destId="{927DE236-B9F0-4F98-A4C8-3E7F4F5F6CD2}" srcOrd="0" destOrd="0" presId="urn:microsoft.com/office/officeart/2005/8/layout/process4"/>
    <dgm:cxn modelId="{9F1A38FE-87FA-449E-A591-A70F4F19F652}" type="presOf" srcId="{ED3F1A89-BC85-4253-966C-7691B172F16B}" destId="{D45A85E9-E987-417E-BD41-751858389537}" srcOrd="0" destOrd="0" presId="urn:microsoft.com/office/officeart/2005/8/layout/process4"/>
    <dgm:cxn modelId="{FC3EE317-7783-4F45-8FFB-E66134A5F7D5}" type="presParOf" srcId="{D45A85E9-E987-417E-BD41-751858389537}" destId="{75115DA0-2EAD-46F6-B588-6A678B155617}" srcOrd="0" destOrd="0" presId="urn:microsoft.com/office/officeart/2005/8/layout/process4"/>
    <dgm:cxn modelId="{31C48665-A0A5-45D9-A45D-F79375FF87B4}" type="presParOf" srcId="{75115DA0-2EAD-46F6-B588-6A678B155617}" destId="{B590F94C-CDED-4767-BDBA-E44480A8C1F5}" srcOrd="0" destOrd="0" presId="urn:microsoft.com/office/officeart/2005/8/layout/process4"/>
    <dgm:cxn modelId="{F3540E76-1FE3-4552-9D33-CF3709B95526}" type="presParOf" srcId="{D45A85E9-E987-417E-BD41-751858389537}" destId="{48AA65B8-4CF7-4C78-AB58-FB29985459A2}" srcOrd="1" destOrd="0" presId="urn:microsoft.com/office/officeart/2005/8/layout/process4"/>
    <dgm:cxn modelId="{482E900D-DF67-4925-AD35-13BBFC89D90D}" type="presParOf" srcId="{D45A85E9-E987-417E-BD41-751858389537}" destId="{09C74DD1-DB74-45D6-B087-1E0D2D3F251A}" srcOrd="2" destOrd="0" presId="urn:microsoft.com/office/officeart/2005/8/layout/process4"/>
    <dgm:cxn modelId="{1B5DB4D0-24AD-494F-9495-0F009D129F9C}" type="presParOf" srcId="{09C74DD1-DB74-45D6-B087-1E0D2D3F251A}" destId="{927DE236-B9F0-4F98-A4C8-3E7F4F5F6CD2}" srcOrd="0" destOrd="0" presId="urn:microsoft.com/office/officeart/2005/8/layout/process4"/>
    <dgm:cxn modelId="{5CD108CB-4FBC-4D1F-8D17-9D79799FFC87}" type="presParOf" srcId="{D45A85E9-E987-417E-BD41-751858389537}" destId="{2CD74837-1C55-417D-8143-9591BE7910EE}" srcOrd="3" destOrd="0" presId="urn:microsoft.com/office/officeart/2005/8/layout/process4"/>
    <dgm:cxn modelId="{B247C125-00E8-46D3-8794-0267DA3A85E6}" type="presParOf" srcId="{D45A85E9-E987-417E-BD41-751858389537}" destId="{AC7B8C44-3C33-47A0-A7D0-1C7D6F5A2E4D}" srcOrd="4" destOrd="0" presId="urn:microsoft.com/office/officeart/2005/8/layout/process4"/>
    <dgm:cxn modelId="{A9EE3BF7-335D-4A25-A461-5C07159DCF98}" type="presParOf" srcId="{AC7B8C44-3C33-47A0-A7D0-1C7D6F5A2E4D}" destId="{B037029F-467A-4175-ACCD-5BB0BAD5F108}" srcOrd="0" destOrd="0" presId="urn:microsoft.com/office/officeart/2005/8/layout/process4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4.xml><?xml version="1.0" encoding="utf-8"?>
<dgm:dataModel xmlns:dgm="http://schemas.openxmlformats.org/drawingml/2006/diagram" xmlns:a="http://schemas.openxmlformats.org/drawingml/2006/main">
  <dgm:ptLst>
    <dgm:pt modelId="{ED3F1A89-BC85-4253-966C-7691B172F16B}" type="doc">
      <dgm:prSet loTypeId="urn:microsoft.com/office/officeart/2005/8/layout/process4" loCatId="process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A81C1329-B344-4E5A-9AEE-1B757B613B4D}">
      <dgm:prSet custT="1"/>
      <dgm:spPr/>
      <dgm:t>
        <a:bodyPr/>
        <a:lstStyle/>
        <a:p>
          <a:r>
            <a:rPr lang="en-US" altLang="en-PK" sz="2000" dirty="0">
              <a:latin typeface="Arial" panose="020B0604020202020204" pitchFamily="34" charset="0"/>
              <a:cs typeface="Arial" panose="020B0604020202020204" pitchFamily="34" charset="0"/>
            </a:rPr>
            <a:t>The problem size </a:t>
          </a:r>
          <a:r>
            <a:rPr lang="en-US" altLang="en-PK" sz="2000" b="1" i="1" dirty="0">
              <a:latin typeface="Arial" panose="020B0604020202020204" pitchFamily="34" charset="0"/>
              <a:cs typeface="Arial" panose="020B0604020202020204" pitchFamily="34" charset="0"/>
            </a:rPr>
            <a:t>W</a:t>
          </a:r>
          <a:r>
            <a:rPr lang="en-US" altLang="en-PK" sz="2000" dirty="0">
              <a:latin typeface="Arial" panose="020B0604020202020204" pitchFamily="34" charset="0"/>
              <a:cs typeface="Arial" panose="020B0604020202020204" pitchFamily="34" charset="0"/>
            </a:rPr>
            <a:t> can usually be obtained as a function of </a:t>
          </a:r>
          <a:r>
            <a:rPr lang="en-US" altLang="en-PK" sz="2000" b="1" i="1" dirty="0">
              <a:latin typeface="Arial" panose="020B0604020202020204" pitchFamily="34" charset="0"/>
              <a:cs typeface="Arial" panose="020B0604020202020204" pitchFamily="34" charset="0"/>
            </a:rPr>
            <a:t>p</a:t>
          </a:r>
          <a:r>
            <a:rPr lang="en-US" altLang="en-PK" sz="2000" dirty="0">
              <a:latin typeface="Arial" panose="020B0604020202020204" pitchFamily="34" charset="0"/>
              <a:cs typeface="Arial" panose="020B0604020202020204" pitchFamily="34" charset="0"/>
            </a:rPr>
            <a:t> by algebraic manipulations to keep efficiency constant. </a:t>
          </a:r>
          <a:endParaRPr lang="en-US" sz="2000" dirty="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B33391AB-DB71-40D7-86F3-385E5740A321}" type="parTrans" cxnId="{FA119128-D452-41E2-9C6E-53C9ADAEBB6D}">
      <dgm:prSet/>
      <dgm:spPr/>
      <dgm:t>
        <a:bodyPr/>
        <a:lstStyle/>
        <a:p>
          <a:endParaRPr lang="en-US"/>
        </a:p>
      </dgm:t>
    </dgm:pt>
    <dgm:pt modelId="{830BC0B3-C352-4C9D-8CDA-36F8FD52D51E}" type="sibTrans" cxnId="{FA119128-D452-41E2-9C6E-53C9ADAEBB6D}">
      <dgm:prSet/>
      <dgm:spPr/>
      <dgm:t>
        <a:bodyPr/>
        <a:lstStyle/>
        <a:p>
          <a:endParaRPr lang="en-US"/>
        </a:p>
      </dgm:t>
    </dgm:pt>
    <dgm:pt modelId="{C7BD31F1-F07C-400E-84EB-6AD62D2729E9}">
      <dgm:prSet custT="1"/>
      <dgm:spPr/>
      <dgm:t>
        <a:bodyPr/>
        <a:lstStyle/>
        <a:p>
          <a:r>
            <a:rPr lang="en-US" altLang="en-PK" sz="2000" kern="1200" dirty="0">
              <a:latin typeface="Arial" panose="020B0604020202020204" pitchFamily="34" charset="0"/>
              <a:cs typeface="Arial" panose="020B0604020202020204" pitchFamily="34" charset="0"/>
            </a:rPr>
            <a:t>This function is called the </a:t>
          </a:r>
          <a:r>
            <a:rPr lang="en-US" altLang="en-PK" sz="2000" b="1" i="0" kern="1200" dirty="0" err="1">
              <a:solidFill>
                <a:schemeClr val="accent6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rPr>
            <a:t>isoefficiency</a:t>
          </a:r>
          <a:r>
            <a:rPr lang="en-US" altLang="en-PK" sz="2000" b="1" i="0" kern="1200" dirty="0">
              <a:solidFill>
                <a:schemeClr val="accent6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rPr>
            <a:t> function</a:t>
          </a:r>
          <a:r>
            <a:rPr lang="en-US" altLang="en-PK" sz="2000" kern="1200" dirty="0">
              <a:latin typeface="Arial" panose="020B0604020202020204" pitchFamily="34" charset="0"/>
              <a:cs typeface="Arial" panose="020B0604020202020204" pitchFamily="34" charset="0"/>
            </a:rPr>
            <a:t>. </a:t>
          </a:r>
          <a:endParaRPr lang="en-US" sz="2000" kern="1200" dirty="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9DCD4935-E66C-464A-B28A-DF8838CF5FBD}" type="parTrans" cxnId="{942A2152-9C57-46BD-B674-A911D839BB48}">
      <dgm:prSet/>
      <dgm:spPr/>
      <dgm:t>
        <a:bodyPr/>
        <a:lstStyle/>
        <a:p>
          <a:endParaRPr lang="en-US"/>
        </a:p>
      </dgm:t>
    </dgm:pt>
    <dgm:pt modelId="{A132BD8E-B995-4201-A70A-D10386287ED8}" type="sibTrans" cxnId="{942A2152-9C57-46BD-B674-A911D839BB48}">
      <dgm:prSet/>
      <dgm:spPr/>
      <dgm:t>
        <a:bodyPr/>
        <a:lstStyle/>
        <a:p>
          <a:endParaRPr lang="en-US"/>
        </a:p>
      </dgm:t>
    </dgm:pt>
    <dgm:pt modelId="{52253C0D-5E9B-4A16-B2A5-414A84BF1FDE}">
      <dgm:prSet custT="1"/>
      <dgm:spPr/>
      <dgm:t>
        <a:bodyPr/>
        <a:lstStyle/>
        <a:p>
          <a:r>
            <a:rPr lang="en-US" altLang="en-PK" sz="2000" kern="1200" dirty="0">
              <a:latin typeface="Arial" panose="020B0604020202020204" pitchFamily="34" charset="0"/>
              <a:cs typeface="Arial" panose="020B0604020202020204" pitchFamily="34" charset="0"/>
            </a:rPr>
            <a:t>This function determines the ease with which a parallel system can maintain a constant efficiency and hence achieve speedups increasing in proportion to the number of processing elements </a:t>
          </a:r>
          <a:endParaRPr lang="en-US" sz="2000" kern="1200" dirty="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DCB5E713-8896-44E8-93B1-624FA1567493}" type="parTrans" cxnId="{CB241F43-396D-49E8-8F41-DE1F24E22516}">
      <dgm:prSet/>
      <dgm:spPr/>
      <dgm:t>
        <a:bodyPr/>
        <a:lstStyle/>
        <a:p>
          <a:endParaRPr lang="en-PK"/>
        </a:p>
      </dgm:t>
    </dgm:pt>
    <dgm:pt modelId="{28C8FA67-FCA1-49CF-9B9B-B9588A79724D}" type="sibTrans" cxnId="{CB241F43-396D-49E8-8F41-DE1F24E22516}">
      <dgm:prSet/>
      <dgm:spPr/>
      <dgm:t>
        <a:bodyPr/>
        <a:lstStyle/>
        <a:p>
          <a:endParaRPr lang="en-PK"/>
        </a:p>
      </dgm:t>
    </dgm:pt>
    <dgm:pt modelId="{D45A85E9-E987-417E-BD41-751858389537}" type="pres">
      <dgm:prSet presAssocID="{ED3F1A89-BC85-4253-966C-7691B172F16B}" presName="Name0" presStyleCnt="0">
        <dgm:presLayoutVars>
          <dgm:dir/>
          <dgm:animLvl val="lvl"/>
          <dgm:resizeHandles val="exact"/>
        </dgm:presLayoutVars>
      </dgm:prSet>
      <dgm:spPr/>
    </dgm:pt>
    <dgm:pt modelId="{DF81A378-18EB-4FA3-BD58-EC57959502CA}" type="pres">
      <dgm:prSet presAssocID="{52253C0D-5E9B-4A16-B2A5-414A84BF1FDE}" presName="boxAndChildren" presStyleCnt="0"/>
      <dgm:spPr/>
    </dgm:pt>
    <dgm:pt modelId="{6D229F45-CD11-4521-930C-E6E1E78D5A75}" type="pres">
      <dgm:prSet presAssocID="{52253C0D-5E9B-4A16-B2A5-414A84BF1FDE}" presName="parentTextBox" presStyleLbl="node1" presStyleIdx="0" presStyleCnt="3"/>
      <dgm:spPr/>
    </dgm:pt>
    <dgm:pt modelId="{300D64E2-1632-420A-8355-3FD7D6D600FB}" type="pres">
      <dgm:prSet presAssocID="{A132BD8E-B995-4201-A70A-D10386287ED8}" presName="sp" presStyleCnt="0"/>
      <dgm:spPr/>
    </dgm:pt>
    <dgm:pt modelId="{ECF5F8D1-B6C9-4504-B471-2C4B916788CB}" type="pres">
      <dgm:prSet presAssocID="{C7BD31F1-F07C-400E-84EB-6AD62D2729E9}" presName="arrowAndChildren" presStyleCnt="0"/>
      <dgm:spPr/>
    </dgm:pt>
    <dgm:pt modelId="{841EB539-0729-4D10-9F0B-B4A34A16CEDC}" type="pres">
      <dgm:prSet presAssocID="{C7BD31F1-F07C-400E-84EB-6AD62D2729E9}" presName="parentTextArrow" presStyleLbl="node1" presStyleIdx="1" presStyleCnt="3" custScaleY="65995"/>
      <dgm:spPr/>
    </dgm:pt>
    <dgm:pt modelId="{465EC2C6-C5F3-42BB-B040-B92617C02F61}" type="pres">
      <dgm:prSet presAssocID="{830BC0B3-C352-4C9D-8CDA-36F8FD52D51E}" presName="sp" presStyleCnt="0"/>
      <dgm:spPr/>
    </dgm:pt>
    <dgm:pt modelId="{0620A790-EBB2-4DC4-8333-804850CBED30}" type="pres">
      <dgm:prSet presAssocID="{A81C1329-B344-4E5A-9AEE-1B757B613B4D}" presName="arrowAndChildren" presStyleCnt="0"/>
      <dgm:spPr/>
    </dgm:pt>
    <dgm:pt modelId="{91A80EC5-5433-486D-A2A1-39BF10E8DFEC}" type="pres">
      <dgm:prSet presAssocID="{A81C1329-B344-4E5A-9AEE-1B757B613B4D}" presName="parentTextArrow" presStyleLbl="node1" presStyleIdx="2" presStyleCnt="3" custScaleY="77565"/>
      <dgm:spPr/>
    </dgm:pt>
  </dgm:ptLst>
  <dgm:cxnLst>
    <dgm:cxn modelId="{FA119128-D452-41E2-9C6E-53C9ADAEBB6D}" srcId="{ED3F1A89-BC85-4253-966C-7691B172F16B}" destId="{A81C1329-B344-4E5A-9AEE-1B757B613B4D}" srcOrd="0" destOrd="0" parTransId="{B33391AB-DB71-40D7-86F3-385E5740A321}" sibTransId="{830BC0B3-C352-4C9D-8CDA-36F8FD52D51E}"/>
    <dgm:cxn modelId="{CB241F43-396D-49E8-8F41-DE1F24E22516}" srcId="{ED3F1A89-BC85-4253-966C-7691B172F16B}" destId="{52253C0D-5E9B-4A16-B2A5-414A84BF1FDE}" srcOrd="2" destOrd="0" parTransId="{DCB5E713-8896-44E8-93B1-624FA1567493}" sibTransId="{28C8FA67-FCA1-49CF-9B9B-B9588A79724D}"/>
    <dgm:cxn modelId="{6E3D9D65-92E1-4473-9D30-7922BA68E531}" type="presOf" srcId="{52253C0D-5E9B-4A16-B2A5-414A84BF1FDE}" destId="{6D229F45-CD11-4521-930C-E6E1E78D5A75}" srcOrd="0" destOrd="0" presId="urn:microsoft.com/office/officeart/2005/8/layout/process4"/>
    <dgm:cxn modelId="{942A2152-9C57-46BD-B674-A911D839BB48}" srcId="{ED3F1A89-BC85-4253-966C-7691B172F16B}" destId="{C7BD31F1-F07C-400E-84EB-6AD62D2729E9}" srcOrd="1" destOrd="0" parTransId="{9DCD4935-E66C-464A-B28A-DF8838CF5FBD}" sibTransId="{A132BD8E-B995-4201-A70A-D10386287ED8}"/>
    <dgm:cxn modelId="{AD1FF9BA-63B9-4EC0-B339-5F6FFFF8BC2B}" type="presOf" srcId="{ED3F1A89-BC85-4253-966C-7691B172F16B}" destId="{D45A85E9-E987-417E-BD41-751858389537}" srcOrd="0" destOrd="0" presId="urn:microsoft.com/office/officeart/2005/8/layout/process4"/>
    <dgm:cxn modelId="{701C7ABD-1F67-4EBB-BCC6-CC29D2E7864C}" type="presOf" srcId="{C7BD31F1-F07C-400E-84EB-6AD62D2729E9}" destId="{841EB539-0729-4D10-9F0B-B4A34A16CEDC}" srcOrd="0" destOrd="0" presId="urn:microsoft.com/office/officeart/2005/8/layout/process4"/>
    <dgm:cxn modelId="{6998E8C0-D113-4DE5-A658-E620E8427856}" type="presOf" srcId="{A81C1329-B344-4E5A-9AEE-1B757B613B4D}" destId="{91A80EC5-5433-486D-A2A1-39BF10E8DFEC}" srcOrd="0" destOrd="0" presId="urn:microsoft.com/office/officeart/2005/8/layout/process4"/>
    <dgm:cxn modelId="{2089FDFE-68AD-4420-8F89-5184FDB0EA8E}" type="presParOf" srcId="{D45A85E9-E987-417E-BD41-751858389537}" destId="{DF81A378-18EB-4FA3-BD58-EC57959502CA}" srcOrd="0" destOrd="0" presId="urn:microsoft.com/office/officeart/2005/8/layout/process4"/>
    <dgm:cxn modelId="{FF734BC1-947C-4C8E-927A-8B0D1378427F}" type="presParOf" srcId="{DF81A378-18EB-4FA3-BD58-EC57959502CA}" destId="{6D229F45-CD11-4521-930C-E6E1E78D5A75}" srcOrd="0" destOrd="0" presId="urn:microsoft.com/office/officeart/2005/8/layout/process4"/>
    <dgm:cxn modelId="{95552128-2D59-41AF-94FB-31C730317F10}" type="presParOf" srcId="{D45A85E9-E987-417E-BD41-751858389537}" destId="{300D64E2-1632-420A-8355-3FD7D6D600FB}" srcOrd="1" destOrd="0" presId="urn:microsoft.com/office/officeart/2005/8/layout/process4"/>
    <dgm:cxn modelId="{0A4C39B6-5B66-43F6-AD81-202D798CC3EE}" type="presParOf" srcId="{D45A85E9-E987-417E-BD41-751858389537}" destId="{ECF5F8D1-B6C9-4504-B471-2C4B916788CB}" srcOrd="2" destOrd="0" presId="urn:microsoft.com/office/officeart/2005/8/layout/process4"/>
    <dgm:cxn modelId="{D2764449-6FA8-4353-ACD0-77059BCD2E95}" type="presParOf" srcId="{ECF5F8D1-B6C9-4504-B471-2C4B916788CB}" destId="{841EB539-0729-4D10-9F0B-B4A34A16CEDC}" srcOrd="0" destOrd="0" presId="urn:microsoft.com/office/officeart/2005/8/layout/process4"/>
    <dgm:cxn modelId="{4F272D8E-296E-4B5F-8303-044DCEE02DDF}" type="presParOf" srcId="{D45A85E9-E987-417E-BD41-751858389537}" destId="{465EC2C6-C5F3-42BB-B040-B92617C02F61}" srcOrd="3" destOrd="0" presId="urn:microsoft.com/office/officeart/2005/8/layout/process4"/>
    <dgm:cxn modelId="{1A283456-E3A7-4176-B360-122B8EEF098B}" type="presParOf" srcId="{D45A85E9-E987-417E-BD41-751858389537}" destId="{0620A790-EBB2-4DC4-8333-804850CBED30}" srcOrd="4" destOrd="0" presId="urn:microsoft.com/office/officeart/2005/8/layout/process4"/>
    <dgm:cxn modelId="{3BDB174C-9596-4BAE-8A63-8468C2A2DFBA}" type="presParOf" srcId="{0620A790-EBB2-4DC4-8333-804850CBED30}" destId="{91A80EC5-5433-486D-A2A1-39BF10E8DFEC}" srcOrd="0" destOrd="0" presId="urn:microsoft.com/office/officeart/2005/8/layout/process4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35.xml><?xml version="1.0" encoding="utf-8"?>
<dgm:dataModel xmlns:dgm="http://schemas.openxmlformats.org/drawingml/2006/diagram" xmlns:a="http://schemas.openxmlformats.org/drawingml/2006/main">
  <dgm:ptLst>
    <dgm:pt modelId="{ED3F1A89-BC85-4253-966C-7691B172F16B}" type="doc">
      <dgm:prSet loTypeId="urn:microsoft.com/office/officeart/2005/8/layout/process4" loCatId="process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A81C1329-B344-4E5A-9AEE-1B757B613B4D}">
      <dgm:prSet custT="1"/>
      <dgm:spPr/>
      <dgm:t>
        <a:bodyPr/>
        <a:lstStyle/>
        <a:p>
          <a:r>
            <a:rPr lang="en-US" altLang="en-PK" sz="2000" dirty="0">
              <a:latin typeface="Arial" panose="020B0604020202020204" pitchFamily="34" charset="0"/>
              <a:cs typeface="Arial" panose="020B0604020202020204" pitchFamily="34" charset="0"/>
            </a:rPr>
            <a:t>The overhead function for the problem of adding </a:t>
          </a:r>
          <a:r>
            <a:rPr lang="en-US" altLang="en-PK" sz="2000" b="1" i="1" dirty="0">
              <a:latin typeface="Arial" panose="020B0604020202020204" pitchFamily="34" charset="0"/>
              <a:cs typeface="Arial" panose="020B0604020202020204" pitchFamily="34" charset="0"/>
            </a:rPr>
            <a:t>n </a:t>
          </a:r>
          <a:r>
            <a:rPr lang="en-US" altLang="en-PK" sz="2000" dirty="0">
              <a:latin typeface="Arial" panose="020B0604020202020204" pitchFamily="34" charset="0"/>
              <a:cs typeface="Arial" panose="020B0604020202020204" pitchFamily="34" charset="0"/>
            </a:rPr>
            <a:t>numbers on </a:t>
          </a:r>
          <a:r>
            <a:rPr lang="en-US" altLang="en-PK" sz="2000" b="1" i="1" dirty="0">
              <a:latin typeface="Arial" panose="020B0604020202020204" pitchFamily="34" charset="0"/>
              <a:cs typeface="Arial" panose="020B0604020202020204" pitchFamily="34" charset="0"/>
            </a:rPr>
            <a:t>p</a:t>
          </a:r>
          <a:r>
            <a:rPr lang="en-US" altLang="en-PK" sz="2000" dirty="0">
              <a:latin typeface="Arial" panose="020B0604020202020204" pitchFamily="34" charset="0"/>
              <a:cs typeface="Arial" panose="020B0604020202020204" pitchFamily="34" charset="0"/>
            </a:rPr>
            <a:t> processing elements is approximately </a:t>
          </a:r>
          <a:r>
            <a:rPr lang="en-US" altLang="en-PK" sz="2000" b="1" i="1" dirty="0">
              <a:latin typeface="Arial" panose="020B0604020202020204" pitchFamily="34" charset="0"/>
              <a:cs typeface="Arial" panose="020B0604020202020204" pitchFamily="34" charset="0"/>
            </a:rPr>
            <a:t>2p </a:t>
          </a:r>
          <a:r>
            <a:rPr lang="en-US" altLang="en-PK" sz="2000" b="1" dirty="0">
              <a:latin typeface="Arial" panose="020B0604020202020204" pitchFamily="34" charset="0"/>
              <a:cs typeface="Arial" panose="020B0604020202020204" pitchFamily="34" charset="0"/>
            </a:rPr>
            <a:t>log </a:t>
          </a:r>
          <a:r>
            <a:rPr lang="en-US" altLang="en-PK" sz="2000" b="1" i="1" dirty="0">
              <a:latin typeface="Arial" panose="020B0604020202020204" pitchFamily="34" charset="0"/>
              <a:cs typeface="Arial" panose="020B0604020202020204" pitchFamily="34" charset="0"/>
            </a:rPr>
            <a:t>p</a:t>
          </a:r>
          <a:r>
            <a:rPr lang="en-US" altLang="en-PK" sz="2000" dirty="0">
              <a:latin typeface="Arial" panose="020B0604020202020204" pitchFamily="34" charset="0"/>
              <a:cs typeface="Arial" panose="020B0604020202020204" pitchFamily="34" charset="0"/>
            </a:rPr>
            <a:t> . </a:t>
          </a:r>
          <a:endParaRPr lang="en-US" sz="2000" dirty="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B33391AB-DB71-40D7-86F3-385E5740A321}" type="parTrans" cxnId="{FA119128-D452-41E2-9C6E-53C9ADAEBB6D}">
      <dgm:prSet/>
      <dgm:spPr/>
      <dgm:t>
        <a:bodyPr/>
        <a:lstStyle/>
        <a:p>
          <a:endParaRPr lang="en-US"/>
        </a:p>
      </dgm:t>
    </dgm:pt>
    <dgm:pt modelId="{830BC0B3-C352-4C9D-8CDA-36F8FD52D51E}" type="sibTrans" cxnId="{FA119128-D452-41E2-9C6E-53C9ADAEBB6D}">
      <dgm:prSet/>
      <dgm:spPr/>
      <dgm:t>
        <a:bodyPr/>
        <a:lstStyle/>
        <a:p>
          <a:endParaRPr lang="en-US"/>
        </a:p>
      </dgm:t>
    </dgm:pt>
    <mc:AlternateContent xmlns:mc="http://schemas.openxmlformats.org/markup-compatibility/2006" xmlns:a14="http://schemas.microsoft.com/office/drawing/2010/main">
      <mc:Choice Requires="a14">
        <dgm:pt modelId="{C7BD31F1-F07C-400E-84EB-6AD62D2729E9}">
          <dgm:prSet custT="1"/>
          <dgm:spPr/>
          <dgm:t>
            <a:bodyPr/>
            <a:lstStyle/>
            <a:p>
              <a:r>
                <a:rPr lang="en-US" altLang="en-PK" sz="2000" kern="1200" dirty="0">
                  <a:latin typeface="Arial" panose="020B0604020202020204" pitchFamily="34" charset="0"/>
                  <a:cs typeface="Arial" panose="020B0604020202020204" pitchFamily="34" charset="0"/>
                </a:rPr>
                <a:t>Substituting </a:t>
              </a:r>
              <a:r>
                <a:rPr lang="en-US" altLang="en-PK" sz="2000" b="1" i="1" kern="1200" dirty="0">
                  <a:latin typeface="Arial" panose="020B0604020202020204" pitchFamily="34" charset="0"/>
                  <a:cs typeface="Arial" panose="020B0604020202020204" pitchFamily="34" charset="0"/>
                </a:rPr>
                <a:t>T</a:t>
              </a:r>
              <a:r>
                <a:rPr lang="en-US" altLang="en-PK" sz="2000" b="1" i="1" kern="1200" baseline="-25000" dirty="0">
                  <a:latin typeface="Arial" panose="020B0604020202020204" pitchFamily="34" charset="0"/>
                  <a:cs typeface="Arial" panose="020B0604020202020204" pitchFamily="34" charset="0"/>
                </a:rPr>
                <a:t>o</a:t>
              </a:r>
              <a:r>
                <a:rPr lang="en-US" altLang="en-PK" sz="2000" kern="1200" dirty="0">
                  <a:latin typeface="Arial" panose="020B0604020202020204" pitchFamily="34" charset="0"/>
                  <a:cs typeface="Arial" panose="020B0604020202020204" pitchFamily="34" charset="0"/>
                </a:rPr>
                <a:t>  by </a:t>
              </a:r>
              <a:r>
                <a:rPr lang="en-US" altLang="en-PK" sz="2000" b="1" i="1" kern="1200" dirty="0">
                  <a:latin typeface="Arial" panose="020B0604020202020204" pitchFamily="34" charset="0"/>
                  <a:cs typeface="Arial" panose="020B0604020202020204" pitchFamily="34" charset="0"/>
                </a:rPr>
                <a:t>2p </a:t>
              </a:r>
              <a:r>
                <a:rPr lang="en-US" altLang="en-PK" sz="2000" b="1" kern="1200" dirty="0">
                  <a:latin typeface="Arial" panose="020B0604020202020204" pitchFamily="34" charset="0"/>
                  <a:cs typeface="Arial" panose="020B0604020202020204" pitchFamily="34" charset="0"/>
                </a:rPr>
                <a:t>log </a:t>
              </a:r>
              <a:r>
                <a:rPr lang="en-US" altLang="en-PK" sz="2000" b="1" i="1" kern="1200" dirty="0">
                  <a:latin typeface="Arial" panose="020B0604020202020204" pitchFamily="34" charset="0"/>
                  <a:cs typeface="Arial" panose="020B0604020202020204" pitchFamily="34" charset="0"/>
                </a:rPr>
                <a:t>p</a:t>
              </a:r>
              <a:r>
                <a:rPr lang="en-US" altLang="en-PK" sz="2000" kern="1200" dirty="0">
                  <a:latin typeface="Arial" panose="020B0604020202020204" pitchFamily="34" charset="0"/>
                  <a:cs typeface="Arial" panose="020B0604020202020204" pitchFamily="34" charset="0"/>
                </a:rPr>
                <a:t> , we get</a:t>
              </a:r>
            </a:p>
            <a:p>
              <a:pPr>
                <a:buFontTx/>
                <a:buNone/>
              </a:pPr>
              <a14:m>
                <m:oMath xmlns:m="http://schemas.openxmlformats.org/officeDocument/2006/math">
                  <m:r>
                    <a:rPr lang="en-US" altLang="en-PK" sz="2000" b="0" i="1" kern="1200" smtClean="0">
                      <a:latin typeface="Cambria Math" panose="02040503050406030204" pitchFamily="18" charset="0"/>
                    </a:rPr>
                    <m:t>𝑊</m:t>
                  </m:r>
                  <m:r>
                    <a:rPr lang="en-US" altLang="en-PK" sz="2000" i="1" kern="1200" smtClean="0">
                      <a:latin typeface="Cambria Math" panose="02040503050406030204" pitchFamily="18" charset="0"/>
                    </a:rPr>
                    <m:t>=</m:t>
                  </m:r>
                </m:oMath>
              </a14:m>
              <a:r>
                <a:rPr lang="en-US" altLang="en-PK" sz="2000" b="1" i="1" kern="1200" dirty="0"/>
                <a:t> </a:t>
              </a:r>
              <a:r>
                <a:rPr lang="en-US" altLang="en-PK" sz="2000" b="0" i="1" kern="1200" dirty="0">
                  <a:solidFill>
                    <a:srgbClr val="FFFFFF"/>
                  </a:solidFill>
                  <a:latin typeface="Cambria Math" panose="02040503050406030204" pitchFamily="18" charset="0"/>
                  <a:ea typeface="+mn-ea"/>
                  <a:cs typeface="+mn-cs"/>
                </a:rPr>
                <a:t>K 2</a:t>
              </a:r>
              <a:r>
                <a:rPr lang="en-US" altLang="en-PK" sz="2000" b="0" i="1" kern="1200" dirty="0">
                  <a:solidFill>
                    <a:srgbClr val="FFFFFF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ambria Math" panose="02040503050406030204" pitchFamily="18" charset="0"/>
                  <a:ea typeface="+mn-ea"/>
                  <a:cs typeface="+mn-cs"/>
                </a:rPr>
                <a:t>p</a:t>
              </a:r>
              <a:r>
                <a:rPr lang="en-US" altLang="en-PK" sz="2000" b="0" i="1" kern="1200" dirty="0">
                  <a:solidFill>
                    <a:srgbClr val="FFFFFF"/>
                  </a:solidFill>
                  <a:latin typeface="Cambria Math" panose="02040503050406030204" pitchFamily="18" charset="0"/>
                  <a:ea typeface="+mn-ea"/>
                  <a:cs typeface="+mn-cs"/>
                </a:rPr>
                <a:t> log </a:t>
              </a:r>
              <a:r>
                <a:rPr lang="en-US" altLang="en-PK" sz="2000" b="0" i="1" kern="1200" dirty="0">
                  <a:solidFill>
                    <a:srgbClr val="FFFFFF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ambria Math" panose="02040503050406030204" pitchFamily="18" charset="0"/>
                  <a:ea typeface="+mn-ea"/>
                  <a:cs typeface="+mn-cs"/>
                </a:rPr>
                <a:t>p</a:t>
              </a:r>
              <a:endParaRPr lang="en-US" sz="2000" kern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endParaRPr>
            </a:p>
          </dgm:t>
        </dgm:pt>
      </mc:Choice>
      <mc:Fallback xmlns="">
        <dgm:pt modelId="{C7BD31F1-F07C-400E-84EB-6AD62D2729E9}">
          <dgm:prSet custT="1"/>
          <dgm:spPr/>
          <dgm:t>
            <a:bodyPr/>
            <a:lstStyle/>
            <a:p>
              <a:r>
                <a:rPr lang="en-US" altLang="en-PK" sz="2000" kern="1200" dirty="0">
                  <a:latin typeface="Arial" panose="020B0604020202020204" pitchFamily="34" charset="0"/>
                  <a:cs typeface="Arial" panose="020B0604020202020204" pitchFamily="34" charset="0"/>
                </a:rPr>
                <a:t>Substituting </a:t>
              </a:r>
              <a:r>
                <a:rPr lang="en-US" altLang="en-PK" sz="2000" b="1" i="1" kern="1200" dirty="0">
                  <a:latin typeface="Arial" panose="020B0604020202020204" pitchFamily="34" charset="0"/>
                  <a:cs typeface="Arial" panose="020B0604020202020204" pitchFamily="34" charset="0"/>
                </a:rPr>
                <a:t>T</a:t>
              </a:r>
              <a:r>
                <a:rPr lang="en-US" altLang="en-PK" sz="2000" b="1" i="1" kern="1200" baseline="-25000" dirty="0">
                  <a:latin typeface="Arial" panose="020B0604020202020204" pitchFamily="34" charset="0"/>
                  <a:cs typeface="Arial" panose="020B0604020202020204" pitchFamily="34" charset="0"/>
                </a:rPr>
                <a:t>o</a:t>
              </a:r>
              <a:r>
                <a:rPr lang="en-US" altLang="en-PK" sz="2000" kern="1200" dirty="0">
                  <a:latin typeface="Arial" panose="020B0604020202020204" pitchFamily="34" charset="0"/>
                  <a:cs typeface="Arial" panose="020B0604020202020204" pitchFamily="34" charset="0"/>
                </a:rPr>
                <a:t>  by </a:t>
              </a:r>
              <a:r>
                <a:rPr lang="en-US" altLang="en-PK" sz="2000" b="1" i="1" kern="1200" dirty="0">
                  <a:latin typeface="Arial" panose="020B0604020202020204" pitchFamily="34" charset="0"/>
                  <a:cs typeface="Arial" panose="020B0604020202020204" pitchFamily="34" charset="0"/>
                </a:rPr>
                <a:t>2p </a:t>
              </a:r>
              <a:r>
                <a:rPr lang="en-US" altLang="en-PK" sz="2000" b="1" kern="1200" dirty="0">
                  <a:latin typeface="Arial" panose="020B0604020202020204" pitchFamily="34" charset="0"/>
                  <a:cs typeface="Arial" panose="020B0604020202020204" pitchFamily="34" charset="0"/>
                </a:rPr>
                <a:t>log </a:t>
              </a:r>
              <a:r>
                <a:rPr lang="en-US" altLang="en-PK" sz="2000" b="1" i="1" kern="1200" dirty="0">
                  <a:latin typeface="Arial" panose="020B0604020202020204" pitchFamily="34" charset="0"/>
                  <a:cs typeface="Arial" panose="020B0604020202020204" pitchFamily="34" charset="0"/>
                </a:rPr>
                <a:t>p</a:t>
              </a:r>
              <a:r>
                <a:rPr lang="en-US" altLang="en-PK" sz="2000" kern="1200" dirty="0">
                  <a:latin typeface="Arial" panose="020B0604020202020204" pitchFamily="34" charset="0"/>
                  <a:cs typeface="Arial" panose="020B0604020202020204" pitchFamily="34" charset="0"/>
                </a:rPr>
                <a:t> , we get</a:t>
              </a:r>
            </a:p>
            <a:p>
              <a:pPr>
                <a:buFontTx/>
                <a:buNone/>
              </a:pPr>
              <a:r>
                <a:rPr lang="en-US" altLang="en-PK" sz="2000" b="0" i="0" kern="1200">
                  <a:latin typeface="Cambria Math" panose="02040503050406030204" pitchFamily="18" charset="0"/>
                </a:rPr>
                <a:t>𝑊</a:t>
              </a:r>
              <a:r>
                <a:rPr lang="en-US" altLang="en-PK" sz="2000" i="0" kern="1200">
                  <a:latin typeface="Cambria Math" panose="02040503050406030204" pitchFamily="18" charset="0"/>
                </a:rPr>
                <a:t>=</a:t>
              </a:r>
              <a:r>
                <a:rPr lang="en-US" altLang="en-PK" sz="2000" b="1" i="1" kern="1200" dirty="0"/>
                <a:t> </a:t>
              </a:r>
              <a:r>
                <a:rPr lang="en-US" altLang="en-PK" sz="2000" b="0" i="1" kern="1200" dirty="0">
                  <a:solidFill>
                    <a:srgbClr val="FFFFFF"/>
                  </a:solidFill>
                  <a:latin typeface="Cambria Math" panose="02040503050406030204" pitchFamily="18" charset="0"/>
                  <a:ea typeface="+mn-ea"/>
                  <a:cs typeface="+mn-cs"/>
                </a:rPr>
                <a:t>K 2</a:t>
              </a:r>
              <a:r>
                <a:rPr lang="en-US" altLang="en-PK" sz="2000" b="0" i="1" kern="1200" dirty="0">
                  <a:solidFill>
                    <a:srgbClr val="FFFFFF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ambria Math" panose="02040503050406030204" pitchFamily="18" charset="0"/>
                  <a:ea typeface="+mn-ea"/>
                  <a:cs typeface="+mn-cs"/>
                </a:rPr>
                <a:t>p</a:t>
              </a:r>
              <a:r>
                <a:rPr lang="en-US" altLang="en-PK" sz="2000" b="0" i="1" kern="1200" dirty="0">
                  <a:solidFill>
                    <a:srgbClr val="FFFFFF"/>
                  </a:solidFill>
                  <a:latin typeface="Cambria Math" panose="02040503050406030204" pitchFamily="18" charset="0"/>
                  <a:ea typeface="+mn-ea"/>
                  <a:cs typeface="+mn-cs"/>
                </a:rPr>
                <a:t> log </a:t>
              </a:r>
              <a:r>
                <a:rPr lang="en-US" altLang="en-PK" sz="2000" b="0" i="1" kern="1200" dirty="0">
                  <a:solidFill>
                    <a:srgbClr val="FFFFFF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ambria Math" panose="02040503050406030204" pitchFamily="18" charset="0"/>
                  <a:ea typeface="+mn-ea"/>
                  <a:cs typeface="+mn-cs"/>
                </a:rPr>
                <a:t>p</a:t>
              </a:r>
              <a:endParaRPr lang="en-US" sz="2000" kern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endParaRPr>
            </a:p>
          </dgm:t>
        </dgm:pt>
      </mc:Fallback>
    </mc:AlternateContent>
    <dgm:pt modelId="{9DCD4935-E66C-464A-B28A-DF8838CF5FBD}" type="parTrans" cxnId="{942A2152-9C57-46BD-B674-A911D839BB48}">
      <dgm:prSet/>
      <dgm:spPr/>
      <dgm:t>
        <a:bodyPr/>
        <a:lstStyle/>
        <a:p>
          <a:endParaRPr lang="en-US"/>
        </a:p>
      </dgm:t>
    </dgm:pt>
    <dgm:pt modelId="{A132BD8E-B995-4201-A70A-D10386287ED8}" type="sibTrans" cxnId="{942A2152-9C57-46BD-B674-A911D839BB48}">
      <dgm:prSet/>
      <dgm:spPr/>
      <dgm:t>
        <a:bodyPr/>
        <a:lstStyle/>
        <a:p>
          <a:endParaRPr lang="en-US"/>
        </a:p>
      </dgm:t>
    </dgm:pt>
    <dgm:pt modelId="{52253C0D-5E9B-4A16-B2A5-414A84BF1FDE}">
      <dgm:prSet custT="1"/>
      <dgm:spPr/>
      <dgm:t>
        <a:bodyPr/>
        <a:lstStyle/>
        <a:p>
          <a:r>
            <a:rPr lang="en-US" altLang="en-PK" sz="2000" kern="1200" dirty="0">
              <a:latin typeface="Arial" panose="020B0604020202020204" pitchFamily="34" charset="0"/>
              <a:cs typeface="Arial" panose="020B0604020202020204" pitchFamily="34" charset="0"/>
            </a:rPr>
            <a:t>Thus, the asymptotic </a:t>
          </a:r>
          <a:r>
            <a:rPr lang="en-US" altLang="en-PK" sz="2000" kern="1200" dirty="0" err="1">
              <a:latin typeface="Arial" panose="020B0604020202020204" pitchFamily="34" charset="0"/>
              <a:cs typeface="Arial" panose="020B0604020202020204" pitchFamily="34" charset="0"/>
            </a:rPr>
            <a:t>isoefficiency</a:t>
          </a:r>
          <a:r>
            <a:rPr lang="en-US" altLang="en-PK" sz="2000" kern="1200" dirty="0">
              <a:latin typeface="Arial" panose="020B0604020202020204" pitchFamily="34" charset="0"/>
              <a:cs typeface="Arial" panose="020B0604020202020204" pitchFamily="34" charset="0"/>
            </a:rPr>
            <a:t> function for this parallel system is: </a:t>
          </a:r>
          <a:r>
            <a:rPr lang="el-GR" altLang="en-PK" sz="2000" kern="1200" dirty="0">
              <a:latin typeface="Arial" panose="020B0604020202020204" pitchFamily="34" charset="0"/>
              <a:cs typeface="Arial" panose="020B0604020202020204" pitchFamily="34" charset="0"/>
            </a:rPr>
            <a:t>Θ</a:t>
          </a:r>
          <a:r>
            <a:rPr lang="en-US" altLang="en-PK" sz="2000" kern="1200" dirty="0">
              <a:latin typeface="Arial" panose="020B0604020202020204" pitchFamily="34" charset="0"/>
              <a:cs typeface="Arial" panose="020B0604020202020204" pitchFamily="34" charset="0"/>
            </a:rPr>
            <a:t>(</a:t>
          </a:r>
          <a:r>
            <a:rPr lang="en-US" altLang="en-PK" sz="2000" b="0" i="1" kern="1200" dirty="0">
              <a:latin typeface="Arial" panose="020B0604020202020204" pitchFamily="34" charset="0"/>
              <a:cs typeface="Arial" panose="020B0604020202020204" pitchFamily="34" charset="0"/>
            </a:rPr>
            <a:t>p </a:t>
          </a:r>
          <a:r>
            <a:rPr lang="en-US" altLang="en-PK" sz="2000" b="0" kern="1200" dirty="0">
              <a:latin typeface="Arial" panose="020B0604020202020204" pitchFamily="34" charset="0"/>
              <a:cs typeface="Arial" panose="020B0604020202020204" pitchFamily="34" charset="0"/>
            </a:rPr>
            <a:t>log </a:t>
          </a:r>
          <a:r>
            <a:rPr lang="en-US" altLang="en-PK" sz="2000" b="0" i="1" kern="1200" dirty="0">
              <a:latin typeface="Arial" panose="020B0604020202020204" pitchFamily="34" charset="0"/>
              <a:cs typeface="Arial" panose="020B0604020202020204" pitchFamily="34" charset="0"/>
            </a:rPr>
            <a:t>p</a:t>
          </a:r>
          <a:r>
            <a:rPr lang="en-US" altLang="en-PK" sz="2000" b="0" kern="1200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US" altLang="en-PK" sz="2000" kern="1200" dirty="0">
              <a:latin typeface="Arial" panose="020B0604020202020204" pitchFamily="34" charset="0"/>
              <a:cs typeface="Arial" panose="020B0604020202020204" pitchFamily="34" charset="0"/>
            </a:rPr>
            <a:t>)</a:t>
          </a:r>
          <a:endParaRPr lang="en-US" sz="2000" kern="1200" dirty="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DCB5E713-8896-44E8-93B1-624FA1567493}" type="parTrans" cxnId="{CB241F43-396D-49E8-8F41-DE1F24E22516}">
      <dgm:prSet/>
      <dgm:spPr/>
      <dgm:t>
        <a:bodyPr/>
        <a:lstStyle/>
        <a:p>
          <a:endParaRPr lang="en-PK"/>
        </a:p>
      </dgm:t>
    </dgm:pt>
    <dgm:pt modelId="{28C8FA67-FCA1-49CF-9B9B-B9588A79724D}" type="sibTrans" cxnId="{CB241F43-396D-49E8-8F41-DE1F24E22516}">
      <dgm:prSet/>
      <dgm:spPr/>
      <dgm:t>
        <a:bodyPr/>
        <a:lstStyle/>
        <a:p>
          <a:endParaRPr lang="en-PK"/>
        </a:p>
      </dgm:t>
    </dgm:pt>
    <dgm:pt modelId="{4A20C2D7-1E01-4FC3-9259-D384A6D49B5D}">
      <dgm:prSet custT="1"/>
      <dgm:spPr/>
      <dgm:t>
        <a:bodyPr/>
        <a:lstStyle/>
        <a:p>
          <a:br>
            <a:rPr lang="en-US" altLang="en-PK" sz="2000" kern="1200" dirty="0"/>
          </a:br>
          <a:r>
            <a:rPr lang="en-US" altLang="en-PK" sz="2000" kern="1200" dirty="0">
              <a:latin typeface="Arial" panose="020B0604020202020204" pitchFamily="34" charset="0"/>
              <a:cs typeface="Arial" panose="020B0604020202020204" pitchFamily="34" charset="0"/>
            </a:rPr>
            <a:t>If the number of processing elements is increased from </a:t>
          </a:r>
          <a:r>
            <a:rPr lang="en-US" altLang="en-PK" sz="2000" b="1" i="1" kern="1200" dirty="0">
              <a:latin typeface="Arial" panose="020B0604020202020204" pitchFamily="34" charset="0"/>
              <a:cs typeface="Arial" panose="020B0604020202020204" pitchFamily="34" charset="0"/>
            </a:rPr>
            <a:t>p</a:t>
          </a:r>
          <a:r>
            <a:rPr lang="en-US" altLang="en-PK" sz="2000" kern="1200" dirty="0">
              <a:latin typeface="Arial" panose="020B0604020202020204" pitchFamily="34" charset="0"/>
              <a:cs typeface="Arial" panose="020B0604020202020204" pitchFamily="34" charset="0"/>
            </a:rPr>
            <a:t> to </a:t>
          </a:r>
          <a:r>
            <a:rPr lang="en-US" altLang="en-PK" sz="2000" b="1" i="1" kern="1200" dirty="0">
              <a:latin typeface="Arial" panose="020B0604020202020204" pitchFamily="34" charset="0"/>
              <a:cs typeface="Arial" panose="020B0604020202020204" pitchFamily="34" charset="0"/>
            </a:rPr>
            <a:t>p’</a:t>
          </a:r>
          <a:r>
            <a:rPr lang="en-US" altLang="en-PK" sz="2000" kern="1200" dirty="0">
              <a:latin typeface="Arial" panose="020B0604020202020204" pitchFamily="34" charset="0"/>
              <a:cs typeface="Arial" panose="020B0604020202020204" pitchFamily="34" charset="0"/>
            </a:rPr>
            <a:t>, the problem size (in this case, n ) must be increased by a factor of        (</a:t>
          </a:r>
          <a:r>
            <a:rPr lang="en-US" altLang="en-PK" sz="2000" b="1" i="1" kern="1200" dirty="0">
              <a:latin typeface="Arial" panose="020B0604020202020204" pitchFamily="34" charset="0"/>
              <a:cs typeface="Arial" panose="020B0604020202020204" pitchFamily="34" charset="0"/>
            </a:rPr>
            <a:t>p’ </a:t>
          </a:r>
          <a:r>
            <a:rPr lang="en-US" altLang="en-PK" sz="2000" b="1" kern="1200" dirty="0">
              <a:latin typeface="Arial" panose="020B0604020202020204" pitchFamily="34" charset="0"/>
              <a:cs typeface="Arial" panose="020B0604020202020204" pitchFamily="34" charset="0"/>
            </a:rPr>
            <a:t>log </a:t>
          </a:r>
          <a:r>
            <a:rPr lang="en-US" altLang="en-PK" sz="2000" b="1" i="1" kern="1200" dirty="0">
              <a:latin typeface="Arial" panose="020B0604020202020204" pitchFamily="34" charset="0"/>
              <a:cs typeface="Arial" panose="020B0604020202020204" pitchFamily="34" charset="0"/>
            </a:rPr>
            <a:t>p’</a:t>
          </a:r>
          <a:r>
            <a:rPr lang="en-US" altLang="en-PK" sz="2000" kern="1200" dirty="0">
              <a:latin typeface="Arial" panose="020B0604020202020204" pitchFamily="34" charset="0"/>
              <a:cs typeface="Arial" panose="020B0604020202020204" pitchFamily="34" charset="0"/>
            </a:rPr>
            <a:t>) / (</a:t>
          </a:r>
          <a:r>
            <a:rPr lang="en-US" altLang="en-PK" sz="2000" b="1" i="1" kern="1200" dirty="0">
              <a:latin typeface="Arial" panose="020B0604020202020204" pitchFamily="34" charset="0"/>
              <a:cs typeface="Arial" panose="020B0604020202020204" pitchFamily="34" charset="0"/>
            </a:rPr>
            <a:t>p </a:t>
          </a:r>
          <a:r>
            <a:rPr lang="en-US" altLang="en-PK" sz="2000" b="1" kern="1200" dirty="0">
              <a:latin typeface="Arial" panose="020B0604020202020204" pitchFamily="34" charset="0"/>
              <a:cs typeface="Arial" panose="020B0604020202020204" pitchFamily="34" charset="0"/>
            </a:rPr>
            <a:t>log </a:t>
          </a:r>
          <a:r>
            <a:rPr lang="en-US" altLang="en-PK" sz="2000" b="1" i="1" kern="1200" dirty="0">
              <a:latin typeface="Arial" panose="020B0604020202020204" pitchFamily="34" charset="0"/>
              <a:cs typeface="Arial" panose="020B0604020202020204" pitchFamily="34" charset="0"/>
            </a:rPr>
            <a:t>p</a:t>
          </a:r>
          <a:r>
            <a:rPr lang="en-US" altLang="en-PK" sz="2000" kern="1200" dirty="0">
              <a:latin typeface="Arial" panose="020B0604020202020204" pitchFamily="34" charset="0"/>
              <a:cs typeface="Arial" panose="020B0604020202020204" pitchFamily="34" charset="0"/>
            </a:rPr>
            <a:t>) to get the same efficiency as on </a:t>
          </a:r>
          <a:r>
            <a:rPr lang="en-US" altLang="en-PK" sz="2000" b="1" i="1" kern="1200" dirty="0">
              <a:latin typeface="Arial" panose="020B0604020202020204" pitchFamily="34" charset="0"/>
              <a:cs typeface="Arial" panose="020B0604020202020204" pitchFamily="34" charset="0"/>
            </a:rPr>
            <a:t>p</a:t>
          </a:r>
          <a:r>
            <a:rPr lang="en-US" altLang="en-PK" sz="2000" kern="1200" dirty="0">
              <a:latin typeface="Arial" panose="020B0604020202020204" pitchFamily="34" charset="0"/>
              <a:cs typeface="Arial" panose="020B0604020202020204" pitchFamily="34" charset="0"/>
            </a:rPr>
            <a:t> processing elements. </a:t>
          </a:r>
        </a:p>
        <a:p>
          <a:endParaRPr lang="en-US" sz="2000" kern="1200" dirty="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04BC1B8E-A850-45CB-8A9A-60071A08E19B}" type="parTrans" cxnId="{AAF8D47F-31ED-447C-ACEA-3787210066D8}">
      <dgm:prSet/>
      <dgm:spPr/>
      <dgm:t>
        <a:bodyPr/>
        <a:lstStyle/>
        <a:p>
          <a:endParaRPr lang="en-PK"/>
        </a:p>
      </dgm:t>
    </dgm:pt>
    <dgm:pt modelId="{76001EC0-1E87-423B-81C7-992D3B82A2BE}" type="sibTrans" cxnId="{AAF8D47F-31ED-447C-ACEA-3787210066D8}">
      <dgm:prSet/>
      <dgm:spPr/>
      <dgm:t>
        <a:bodyPr/>
        <a:lstStyle/>
        <a:p>
          <a:endParaRPr lang="en-PK"/>
        </a:p>
      </dgm:t>
    </dgm:pt>
    <dgm:pt modelId="{D45A85E9-E987-417E-BD41-751858389537}" type="pres">
      <dgm:prSet presAssocID="{ED3F1A89-BC85-4253-966C-7691B172F16B}" presName="Name0" presStyleCnt="0">
        <dgm:presLayoutVars>
          <dgm:dir/>
          <dgm:animLvl val="lvl"/>
          <dgm:resizeHandles val="exact"/>
        </dgm:presLayoutVars>
      </dgm:prSet>
      <dgm:spPr/>
    </dgm:pt>
    <dgm:pt modelId="{1D7B8CE0-5871-45EE-8893-89BAA035E491}" type="pres">
      <dgm:prSet presAssocID="{4A20C2D7-1E01-4FC3-9259-D384A6D49B5D}" presName="boxAndChildren" presStyleCnt="0"/>
      <dgm:spPr/>
    </dgm:pt>
    <dgm:pt modelId="{F52EB904-81A7-4A32-8922-5A76ABAD6934}" type="pres">
      <dgm:prSet presAssocID="{4A20C2D7-1E01-4FC3-9259-D384A6D49B5D}" presName="parentTextBox" presStyleLbl="node1" presStyleIdx="0" presStyleCnt="4" custScaleY="107765"/>
      <dgm:spPr/>
    </dgm:pt>
    <dgm:pt modelId="{1FC5A72B-814D-40D8-903B-0BEDF7ACB55E}" type="pres">
      <dgm:prSet presAssocID="{28C8FA67-FCA1-49CF-9B9B-B9588A79724D}" presName="sp" presStyleCnt="0"/>
      <dgm:spPr/>
    </dgm:pt>
    <dgm:pt modelId="{969FE646-D5A6-4BF4-BB6C-BF0A963E14D1}" type="pres">
      <dgm:prSet presAssocID="{52253C0D-5E9B-4A16-B2A5-414A84BF1FDE}" presName="arrowAndChildren" presStyleCnt="0"/>
      <dgm:spPr/>
    </dgm:pt>
    <dgm:pt modelId="{D29B8AF0-41B3-499A-B112-E9ED0CA721B9}" type="pres">
      <dgm:prSet presAssocID="{52253C0D-5E9B-4A16-B2A5-414A84BF1FDE}" presName="parentTextArrow" presStyleLbl="node1" presStyleIdx="1" presStyleCnt="4" custScaleY="67541"/>
      <dgm:spPr/>
    </dgm:pt>
    <dgm:pt modelId="{300D64E2-1632-420A-8355-3FD7D6D600FB}" type="pres">
      <dgm:prSet presAssocID="{A132BD8E-B995-4201-A70A-D10386287ED8}" presName="sp" presStyleCnt="0"/>
      <dgm:spPr/>
    </dgm:pt>
    <dgm:pt modelId="{ECF5F8D1-B6C9-4504-B471-2C4B916788CB}" type="pres">
      <dgm:prSet presAssocID="{C7BD31F1-F07C-400E-84EB-6AD62D2729E9}" presName="arrowAndChildren" presStyleCnt="0"/>
      <dgm:spPr/>
    </dgm:pt>
    <dgm:pt modelId="{841EB539-0729-4D10-9F0B-B4A34A16CEDC}" type="pres">
      <dgm:prSet presAssocID="{C7BD31F1-F07C-400E-84EB-6AD62D2729E9}" presName="parentTextArrow" presStyleLbl="node1" presStyleIdx="2" presStyleCnt="4" custScaleY="68735" custLinFactNeighborX="-7885" custLinFactNeighborY="-3124"/>
      <dgm:spPr/>
    </dgm:pt>
    <dgm:pt modelId="{465EC2C6-C5F3-42BB-B040-B92617C02F61}" type="pres">
      <dgm:prSet presAssocID="{830BC0B3-C352-4C9D-8CDA-36F8FD52D51E}" presName="sp" presStyleCnt="0"/>
      <dgm:spPr/>
    </dgm:pt>
    <dgm:pt modelId="{0620A790-EBB2-4DC4-8333-804850CBED30}" type="pres">
      <dgm:prSet presAssocID="{A81C1329-B344-4E5A-9AEE-1B757B613B4D}" presName="arrowAndChildren" presStyleCnt="0"/>
      <dgm:spPr/>
    </dgm:pt>
    <dgm:pt modelId="{91A80EC5-5433-486D-A2A1-39BF10E8DFEC}" type="pres">
      <dgm:prSet presAssocID="{A81C1329-B344-4E5A-9AEE-1B757B613B4D}" presName="parentTextArrow" presStyleLbl="node1" presStyleIdx="3" presStyleCnt="4" custScaleY="67068"/>
      <dgm:spPr/>
    </dgm:pt>
  </dgm:ptLst>
  <dgm:cxnLst>
    <dgm:cxn modelId="{FA119128-D452-41E2-9C6E-53C9ADAEBB6D}" srcId="{ED3F1A89-BC85-4253-966C-7691B172F16B}" destId="{A81C1329-B344-4E5A-9AEE-1B757B613B4D}" srcOrd="0" destOrd="0" parTransId="{B33391AB-DB71-40D7-86F3-385E5740A321}" sibTransId="{830BC0B3-C352-4C9D-8CDA-36F8FD52D51E}"/>
    <dgm:cxn modelId="{9B80A633-C2A1-4ADD-AC3E-E16AE56CE900}" type="presOf" srcId="{4A20C2D7-1E01-4FC3-9259-D384A6D49B5D}" destId="{F52EB904-81A7-4A32-8922-5A76ABAD6934}" srcOrd="0" destOrd="0" presId="urn:microsoft.com/office/officeart/2005/8/layout/process4"/>
    <dgm:cxn modelId="{CB241F43-396D-49E8-8F41-DE1F24E22516}" srcId="{ED3F1A89-BC85-4253-966C-7691B172F16B}" destId="{52253C0D-5E9B-4A16-B2A5-414A84BF1FDE}" srcOrd="2" destOrd="0" parTransId="{DCB5E713-8896-44E8-93B1-624FA1567493}" sibTransId="{28C8FA67-FCA1-49CF-9B9B-B9588A79724D}"/>
    <dgm:cxn modelId="{942A2152-9C57-46BD-B674-A911D839BB48}" srcId="{ED3F1A89-BC85-4253-966C-7691B172F16B}" destId="{C7BD31F1-F07C-400E-84EB-6AD62D2729E9}" srcOrd="1" destOrd="0" parTransId="{9DCD4935-E66C-464A-B28A-DF8838CF5FBD}" sibTransId="{A132BD8E-B995-4201-A70A-D10386287ED8}"/>
    <dgm:cxn modelId="{AAF8D47F-31ED-447C-ACEA-3787210066D8}" srcId="{ED3F1A89-BC85-4253-966C-7691B172F16B}" destId="{4A20C2D7-1E01-4FC3-9259-D384A6D49B5D}" srcOrd="3" destOrd="0" parTransId="{04BC1B8E-A850-45CB-8A9A-60071A08E19B}" sibTransId="{76001EC0-1E87-423B-81C7-992D3B82A2BE}"/>
    <dgm:cxn modelId="{AD1FF9BA-63B9-4EC0-B339-5F6FFFF8BC2B}" type="presOf" srcId="{ED3F1A89-BC85-4253-966C-7691B172F16B}" destId="{D45A85E9-E987-417E-BD41-751858389537}" srcOrd="0" destOrd="0" presId="urn:microsoft.com/office/officeart/2005/8/layout/process4"/>
    <dgm:cxn modelId="{701C7ABD-1F67-4EBB-BCC6-CC29D2E7864C}" type="presOf" srcId="{C7BD31F1-F07C-400E-84EB-6AD62D2729E9}" destId="{841EB539-0729-4D10-9F0B-B4A34A16CEDC}" srcOrd="0" destOrd="0" presId="urn:microsoft.com/office/officeart/2005/8/layout/process4"/>
    <dgm:cxn modelId="{6998E8C0-D113-4DE5-A658-E620E8427856}" type="presOf" srcId="{A81C1329-B344-4E5A-9AEE-1B757B613B4D}" destId="{91A80EC5-5433-486D-A2A1-39BF10E8DFEC}" srcOrd="0" destOrd="0" presId="urn:microsoft.com/office/officeart/2005/8/layout/process4"/>
    <dgm:cxn modelId="{712F3EEE-E6BB-421A-A8B0-FDDBCDF488BB}" type="presOf" srcId="{52253C0D-5E9B-4A16-B2A5-414A84BF1FDE}" destId="{D29B8AF0-41B3-499A-B112-E9ED0CA721B9}" srcOrd="0" destOrd="0" presId="urn:microsoft.com/office/officeart/2005/8/layout/process4"/>
    <dgm:cxn modelId="{91F1108B-9ECE-493D-919E-52F25F257AAD}" type="presParOf" srcId="{D45A85E9-E987-417E-BD41-751858389537}" destId="{1D7B8CE0-5871-45EE-8893-89BAA035E491}" srcOrd="0" destOrd="0" presId="urn:microsoft.com/office/officeart/2005/8/layout/process4"/>
    <dgm:cxn modelId="{5662D898-5790-4E51-8E8B-DA92FF64BA11}" type="presParOf" srcId="{1D7B8CE0-5871-45EE-8893-89BAA035E491}" destId="{F52EB904-81A7-4A32-8922-5A76ABAD6934}" srcOrd="0" destOrd="0" presId="urn:microsoft.com/office/officeart/2005/8/layout/process4"/>
    <dgm:cxn modelId="{2F84BF4D-CD78-44E2-ADC2-DA67160AE027}" type="presParOf" srcId="{D45A85E9-E987-417E-BD41-751858389537}" destId="{1FC5A72B-814D-40D8-903B-0BEDF7ACB55E}" srcOrd="1" destOrd="0" presId="urn:microsoft.com/office/officeart/2005/8/layout/process4"/>
    <dgm:cxn modelId="{119F9A2D-C766-4C47-8C0D-79BCD9716FC0}" type="presParOf" srcId="{D45A85E9-E987-417E-BD41-751858389537}" destId="{969FE646-D5A6-4BF4-BB6C-BF0A963E14D1}" srcOrd="2" destOrd="0" presId="urn:microsoft.com/office/officeart/2005/8/layout/process4"/>
    <dgm:cxn modelId="{B1232FEC-9A38-42E3-9DD6-929329514A24}" type="presParOf" srcId="{969FE646-D5A6-4BF4-BB6C-BF0A963E14D1}" destId="{D29B8AF0-41B3-499A-B112-E9ED0CA721B9}" srcOrd="0" destOrd="0" presId="urn:microsoft.com/office/officeart/2005/8/layout/process4"/>
    <dgm:cxn modelId="{95552128-2D59-41AF-94FB-31C730317F10}" type="presParOf" srcId="{D45A85E9-E987-417E-BD41-751858389537}" destId="{300D64E2-1632-420A-8355-3FD7D6D600FB}" srcOrd="3" destOrd="0" presId="urn:microsoft.com/office/officeart/2005/8/layout/process4"/>
    <dgm:cxn modelId="{0A4C39B6-5B66-43F6-AD81-202D798CC3EE}" type="presParOf" srcId="{D45A85E9-E987-417E-BD41-751858389537}" destId="{ECF5F8D1-B6C9-4504-B471-2C4B916788CB}" srcOrd="4" destOrd="0" presId="urn:microsoft.com/office/officeart/2005/8/layout/process4"/>
    <dgm:cxn modelId="{D2764449-6FA8-4353-ACD0-77059BCD2E95}" type="presParOf" srcId="{ECF5F8D1-B6C9-4504-B471-2C4B916788CB}" destId="{841EB539-0729-4D10-9F0B-B4A34A16CEDC}" srcOrd="0" destOrd="0" presId="urn:microsoft.com/office/officeart/2005/8/layout/process4"/>
    <dgm:cxn modelId="{4F272D8E-296E-4B5F-8303-044DCEE02DDF}" type="presParOf" srcId="{D45A85E9-E987-417E-BD41-751858389537}" destId="{465EC2C6-C5F3-42BB-B040-B92617C02F61}" srcOrd="5" destOrd="0" presId="urn:microsoft.com/office/officeart/2005/8/layout/process4"/>
    <dgm:cxn modelId="{1A283456-E3A7-4176-B360-122B8EEF098B}" type="presParOf" srcId="{D45A85E9-E987-417E-BD41-751858389537}" destId="{0620A790-EBB2-4DC4-8333-804850CBED30}" srcOrd="6" destOrd="0" presId="urn:microsoft.com/office/officeart/2005/8/layout/process4"/>
    <dgm:cxn modelId="{3BDB174C-9596-4BAE-8A63-8468C2A2DFBA}" type="presParOf" srcId="{0620A790-EBB2-4DC4-8333-804850CBED30}" destId="{91A80EC5-5433-486D-A2A1-39BF10E8DFEC}" srcOrd="0" destOrd="0" presId="urn:microsoft.com/office/officeart/2005/8/layout/process4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36.xml><?xml version="1.0" encoding="utf-8"?>
<dgm:dataModel xmlns:dgm="http://schemas.openxmlformats.org/drawingml/2006/diagram" xmlns:a="http://schemas.openxmlformats.org/drawingml/2006/main">
  <dgm:ptLst>
    <dgm:pt modelId="{ED3F1A89-BC85-4253-966C-7691B172F16B}" type="doc">
      <dgm:prSet loTypeId="urn:microsoft.com/office/officeart/2005/8/layout/process4" loCatId="process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A81C1329-B344-4E5A-9AEE-1B757B613B4D}">
      <dgm:prSet custT="1"/>
      <dgm:spPr/>
      <dgm:t>
        <a:bodyPr/>
        <a:lstStyle/>
        <a:p>
          <a:r>
            <a:rPr lang="en-US" altLang="en-PK" sz="2000" dirty="0">
              <a:latin typeface="Arial" panose="020B0604020202020204" pitchFamily="34" charset="0"/>
              <a:cs typeface="Arial" panose="020B0604020202020204" pitchFamily="34" charset="0"/>
            </a:rPr>
            <a:t>The overhead function for the problem of adding </a:t>
          </a:r>
          <a:r>
            <a:rPr lang="en-US" altLang="en-PK" sz="2000" b="1" i="1" dirty="0">
              <a:latin typeface="Arial" panose="020B0604020202020204" pitchFamily="34" charset="0"/>
              <a:cs typeface="Arial" panose="020B0604020202020204" pitchFamily="34" charset="0"/>
            </a:rPr>
            <a:t>n </a:t>
          </a:r>
          <a:r>
            <a:rPr lang="en-US" altLang="en-PK" sz="2000" dirty="0">
              <a:latin typeface="Arial" panose="020B0604020202020204" pitchFamily="34" charset="0"/>
              <a:cs typeface="Arial" panose="020B0604020202020204" pitchFamily="34" charset="0"/>
            </a:rPr>
            <a:t>numbers on </a:t>
          </a:r>
          <a:r>
            <a:rPr lang="en-US" altLang="en-PK" sz="2000" b="1" i="1" dirty="0">
              <a:latin typeface="Arial" panose="020B0604020202020204" pitchFamily="34" charset="0"/>
              <a:cs typeface="Arial" panose="020B0604020202020204" pitchFamily="34" charset="0"/>
            </a:rPr>
            <a:t>p</a:t>
          </a:r>
          <a:r>
            <a:rPr lang="en-US" altLang="en-PK" sz="2000" dirty="0">
              <a:latin typeface="Arial" panose="020B0604020202020204" pitchFamily="34" charset="0"/>
              <a:cs typeface="Arial" panose="020B0604020202020204" pitchFamily="34" charset="0"/>
            </a:rPr>
            <a:t> processing elements is approximately </a:t>
          </a:r>
          <a:r>
            <a:rPr lang="en-US" altLang="en-PK" sz="2000" b="1" i="1" dirty="0">
              <a:latin typeface="Arial" panose="020B0604020202020204" pitchFamily="34" charset="0"/>
              <a:cs typeface="Arial" panose="020B0604020202020204" pitchFamily="34" charset="0"/>
            </a:rPr>
            <a:t>2p </a:t>
          </a:r>
          <a:r>
            <a:rPr lang="en-US" altLang="en-PK" sz="2000" b="1" dirty="0">
              <a:latin typeface="Arial" panose="020B0604020202020204" pitchFamily="34" charset="0"/>
              <a:cs typeface="Arial" panose="020B0604020202020204" pitchFamily="34" charset="0"/>
            </a:rPr>
            <a:t>log </a:t>
          </a:r>
          <a:r>
            <a:rPr lang="en-US" altLang="en-PK" sz="2000" b="1" i="1" dirty="0">
              <a:latin typeface="Arial" panose="020B0604020202020204" pitchFamily="34" charset="0"/>
              <a:cs typeface="Arial" panose="020B0604020202020204" pitchFamily="34" charset="0"/>
            </a:rPr>
            <a:t>p</a:t>
          </a:r>
          <a:r>
            <a:rPr lang="en-US" altLang="en-PK" sz="2000" dirty="0">
              <a:latin typeface="Arial" panose="020B0604020202020204" pitchFamily="34" charset="0"/>
              <a:cs typeface="Arial" panose="020B0604020202020204" pitchFamily="34" charset="0"/>
            </a:rPr>
            <a:t> . </a:t>
          </a:r>
          <a:endParaRPr lang="en-US" sz="2000" dirty="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B33391AB-DB71-40D7-86F3-385E5740A321}" type="parTrans" cxnId="{FA119128-D452-41E2-9C6E-53C9ADAEBB6D}">
      <dgm:prSet/>
      <dgm:spPr/>
      <dgm:t>
        <a:bodyPr/>
        <a:lstStyle/>
        <a:p>
          <a:endParaRPr lang="en-US"/>
        </a:p>
      </dgm:t>
    </dgm:pt>
    <dgm:pt modelId="{830BC0B3-C352-4C9D-8CDA-36F8FD52D51E}" type="sibTrans" cxnId="{FA119128-D452-41E2-9C6E-53C9ADAEBB6D}">
      <dgm:prSet/>
      <dgm:spPr/>
      <dgm:t>
        <a:bodyPr/>
        <a:lstStyle/>
        <a:p>
          <a:endParaRPr lang="en-US"/>
        </a:p>
      </dgm:t>
    </dgm:pt>
    <dgm:pt modelId="{C7BD31F1-F07C-400E-84EB-6AD62D2729E9}">
      <dgm:prSet custT="1"/>
      <dgm:spPr>
        <a:blipFill>
          <a:blip xmlns:r="http://schemas.openxmlformats.org/officeDocument/2006/relationships" r:embed="rId1"/>
          <a:stretch>
            <a:fillRect/>
          </a:stretch>
        </a:blipFill>
      </dgm:spPr>
      <dgm:t>
        <a:bodyPr/>
        <a:lstStyle/>
        <a:p>
          <a:r>
            <a:rPr lang="en-PK">
              <a:noFill/>
            </a:rPr>
            <a:t> </a:t>
          </a:r>
        </a:p>
      </dgm:t>
    </dgm:pt>
    <dgm:pt modelId="{9DCD4935-E66C-464A-B28A-DF8838CF5FBD}" type="parTrans" cxnId="{942A2152-9C57-46BD-B674-A911D839BB48}">
      <dgm:prSet/>
      <dgm:spPr/>
      <dgm:t>
        <a:bodyPr/>
        <a:lstStyle/>
        <a:p>
          <a:endParaRPr lang="en-US"/>
        </a:p>
      </dgm:t>
    </dgm:pt>
    <dgm:pt modelId="{A132BD8E-B995-4201-A70A-D10386287ED8}" type="sibTrans" cxnId="{942A2152-9C57-46BD-B674-A911D839BB48}">
      <dgm:prSet/>
      <dgm:spPr/>
      <dgm:t>
        <a:bodyPr/>
        <a:lstStyle/>
        <a:p>
          <a:endParaRPr lang="en-US"/>
        </a:p>
      </dgm:t>
    </dgm:pt>
    <dgm:pt modelId="{52253C0D-5E9B-4A16-B2A5-414A84BF1FDE}">
      <dgm:prSet custT="1"/>
      <dgm:spPr/>
      <dgm:t>
        <a:bodyPr/>
        <a:lstStyle/>
        <a:p>
          <a:r>
            <a:rPr lang="en-US" altLang="en-PK" sz="2000" kern="1200" dirty="0">
              <a:latin typeface="Arial" panose="020B0604020202020204" pitchFamily="34" charset="0"/>
              <a:cs typeface="Arial" panose="020B0604020202020204" pitchFamily="34" charset="0"/>
            </a:rPr>
            <a:t>Thus, the asymptotic </a:t>
          </a:r>
          <a:r>
            <a:rPr lang="en-US" altLang="en-PK" sz="2000" kern="1200" dirty="0" err="1">
              <a:latin typeface="Arial" panose="020B0604020202020204" pitchFamily="34" charset="0"/>
              <a:cs typeface="Arial" panose="020B0604020202020204" pitchFamily="34" charset="0"/>
            </a:rPr>
            <a:t>isoefficiency</a:t>
          </a:r>
          <a:r>
            <a:rPr lang="en-US" altLang="en-PK" sz="2000" kern="1200" dirty="0">
              <a:latin typeface="Arial" panose="020B0604020202020204" pitchFamily="34" charset="0"/>
              <a:cs typeface="Arial" panose="020B0604020202020204" pitchFamily="34" charset="0"/>
            </a:rPr>
            <a:t> function for this parallel system is: </a:t>
          </a:r>
          <a:r>
            <a:rPr lang="el-GR" altLang="en-PK" sz="2000" kern="1200" dirty="0">
              <a:latin typeface="Arial" panose="020B0604020202020204" pitchFamily="34" charset="0"/>
              <a:cs typeface="Arial" panose="020B0604020202020204" pitchFamily="34" charset="0"/>
            </a:rPr>
            <a:t>Θ</a:t>
          </a:r>
          <a:r>
            <a:rPr lang="en-US" altLang="en-PK" sz="2000" kern="1200" dirty="0">
              <a:latin typeface="Arial" panose="020B0604020202020204" pitchFamily="34" charset="0"/>
              <a:cs typeface="Arial" panose="020B0604020202020204" pitchFamily="34" charset="0"/>
            </a:rPr>
            <a:t>(</a:t>
          </a:r>
          <a:r>
            <a:rPr lang="en-US" altLang="en-PK" sz="2000" b="0" i="1" kern="1200" dirty="0">
              <a:latin typeface="Arial" panose="020B0604020202020204" pitchFamily="34" charset="0"/>
              <a:cs typeface="Arial" panose="020B0604020202020204" pitchFamily="34" charset="0"/>
            </a:rPr>
            <a:t>p </a:t>
          </a:r>
          <a:r>
            <a:rPr lang="en-US" altLang="en-PK" sz="2000" b="0" kern="1200" dirty="0">
              <a:latin typeface="Arial" panose="020B0604020202020204" pitchFamily="34" charset="0"/>
              <a:cs typeface="Arial" panose="020B0604020202020204" pitchFamily="34" charset="0"/>
            </a:rPr>
            <a:t>log </a:t>
          </a:r>
          <a:r>
            <a:rPr lang="en-US" altLang="en-PK" sz="2000" b="0" i="1" kern="1200" dirty="0">
              <a:latin typeface="Arial" panose="020B0604020202020204" pitchFamily="34" charset="0"/>
              <a:cs typeface="Arial" panose="020B0604020202020204" pitchFamily="34" charset="0"/>
            </a:rPr>
            <a:t>p</a:t>
          </a:r>
          <a:r>
            <a:rPr lang="en-US" altLang="en-PK" sz="2000" b="0" kern="1200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US" altLang="en-PK" sz="2000" kern="1200" dirty="0">
              <a:latin typeface="Arial" panose="020B0604020202020204" pitchFamily="34" charset="0"/>
              <a:cs typeface="Arial" panose="020B0604020202020204" pitchFamily="34" charset="0"/>
            </a:rPr>
            <a:t>)</a:t>
          </a:r>
          <a:endParaRPr lang="en-US" sz="2000" kern="1200" dirty="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DCB5E713-8896-44E8-93B1-624FA1567493}" type="parTrans" cxnId="{CB241F43-396D-49E8-8F41-DE1F24E22516}">
      <dgm:prSet/>
      <dgm:spPr/>
      <dgm:t>
        <a:bodyPr/>
        <a:lstStyle/>
        <a:p>
          <a:endParaRPr lang="en-PK"/>
        </a:p>
      </dgm:t>
    </dgm:pt>
    <dgm:pt modelId="{28C8FA67-FCA1-49CF-9B9B-B9588A79724D}" type="sibTrans" cxnId="{CB241F43-396D-49E8-8F41-DE1F24E22516}">
      <dgm:prSet/>
      <dgm:spPr/>
      <dgm:t>
        <a:bodyPr/>
        <a:lstStyle/>
        <a:p>
          <a:endParaRPr lang="en-PK"/>
        </a:p>
      </dgm:t>
    </dgm:pt>
    <dgm:pt modelId="{4A20C2D7-1E01-4FC3-9259-D384A6D49B5D}">
      <dgm:prSet custT="1"/>
      <dgm:spPr/>
      <dgm:t>
        <a:bodyPr/>
        <a:lstStyle/>
        <a:p>
          <a:br>
            <a:rPr lang="en-US" altLang="en-PK" sz="2000" kern="1200" dirty="0"/>
          </a:br>
          <a:r>
            <a:rPr lang="en-US" altLang="en-PK" sz="2000" kern="1200" dirty="0">
              <a:latin typeface="Arial" panose="020B0604020202020204" pitchFamily="34" charset="0"/>
              <a:cs typeface="Arial" panose="020B0604020202020204" pitchFamily="34" charset="0"/>
            </a:rPr>
            <a:t>If the number of processing elements is increased from </a:t>
          </a:r>
          <a:r>
            <a:rPr lang="en-US" altLang="en-PK" sz="2000" b="1" i="1" kern="1200" dirty="0">
              <a:latin typeface="Arial" panose="020B0604020202020204" pitchFamily="34" charset="0"/>
              <a:cs typeface="Arial" panose="020B0604020202020204" pitchFamily="34" charset="0"/>
            </a:rPr>
            <a:t>p</a:t>
          </a:r>
          <a:r>
            <a:rPr lang="en-US" altLang="en-PK" sz="2000" kern="1200" dirty="0">
              <a:latin typeface="Arial" panose="020B0604020202020204" pitchFamily="34" charset="0"/>
              <a:cs typeface="Arial" panose="020B0604020202020204" pitchFamily="34" charset="0"/>
            </a:rPr>
            <a:t> to </a:t>
          </a:r>
          <a:r>
            <a:rPr lang="en-US" altLang="en-PK" sz="2000" b="1" i="1" kern="1200" dirty="0">
              <a:latin typeface="Arial" panose="020B0604020202020204" pitchFamily="34" charset="0"/>
              <a:cs typeface="Arial" panose="020B0604020202020204" pitchFamily="34" charset="0"/>
            </a:rPr>
            <a:t>p’</a:t>
          </a:r>
          <a:r>
            <a:rPr lang="en-US" altLang="en-PK" sz="2000" kern="1200" dirty="0">
              <a:latin typeface="Arial" panose="020B0604020202020204" pitchFamily="34" charset="0"/>
              <a:cs typeface="Arial" panose="020B0604020202020204" pitchFamily="34" charset="0"/>
            </a:rPr>
            <a:t>, the problem size (in this case, n ) must be increased by a factor of        (</a:t>
          </a:r>
          <a:r>
            <a:rPr lang="en-US" altLang="en-PK" sz="2000" b="1" i="1" kern="1200" dirty="0">
              <a:latin typeface="Arial" panose="020B0604020202020204" pitchFamily="34" charset="0"/>
              <a:cs typeface="Arial" panose="020B0604020202020204" pitchFamily="34" charset="0"/>
            </a:rPr>
            <a:t>p’ </a:t>
          </a:r>
          <a:r>
            <a:rPr lang="en-US" altLang="en-PK" sz="2000" b="1" kern="1200" dirty="0">
              <a:latin typeface="Arial" panose="020B0604020202020204" pitchFamily="34" charset="0"/>
              <a:cs typeface="Arial" panose="020B0604020202020204" pitchFamily="34" charset="0"/>
            </a:rPr>
            <a:t>log </a:t>
          </a:r>
          <a:r>
            <a:rPr lang="en-US" altLang="en-PK" sz="2000" b="1" i="1" kern="1200" dirty="0">
              <a:latin typeface="Arial" panose="020B0604020202020204" pitchFamily="34" charset="0"/>
              <a:cs typeface="Arial" panose="020B0604020202020204" pitchFamily="34" charset="0"/>
            </a:rPr>
            <a:t>p’</a:t>
          </a:r>
          <a:r>
            <a:rPr lang="en-US" altLang="en-PK" sz="2000" kern="1200" dirty="0">
              <a:latin typeface="Arial" panose="020B0604020202020204" pitchFamily="34" charset="0"/>
              <a:cs typeface="Arial" panose="020B0604020202020204" pitchFamily="34" charset="0"/>
            </a:rPr>
            <a:t>) / (</a:t>
          </a:r>
          <a:r>
            <a:rPr lang="en-US" altLang="en-PK" sz="2000" b="1" i="1" kern="1200" dirty="0">
              <a:latin typeface="Arial" panose="020B0604020202020204" pitchFamily="34" charset="0"/>
              <a:cs typeface="Arial" panose="020B0604020202020204" pitchFamily="34" charset="0"/>
            </a:rPr>
            <a:t>p </a:t>
          </a:r>
          <a:r>
            <a:rPr lang="en-US" altLang="en-PK" sz="2000" b="1" kern="1200" dirty="0">
              <a:latin typeface="Arial" panose="020B0604020202020204" pitchFamily="34" charset="0"/>
              <a:cs typeface="Arial" panose="020B0604020202020204" pitchFamily="34" charset="0"/>
            </a:rPr>
            <a:t>log </a:t>
          </a:r>
          <a:r>
            <a:rPr lang="en-US" altLang="en-PK" sz="2000" b="1" i="1" kern="1200" dirty="0">
              <a:latin typeface="Arial" panose="020B0604020202020204" pitchFamily="34" charset="0"/>
              <a:cs typeface="Arial" panose="020B0604020202020204" pitchFamily="34" charset="0"/>
            </a:rPr>
            <a:t>p</a:t>
          </a:r>
          <a:r>
            <a:rPr lang="en-US" altLang="en-PK" sz="2000" kern="1200" dirty="0">
              <a:latin typeface="Arial" panose="020B0604020202020204" pitchFamily="34" charset="0"/>
              <a:cs typeface="Arial" panose="020B0604020202020204" pitchFamily="34" charset="0"/>
            </a:rPr>
            <a:t>) to get the same efficiency as on </a:t>
          </a:r>
          <a:r>
            <a:rPr lang="en-US" altLang="en-PK" sz="2000" b="1" i="1" kern="1200" dirty="0">
              <a:latin typeface="Arial" panose="020B0604020202020204" pitchFamily="34" charset="0"/>
              <a:cs typeface="Arial" panose="020B0604020202020204" pitchFamily="34" charset="0"/>
            </a:rPr>
            <a:t>p</a:t>
          </a:r>
          <a:r>
            <a:rPr lang="en-US" altLang="en-PK" sz="2000" kern="1200" dirty="0">
              <a:latin typeface="Arial" panose="020B0604020202020204" pitchFamily="34" charset="0"/>
              <a:cs typeface="Arial" panose="020B0604020202020204" pitchFamily="34" charset="0"/>
            </a:rPr>
            <a:t> processing elements. </a:t>
          </a:r>
        </a:p>
        <a:p>
          <a:endParaRPr lang="en-US" sz="2000" kern="1200" dirty="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04BC1B8E-A850-45CB-8A9A-60071A08E19B}" type="parTrans" cxnId="{AAF8D47F-31ED-447C-ACEA-3787210066D8}">
      <dgm:prSet/>
      <dgm:spPr/>
      <dgm:t>
        <a:bodyPr/>
        <a:lstStyle/>
        <a:p>
          <a:endParaRPr lang="en-PK"/>
        </a:p>
      </dgm:t>
    </dgm:pt>
    <dgm:pt modelId="{76001EC0-1E87-423B-81C7-992D3B82A2BE}" type="sibTrans" cxnId="{AAF8D47F-31ED-447C-ACEA-3787210066D8}">
      <dgm:prSet/>
      <dgm:spPr/>
      <dgm:t>
        <a:bodyPr/>
        <a:lstStyle/>
        <a:p>
          <a:endParaRPr lang="en-PK"/>
        </a:p>
      </dgm:t>
    </dgm:pt>
    <dgm:pt modelId="{D45A85E9-E987-417E-BD41-751858389537}" type="pres">
      <dgm:prSet presAssocID="{ED3F1A89-BC85-4253-966C-7691B172F16B}" presName="Name0" presStyleCnt="0">
        <dgm:presLayoutVars>
          <dgm:dir/>
          <dgm:animLvl val="lvl"/>
          <dgm:resizeHandles val="exact"/>
        </dgm:presLayoutVars>
      </dgm:prSet>
      <dgm:spPr/>
    </dgm:pt>
    <dgm:pt modelId="{1D7B8CE0-5871-45EE-8893-89BAA035E491}" type="pres">
      <dgm:prSet presAssocID="{4A20C2D7-1E01-4FC3-9259-D384A6D49B5D}" presName="boxAndChildren" presStyleCnt="0"/>
      <dgm:spPr/>
    </dgm:pt>
    <dgm:pt modelId="{F52EB904-81A7-4A32-8922-5A76ABAD6934}" type="pres">
      <dgm:prSet presAssocID="{4A20C2D7-1E01-4FC3-9259-D384A6D49B5D}" presName="parentTextBox" presStyleLbl="node1" presStyleIdx="0" presStyleCnt="4" custScaleY="107765"/>
      <dgm:spPr/>
    </dgm:pt>
    <dgm:pt modelId="{1FC5A72B-814D-40D8-903B-0BEDF7ACB55E}" type="pres">
      <dgm:prSet presAssocID="{28C8FA67-FCA1-49CF-9B9B-B9588A79724D}" presName="sp" presStyleCnt="0"/>
      <dgm:spPr/>
    </dgm:pt>
    <dgm:pt modelId="{969FE646-D5A6-4BF4-BB6C-BF0A963E14D1}" type="pres">
      <dgm:prSet presAssocID="{52253C0D-5E9B-4A16-B2A5-414A84BF1FDE}" presName="arrowAndChildren" presStyleCnt="0"/>
      <dgm:spPr/>
    </dgm:pt>
    <dgm:pt modelId="{D29B8AF0-41B3-499A-B112-E9ED0CA721B9}" type="pres">
      <dgm:prSet presAssocID="{52253C0D-5E9B-4A16-B2A5-414A84BF1FDE}" presName="parentTextArrow" presStyleLbl="node1" presStyleIdx="1" presStyleCnt="4" custScaleY="67541"/>
      <dgm:spPr/>
    </dgm:pt>
    <dgm:pt modelId="{300D64E2-1632-420A-8355-3FD7D6D600FB}" type="pres">
      <dgm:prSet presAssocID="{A132BD8E-B995-4201-A70A-D10386287ED8}" presName="sp" presStyleCnt="0"/>
      <dgm:spPr/>
    </dgm:pt>
    <dgm:pt modelId="{ECF5F8D1-B6C9-4504-B471-2C4B916788CB}" type="pres">
      <dgm:prSet presAssocID="{C7BD31F1-F07C-400E-84EB-6AD62D2729E9}" presName="arrowAndChildren" presStyleCnt="0"/>
      <dgm:spPr/>
    </dgm:pt>
    <dgm:pt modelId="{841EB539-0729-4D10-9F0B-B4A34A16CEDC}" type="pres">
      <dgm:prSet presAssocID="{C7BD31F1-F07C-400E-84EB-6AD62D2729E9}" presName="parentTextArrow" presStyleLbl="node1" presStyleIdx="2" presStyleCnt="4" custScaleY="68735" custLinFactNeighborX="-7885" custLinFactNeighborY="-3124"/>
      <dgm:spPr/>
    </dgm:pt>
    <dgm:pt modelId="{465EC2C6-C5F3-42BB-B040-B92617C02F61}" type="pres">
      <dgm:prSet presAssocID="{830BC0B3-C352-4C9D-8CDA-36F8FD52D51E}" presName="sp" presStyleCnt="0"/>
      <dgm:spPr/>
    </dgm:pt>
    <dgm:pt modelId="{0620A790-EBB2-4DC4-8333-804850CBED30}" type="pres">
      <dgm:prSet presAssocID="{A81C1329-B344-4E5A-9AEE-1B757B613B4D}" presName="arrowAndChildren" presStyleCnt="0"/>
      <dgm:spPr/>
    </dgm:pt>
    <dgm:pt modelId="{91A80EC5-5433-486D-A2A1-39BF10E8DFEC}" type="pres">
      <dgm:prSet presAssocID="{A81C1329-B344-4E5A-9AEE-1B757B613B4D}" presName="parentTextArrow" presStyleLbl="node1" presStyleIdx="3" presStyleCnt="4" custScaleY="67068"/>
      <dgm:spPr/>
    </dgm:pt>
  </dgm:ptLst>
  <dgm:cxnLst>
    <dgm:cxn modelId="{FA119128-D452-41E2-9C6E-53C9ADAEBB6D}" srcId="{ED3F1A89-BC85-4253-966C-7691B172F16B}" destId="{A81C1329-B344-4E5A-9AEE-1B757B613B4D}" srcOrd="0" destOrd="0" parTransId="{B33391AB-DB71-40D7-86F3-385E5740A321}" sibTransId="{830BC0B3-C352-4C9D-8CDA-36F8FD52D51E}"/>
    <dgm:cxn modelId="{9B80A633-C2A1-4ADD-AC3E-E16AE56CE900}" type="presOf" srcId="{4A20C2D7-1E01-4FC3-9259-D384A6D49B5D}" destId="{F52EB904-81A7-4A32-8922-5A76ABAD6934}" srcOrd="0" destOrd="0" presId="urn:microsoft.com/office/officeart/2005/8/layout/process4"/>
    <dgm:cxn modelId="{CB241F43-396D-49E8-8F41-DE1F24E22516}" srcId="{ED3F1A89-BC85-4253-966C-7691B172F16B}" destId="{52253C0D-5E9B-4A16-B2A5-414A84BF1FDE}" srcOrd="2" destOrd="0" parTransId="{DCB5E713-8896-44E8-93B1-624FA1567493}" sibTransId="{28C8FA67-FCA1-49CF-9B9B-B9588A79724D}"/>
    <dgm:cxn modelId="{942A2152-9C57-46BD-B674-A911D839BB48}" srcId="{ED3F1A89-BC85-4253-966C-7691B172F16B}" destId="{C7BD31F1-F07C-400E-84EB-6AD62D2729E9}" srcOrd="1" destOrd="0" parTransId="{9DCD4935-E66C-464A-B28A-DF8838CF5FBD}" sibTransId="{A132BD8E-B995-4201-A70A-D10386287ED8}"/>
    <dgm:cxn modelId="{AAF8D47F-31ED-447C-ACEA-3787210066D8}" srcId="{ED3F1A89-BC85-4253-966C-7691B172F16B}" destId="{4A20C2D7-1E01-4FC3-9259-D384A6D49B5D}" srcOrd="3" destOrd="0" parTransId="{04BC1B8E-A850-45CB-8A9A-60071A08E19B}" sibTransId="{76001EC0-1E87-423B-81C7-992D3B82A2BE}"/>
    <dgm:cxn modelId="{AD1FF9BA-63B9-4EC0-B339-5F6FFFF8BC2B}" type="presOf" srcId="{ED3F1A89-BC85-4253-966C-7691B172F16B}" destId="{D45A85E9-E987-417E-BD41-751858389537}" srcOrd="0" destOrd="0" presId="urn:microsoft.com/office/officeart/2005/8/layout/process4"/>
    <dgm:cxn modelId="{701C7ABD-1F67-4EBB-BCC6-CC29D2E7864C}" type="presOf" srcId="{C7BD31F1-F07C-400E-84EB-6AD62D2729E9}" destId="{841EB539-0729-4D10-9F0B-B4A34A16CEDC}" srcOrd="0" destOrd="0" presId="urn:microsoft.com/office/officeart/2005/8/layout/process4"/>
    <dgm:cxn modelId="{6998E8C0-D113-4DE5-A658-E620E8427856}" type="presOf" srcId="{A81C1329-B344-4E5A-9AEE-1B757B613B4D}" destId="{91A80EC5-5433-486D-A2A1-39BF10E8DFEC}" srcOrd="0" destOrd="0" presId="urn:microsoft.com/office/officeart/2005/8/layout/process4"/>
    <dgm:cxn modelId="{712F3EEE-E6BB-421A-A8B0-FDDBCDF488BB}" type="presOf" srcId="{52253C0D-5E9B-4A16-B2A5-414A84BF1FDE}" destId="{D29B8AF0-41B3-499A-B112-E9ED0CA721B9}" srcOrd="0" destOrd="0" presId="urn:microsoft.com/office/officeart/2005/8/layout/process4"/>
    <dgm:cxn modelId="{91F1108B-9ECE-493D-919E-52F25F257AAD}" type="presParOf" srcId="{D45A85E9-E987-417E-BD41-751858389537}" destId="{1D7B8CE0-5871-45EE-8893-89BAA035E491}" srcOrd="0" destOrd="0" presId="urn:microsoft.com/office/officeart/2005/8/layout/process4"/>
    <dgm:cxn modelId="{5662D898-5790-4E51-8E8B-DA92FF64BA11}" type="presParOf" srcId="{1D7B8CE0-5871-45EE-8893-89BAA035E491}" destId="{F52EB904-81A7-4A32-8922-5A76ABAD6934}" srcOrd="0" destOrd="0" presId="urn:microsoft.com/office/officeart/2005/8/layout/process4"/>
    <dgm:cxn modelId="{2F84BF4D-CD78-44E2-ADC2-DA67160AE027}" type="presParOf" srcId="{D45A85E9-E987-417E-BD41-751858389537}" destId="{1FC5A72B-814D-40D8-903B-0BEDF7ACB55E}" srcOrd="1" destOrd="0" presId="urn:microsoft.com/office/officeart/2005/8/layout/process4"/>
    <dgm:cxn modelId="{119F9A2D-C766-4C47-8C0D-79BCD9716FC0}" type="presParOf" srcId="{D45A85E9-E987-417E-BD41-751858389537}" destId="{969FE646-D5A6-4BF4-BB6C-BF0A963E14D1}" srcOrd="2" destOrd="0" presId="urn:microsoft.com/office/officeart/2005/8/layout/process4"/>
    <dgm:cxn modelId="{B1232FEC-9A38-42E3-9DD6-929329514A24}" type="presParOf" srcId="{969FE646-D5A6-4BF4-BB6C-BF0A963E14D1}" destId="{D29B8AF0-41B3-499A-B112-E9ED0CA721B9}" srcOrd="0" destOrd="0" presId="urn:microsoft.com/office/officeart/2005/8/layout/process4"/>
    <dgm:cxn modelId="{95552128-2D59-41AF-94FB-31C730317F10}" type="presParOf" srcId="{D45A85E9-E987-417E-BD41-751858389537}" destId="{300D64E2-1632-420A-8355-3FD7D6D600FB}" srcOrd="3" destOrd="0" presId="urn:microsoft.com/office/officeart/2005/8/layout/process4"/>
    <dgm:cxn modelId="{0A4C39B6-5B66-43F6-AD81-202D798CC3EE}" type="presParOf" srcId="{D45A85E9-E987-417E-BD41-751858389537}" destId="{ECF5F8D1-B6C9-4504-B471-2C4B916788CB}" srcOrd="4" destOrd="0" presId="urn:microsoft.com/office/officeart/2005/8/layout/process4"/>
    <dgm:cxn modelId="{D2764449-6FA8-4353-ACD0-77059BCD2E95}" type="presParOf" srcId="{ECF5F8D1-B6C9-4504-B471-2C4B916788CB}" destId="{841EB539-0729-4D10-9F0B-B4A34A16CEDC}" srcOrd="0" destOrd="0" presId="urn:microsoft.com/office/officeart/2005/8/layout/process4"/>
    <dgm:cxn modelId="{4F272D8E-296E-4B5F-8303-044DCEE02DDF}" type="presParOf" srcId="{D45A85E9-E987-417E-BD41-751858389537}" destId="{465EC2C6-C5F3-42BB-B040-B92617C02F61}" srcOrd="5" destOrd="0" presId="urn:microsoft.com/office/officeart/2005/8/layout/process4"/>
    <dgm:cxn modelId="{1A283456-E3A7-4176-B360-122B8EEF098B}" type="presParOf" srcId="{D45A85E9-E987-417E-BD41-751858389537}" destId="{0620A790-EBB2-4DC4-8333-804850CBED30}" srcOrd="6" destOrd="0" presId="urn:microsoft.com/office/officeart/2005/8/layout/process4"/>
    <dgm:cxn modelId="{3BDB174C-9596-4BAE-8A63-8468C2A2DFBA}" type="presParOf" srcId="{0620A790-EBB2-4DC4-8333-804850CBED30}" destId="{91A80EC5-5433-486D-A2A1-39BF10E8DFEC}" srcOrd="0" destOrd="0" presId="urn:microsoft.com/office/officeart/2005/8/layout/process4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37.xml><?xml version="1.0" encoding="utf-8"?>
<dgm:dataModel xmlns:dgm="http://schemas.openxmlformats.org/drawingml/2006/diagram" xmlns:a="http://schemas.openxmlformats.org/drawingml/2006/main">
  <dgm:ptLst>
    <dgm:pt modelId="{AC605FAC-F4E1-443B-91BE-22C6277E36A9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ED44C359-7308-4379-89E9-19E66492F1E3}">
      <dgm:prSet custT="1"/>
      <dgm:spPr/>
      <dgm:t>
        <a:bodyPr/>
        <a:lstStyle/>
        <a:p>
          <a:pPr algn="ctr">
            <a:lnSpc>
              <a:spcPct val="100000"/>
            </a:lnSpc>
          </a:pPr>
          <a:r>
            <a:rPr lang="en-US" altLang="en-PK" sz="2000" b="0" kern="1200" dirty="0">
              <a:solidFill>
                <a:srgbClr val="213B31"/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</a:rPr>
            <a:t>Lower Bound and the Isoefficiency Function</a:t>
          </a:r>
          <a:r>
            <a:rPr lang="en-US" altLang="en-PK" sz="2000" b="0" kern="1200" dirty="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rPr>
            <a:t>   </a:t>
          </a:r>
          <a:endParaRPr lang="en-US" sz="2000" b="0" kern="1200" dirty="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DDE39F89-4909-4F7C-B6EE-53FC58D6BFC9}" type="parTrans" cxnId="{5A7FBB75-A817-4E9D-AEC2-DB7B07048CA1}">
      <dgm:prSet/>
      <dgm:spPr/>
      <dgm:t>
        <a:bodyPr/>
        <a:lstStyle/>
        <a:p>
          <a:endParaRPr lang="en-US"/>
        </a:p>
      </dgm:t>
    </dgm:pt>
    <dgm:pt modelId="{C10B7116-E14F-4655-9E5A-B6D7DD37A5B9}" type="sibTrans" cxnId="{5A7FBB75-A817-4E9D-AEC2-DB7B07048CA1}">
      <dgm:prSet/>
      <dgm:spPr/>
      <dgm:t>
        <a:bodyPr/>
        <a:lstStyle/>
        <a:p>
          <a:endParaRPr lang="en-US"/>
        </a:p>
      </dgm:t>
    </dgm:pt>
    <dgm:pt modelId="{B52304F7-9CCF-4381-9DB7-D65E8FF69D98}">
      <dgm:prSet custT="1"/>
      <dgm:spPr/>
      <dgm:t>
        <a:bodyPr/>
        <a:lstStyle/>
        <a:p>
          <a:pPr algn="ctr">
            <a:lnSpc>
              <a:spcPct val="100000"/>
            </a:lnSpc>
          </a:pPr>
          <a:r>
            <a:rPr lang="en-US" altLang="en-PK" sz="2000" b="0" kern="1200" dirty="0">
              <a:solidFill>
                <a:srgbClr val="213B31"/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</a:rPr>
            <a:t>Degree of Concurrency and </a:t>
          </a:r>
          <a:r>
            <a:rPr lang="en-US" altLang="en-PK" sz="2000" b="0" kern="1200" dirty="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rPr>
            <a:t>Isoefficiency Function</a:t>
          </a:r>
          <a:endParaRPr lang="en-US" sz="2000" b="0" kern="1200" dirty="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5A3F200D-6884-4F08-B3E1-ED350FEF42E7}" type="parTrans" cxnId="{7D93A2FB-E493-4057-9321-1F6F3DDA93FB}">
      <dgm:prSet/>
      <dgm:spPr/>
      <dgm:t>
        <a:bodyPr/>
        <a:lstStyle/>
        <a:p>
          <a:endParaRPr lang="en-US"/>
        </a:p>
      </dgm:t>
    </dgm:pt>
    <dgm:pt modelId="{3B0ED119-AD1B-484D-96A0-C81E45281368}" type="sibTrans" cxnId="{7D93A2FB-E493-4057-9321-1F6F3DDA93FB}">
      <dgm:prSet/>
      <dgm:spPr/>
      <dgm:t>
        <a:bodyPr/>
        <a:lstStyle/>
        <a:p>
          <a:endParaRPr lang="en-US"/>
        </a:p>
      </dgm:t>
    </dgm:pt>
    <dgm:pt modelId="{203A11AC-6691-4719-A18C-2D6C7EA9F1B7}" type="pres">
      <dgm:prSet presAssocID="{AC605FAC-F4E1-443B-91BE-22C6277E36A9}" presName="root" presStyleCnt="0">
        <dgm:presLayoutVars>
          <dgm:dir/>
          <dgm:resizeHandles val="exact"/>
        </dgm:presLayoutVars>
      </dgm:prSet>
      <dgm:spPr/>
    </dgm:pt>
    <dgm:pt modelId="{600634BA-D74A-488D-87C2-97828914D25B}" type="pres">
      <dgm:prSet presAssocID="{ED44C359-7308-4379-89E9-19E66492F1E3}" presName="compNode" presStyleCnt="0"/>
      <dgm:spPr/>
    </dgm:pt>
    <dgm:pt modelId="{27611441-5FC4-4BBA-AB94-233AC5382243}" type="pres">
      <dgm:prSet presAssocID="{ED44C359-7308-4379-89E9-19E66492F1E3}" presName="bgRect" presStyleLbl="bgShp" presStyleIdx="0" presStyleCnt="2"/>
      <dgm:spPr/>
    </dgm:pt>
    <dgm:pt modelId="{C11A7D35-1FE6-446D-AE68-CDC0EA75C5EF}" type="pres">
      <dgm:prSet presAssocID="{ED44C359-7308-4379-89E9-19E66492F1E3}" presName="iconRect" presStyleLbl="node1" presStyleIdx="0" presStyleCnt="2"/>
      <dgm:spPr>
        <a:blipFill>
          <a:blip xmlns:r="http://schemas.openxmlformats.org/officeDocument/2006/relationships" r:embed="rId1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alculator"/>
        </a:ext>
      </dgm:extLst>
    </dgm:pt>
    <dgm:pt modelId="{1E29CDAF-1E44-40CB-AADF-4B80555EE7A7}" type="pres">
      <dgm:prSet presAssocID="{ED44C359-7308-4379-89E9-19E66492F1E3}" presName="spaceRect" presStyleCnt="0"/>
      <dgm:spPr/>
    </dgm:pt>
    <dgm:pt modelId="{439E4229-80E6-49FA-AC66-32D790A69D10}" type="pres">
      <dgm:prSet presAssocID="{ED44C359-7308-4379-89E9-19E66492F1E3}" presName="parTx" presStyleLbl="revTx" presStyleIdx="0" presStyleCnt="2">
        <dgm:presLayoutVars>
          <dgm:chMax val="0"/>
          <dgm:chPref val="0"/>
        </dgm:presLayoutVars>
      </dgm:prSet>
      <dgm:spPr/>
    </dgm:pt>
    <dgm:pt modelId="{8618AEF0-E25F-4BEF-A69C-DFE10F40ECD4}" type="pres">
      <dgm:prSet presAssocID="{C10B7116-E14F-4655-9E5A-B6D7DD37A5B9}" presName="sibTrans" presStyleCnt="0"/>
      <dgm:spPr/>
    </dgm:pt>
    <dgm:pt modelId="{2B88366C-3DD7-4316-A04C-3130D68EB710}" type="pres">
      <dgm:prSet presAssocID="{B52304F7-9CCF-4381-9DB7-D65E8FF69D98}" presName="compNode" presStyleCnt="0"/>
      <dgm:spPr/>
    </dgm:pt>
    <dgm:pt modelId="{D75562AD-F78D-4876-92B4-3DD0643FB177}" type="pres">
      <dgm:prSet presAssocID="{B52304F7-9CCF-4381-9DB7-D65E8FF69D98}" presName="bgRect" presStyleLbl="bgShp" presStyleIdx="1" presStyleCnt="2" custLinFactNeighborX="1406" custLinFactNeighborY="3433"/>
      <dgm:spPr/>
    </dgm:pt>
    <dgm:pt modelId="{3807B6D7-BF48-4FDE-BD86-4D161441F3BF}" type="pres">
      <dgm:prSet presAssocID="{B52304F7-9CCF-4381-9DB7-D65E8FF69D98}" presName="iconRect" presStyleLbl="node1" presStyleIdx="1" presStyleCnt="2"/>
      <dgm:spPr>
        <a:blipFill>
          <a:blip xmlns:r="http://schemas.openxmlformats.org/officeDocument/2006/relationships"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loud Computing"/>
        </a:ext>
      </dgm:extLst>
    </dgm:pt>
    <dgm:pt modelId="{07149938-3981-4A58-80D9-196D21EBC8A9}" type="pres">
      <dgm:prSet presAssocID="{B52304F7-9CCF-4381-9DB7-D65E8FF69D98}" presName="spaceRect" presStyleCnt="0"/>
      <dgm:spPr/>
    </dgm:pt>
    <dgm:pt modelId="{17273AB3-1C10-4C7C-8AEC-2DC6562CD53E}" type="pres">
      <dgm:prSet presAssocID="{B52304F7-9CCF-4381-9DB7-D65E8FF69D98}" presName="parTx" presStyleLbl="revTx" presStyleIdx="1" presStyleCnt="2">
        <dgm:presLayoutVars>
          <dgm:chMax val="0"/>
          <dgm:chPref val="0"/>
        </dgm:presLayoutVars>
      </dgm:prSet>
      <dgm:spPr/>
    </dgm:pt>
  </dgm:ptLst>
  <dgm:cxnLst>
    <dgm:cxn modelId="{5A7FBB75-A817-4E9D-AEC2-DB7B07048CA1}" srcId="{AC605FAC-F4E1-443B-91BE-22C6277E36A9}" destId="{ED44C359-7308-4379-89E9-19E66492F1E3}" srcOrd="0" destOrd="0" parTransId="{DDE39F89-4909-4F7C-B6EE-53FC58D6BFC9}" sibTransId="{C10B7116-E14F-4655-9E5A-B6D7DD37A5B9}"/>
    <dgm:cxn modelId="{EC3A6D8C-FF5E-4705-AD3B-8C9EF9B23F68}" type="presOf" srcId="{AC605FAC-F4E1-443B-91BE-22C6277E36A9}" destId="{203A11AC-6691-4719-A18C-2D6C7EA9F1B7}" srcOrd="0" destOrd="0" presId="urn:microsoft.com/office/officeart/2018/2/layout/IconVerticalSolidList"/>
    <dgm:cxn modelId="{EA474EB2-2FA0-4EB5-B43B-96F69CF80FDF}" type="presOf" srcId="{B52304F7-9CCF-4381-9DB7-D65E8FF69D98}" destId="{17273AB3-1C10-4C7C-8AEC-2DC6562CD53E}" srcOrd="0" destOrd="0" presId="urn:microsoft.com/office/officeart/2018/2/layout/IconVerticalSolidList"/>
    <dgm:cxn modelId="{7D93A2FB-E493-4057-9321-1F6F3DDA93FB}" srcId="{AC605FAC-F4E1-443B-91BE-22C6277E36A9}" destId="{B52304F7-9CCF-4381-9DB7-D65E8FF69D98}" srcOrd="1" destOrd="0" parTransId="{5A3F200D-6884-4F08-B3E1-ED350FEF42E7}" sibTransId="{3B0ED119-AD1B-484D-96A0-C81E45281368}"/>
    <dgm:cxn modelId="{B2B632FF-2735-4994-8822-858116B0A752}" type="presOf" srcId="{ED44C359-7308-4379-89E9-19E66492F1E3}" destId="{439E4229-80E6-49FA-AC66-32D790A69D10}" srcOrd="0" destOrd="0" presId="urn:microsoft.com/office/officeart/2018/2/layout/IconVerticalSolidList"/>
    <dgm:cxn modelId="{AAD0D948-0EFF-4B90-9F03-4B7F786F9A47}" type="presParOf" srcId="{203A11AC-6691-4719-A18C-2D6C7EA9F1B7}" destId="{600634BA-D74A-488D-87C2-97828914D25B}" srcOrd="0" destOrd="0" presId="urn:microsoft.com/office/officeart/2018/2/layout/IconVerticalSolidList"/>
    <dgm:cxn modelId="{F3D869F0-5B3A-470A-B684-2565F3A7987F}" type="presParOf" srcId="{600634BA-D74A-488D-87C2-97828914D25B}" destId="{27611441-5FC4-4BBA-AB94-233AC5382243}" srcOrd="0" destOrd="0" presId="urn:microsoft.com/office/officeart/2018/2/layout/IconVerticalSolidList"/>
    <dgm:cxn modelId="{5BA5ADD8-02C7-452C-BCDF-19BDA1F0B94D}" type="presParOf" srcId="{600634BA-D74A-488D-87C2-97828914D25B}" destId="{C11A7D35-1FE6-446D-AE68-CDC0EA75C5EF}" srcOrd="1" destOrd="0" presId="urn:microsoft.com/office/officeart/2018/2/layout/IconVerticalSolidList"/>
    <dgm:cxn modelId="{C127652F-989C-4112-82A7-2E03814BB3AD}" type="presParOf" srcId="{600634BA-D74A-488D-87C2-97828914D25B}" destId="{1E29CDAF-1E44-40CB-AADF-4B80555EE7A7}" srcOrd="2" destOrd="0" presId="urn:microsoft.com/office/officeart/2018/2/layout/IconVerticalSolidList"/>
    <dgm:cxn modelId="{D0FB2FCC-1D9A-4592-85F9-A92F9CF1A68C}" type="presParOf" srcId="{600634BA-D74A-488D-87C2-97828914D25B}" destId="{439E4229-80E6-49FA-AC66-32D790A69D10}" srcOrd="3" destOrd="0" presId="urn:microsoft.com/office/officeart/2018/2/layout/IconVerticalSolidList"/>
    <dgm:cxn modelId="{0785BBAD-7F37-43D2-8AA1-2BBFD54735DC}" type="presParOf" srcId="{203A11AC-6691-4719-A18C-2D6C7EA9F1B7}" destId="{8618AEF0-E25F-4BEF-A69C-DFE10F40ECD4}" srcOrd="1" destOrd="0" presId="urn:microsoft.com/office/officeart/2018/2/layout/IconVerticalSolidList"/>
    <dgm:cxn modelId="{0E7202EA-0A9A-4D44-BA99-A889DE4EB80F}" type="presParOf" srcId="{203A11AC-6691-4719-A18C-2D6C7EA9F1B7}" destId="{2B88366C-3DD7-4316-A04C-3130D68EB710}" srcOrd="2" destOrd="0" presId="urn:microsoft.com/office/officeart/2018/2/layout/IconVerticalSolidList"/>
    <dgm:cxn modelId="{517A2F4A-4697-4566-8D6B-41A3D9D6EC75}" type="presParOf" srcId="{2B88366C-3DD7-4316-A04C-3130D68EB710}" destId="{D75562AD-F78D-4876-92B4-3DD0643FB177}" srcOrd="0" destOrd="0" presId="urn:microsoft.com/office/officeart/2018/2/layout/IconVerticalSolidList"/>
    <dgm:cxn modelId="{57779C05-57C6-44B8-93EE-CACA27621853}" type="presParOf" srcId="{2B88366C-3DD7-4316-A04C-3130D68EB710}" destId="{3807B6D7-BF48-4FDE-BD86-4D161441F3BF}" srcOrd="1" destOrd="0" presId="urn:microsoft.com/office/officeart/2018/2/layout/IconVerticalSolidList"/>
    <dgm:cxn modelId="{4237C448-86CC-4DA7-AAAA-5B81A689F97F}" type="presParOf" srcId="{2B88366C-3DD7-4316-A04C-3130D68EB710}" destId="{07149938-3981-4A58-80D9-196D21EBC8A9}" srcOrd="2" destOrd="0" presId="urn:microsoft.com/office/officeart/2018/2/layout/IconVerticalSolidList"/>
    <dgm:cxn modelId="{340E6C38-EDD8-4385-BAA2-F752835D3561}" type="presParOf" srcId="{2B88366C-3DD7-4316-A04C-3130D68EB710}" destId="{17273AB3-1C10-4C7C-8AEC-2DC6562CD53E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38.xml><?xml version="1.0" encoding="utf-8"?>
<dgm:dataModel xmlns:dgm="http://schemas.openxmlformats.org/drawingml/2006/diagram" xmlns:a="http://schemas.openxmlformats.org/drawingml/2006/main">
  <dgm:ptLst>
    <dgm:pt modelId="{ED3F1A89-BC85-4253-966C-7691B172F16B}" type="doc">
      <dgm:prSet loTypeId="urn:microsoft.com/office/officeart/2005/8/layout/hProcess9" loCatId="process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A81C1329-B344-4E5A-9AEE-1B757B613B4D}">
      <dgm:prSet custT="1"/>
      <dgm:spPr/>
      <dgm:t>
        <a:bodyPr/>
        <a:lstStyle/>
        <a:p>
          <a:r>
            <a:rPr lang="en-US" altLang="en-PK" sz="2000" dirty="0">
              <a:latin typeface="Arial" panose="020B0604020202020204" pitchFamily="34" charset="0"/>
              <a:cs typeface="Arial" panose="020B0604020202020204" pitchFamily="34" charset="0"/>
            </a:rPr>
            <a:t>For a problem consisting of </a:t>
          </a:r>
          <a:r>
            <a:rPr lang="en-US" altLang="en-PK" sz="2000" b="1" i="1" dirty="0">
              <a:latin typeface="Arial" panose="020B0604020202020204" pitchFamily="34" charset="0"/>
              <a:cs typeface="Arial" panose="020B0604020202020204" pitchFamily="34" charset="0"/>
            </a:rPr>
            <a:t>W</a:t>
          </a:r>
          <a:r>
            <a:rPr lang="en-US" altLang="en-PK" sz="2000" dirty="0">
              <a:latin typeface="Arial" panose="020B0604020202020204" pitchFamily="34" charset="0"/>
              <a:cs typeface="Arial" panose="020B0604020202020204" pitchFamily="34" charset="0"/>
            </a:rPr>
            <a:t> units of work, no more than </a:t>
          </a:r>
          <a:r>
            <a:rPr lang="en-US" altLang="en-PK" sz="2000" b="1" i="1" dirty="0">
              <a:latin typeface="Arial" panose="020B0604020202020204" pitchFamily="34" charset="0"/>
              <a:cs typeface="Arial" panose="020B0604020202020204" pitchFamily="34" charset="0"/>
            </a:rPr>
            <a:t>W </a:t>
          </a:r>
          <a:r>
            <a:rPr lang="en-US" altLang="en-PK" sz="2000" dirty="0">
              <a:latin typeface="Arial" panose="020B0604020202020204" pitchFamily="34" charset="0"/>
              <a:cs typeface="Arial" panose="020B0604020202020204" pitchFamily="34" charset="0"/>
            </a:rPr>
            <a:t>processing elements can be used cost-optimally. </a:t>
          </a:r>
          <a:endParaRPr lang="en-US" sz="2000" dirty="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B33391AB-DB71-40D7-86F3-385E5740A321}" type="parTrans" cxnId="{FA119128-D452-41E2-9C6E-53C9ADAEBB6D}">
      <dgm:prSet/>
      <dgm:spPr/>
      <dgm:t>
        <a:bodyPr/>
        <a:lstStyle/>
        <a:p>
          <a:endParaRPr lang="en-US"/>
        </a:p>
      </dgm:t>
    </dgm:pt>
    <dgm:pt modelId="{830BC0B3-C352-4C9D-8CDA-36F8FD52D51E}" type="sibTrans" cxnId="{FA119128-D452-41E2-9C6E-53C9ADAEBB6D}">
      <dgm:prSet/>
      <dgm:spPr/>
      <dgm:t>
        <a:bodyPr/>
        <a:lstStyle/>
        <a:p>
          <a:endParaRPr lang="en-US"/>
        </a:p>
      </dgm:t>
    </dgm:pt>
    <dgm:pt modelId="{C7BD31F1-F07C-400E-84EB-6AD62D2729E9}">
      <dgm:prSet custT="1"/>
      <dgm:spPr/>
      <dgm:t>
        <a:bodyPr/>
        <a:lstStyle/>
        <a:p>
          <a:r>
            <a:rPr lang="en-US" altLang="en-PK" sz="2000" kern="1200" dirty="0">
              <a:latin typeface="Arial" panose="020B0604020202020204" pitchFamily="34" charset="0"/>
              <a:cs typeface="Arial" panose="020B0604020202020204" pitchFamily="34" charset="0"/>
            </a:rPr>
            <a:t>The problem size must increase at least as fast as </a:t>
          </a:r>
          <a:r>
            <a:rPr lang="el-GR" altLang="en-PK" sz="2000" kern="1200" dirty="0">
              <a:latin typeface="Arial" panose="020B0604020202020204" pitchFamily="34" charset="0"/>
              <a:cs typeface="Arial" panose="020B0604020202020204" pitchFamily="34" charset="0"/>
            </a:rPr>
            <a:t>Θ</a:t>
          </a:r>
          <a:r>
            <a:rPr lang="en-US" altLang="en-PK" sz="2000" kern="1200" dirty="0">
              <a:latin typeface="Arial" panose="020B0604020202020204" pitchFamily="34" charset="0"/>
              <a:cs typeface="Arial" panose="020B0604020202020204" pitchFamily="34" charset="0"/>
            </a:rPr>
            <a:t>(</a:t>
          </a:r>
          <a:r>
            <a:rPr lang="en-US" altLang="en-PK" sz="2000" b="1" i="1" kern="1200" dirty="0">
              <a:latin typeface="Arial" panose="020B0604020202020204" pitchFamily="34" charset="0"/>
              <a:cs typeface="Arial" panose="020B0604020202020204" pitchFamily="34" charset="0"/>
            </a:rPr>
            <a:t>p</a:t>
          </a:r>
          <a:r>
            <a:rPr lang="en-US" altLang="en-PK" sz="2000" kern="1200" dirty="0">
              <a:latin typeface="Arial" panose="020B0604020202020204" pitchFamily="34" charset="0"/>
              <a:cs typeface="Arial" panose="020B0604020202020204" pitchFamily="34" charset="0"/>
            </a:rPr>
            <a:t>) to maintain fixed efficiency; hence, </a:t>
          </a:r>
          <a:r>
            <a:rPr lang="el-GR" altLang="en-PK" sz="2000" kern="1200" dirty="0">
              <a:latin typeface="Arial" panose="020B0604020202020204" pitchFamily="34" charset="0"/>
              <a:cs typeface="Arial" panose="020B0604020202020204" pitchFamily="34" charset="0"/>
            </a:rPr>
            <a:t>Ω</a:t>
          </a:r>
          <a:r>
            <a:rPr lang="en-US" altLang="en-PK" sz="2000" kern="1200" dirty="0">
              <a:latin typeface="Arial" panose="020B0604020202020204" pitchFamily="34" charset="0"/>
              <a:cs typeface="Arial" panose="020B0604020202020204" pitchFamily="34" charset="0"/>
            </a:rPr>
            <a:t>(</a:t>
          </a:r>
          <a:r>
            <a:rPr lang="en-US" altLang="en-PK" sz="2000" b="1" i="1" kern="1200" dirty="0">
              <a:latin typeface="Arial" panose="020B0604020202020204" pitchFamily="34" charset="0"/>
              <a:cs typeface="Arial" panose="020B0604020202020204" pitchFamily="34" charset="0"/>
            </a:rPr>
            <a:t>p</a:t>
          </a:r>
          <a:r>
            <a:rPr lang="en-US" altLang="en-PK" sz="2000" kern="1200" dirty="0">
              <a:latin typeface="Arial" panose="020B0604020202020204" pitchFamily="34" charset="0"/>
              <a:cs typeface="Arial" panose="020B0604020202020204" pitchFamily="34" charset="0"/>
            </a:rPr>
            <a:t>)  is the asymptotic lower bound on the </a:t>
          </a:r>
          <a:r>
            <a:rPr lang="en-US" altLang="en-PK" sz="2000" kern="1200" dirty="0" err="1">
              <a:latin typeface="Arial" panose="020B0604020202020204" pitchFamily="34" charset="0"/>
              <a:cs typeface="Arial" panose="020B0604020202020204" pitchFamily="34" charset="0"/>
            </a:rPr>
            <a:t>isoefficiency</a:t>
          </a:r>
          <a:r>
            <a:rPr lang="en-US" altLang="en-PK" sz="2000" kern="1200" dirty="0">
              <a:latin typeface="Arial" panose="020B0604020202020204" pitchFamily="34" charset="0"/>
              <a:cs typeface="Arial" panose="020B0604020202020204" pitchFamily="34" charset="0"/>
            </a:rPr>
            <a:t> function. </a:t>
          </a:r>
          <a:endParaRPr lang="en-US" sz="2000" kern="1200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9DCD4935-E66C-464A-B28A-DF8838CF5FBD}" type="parTrans" cxnId="{942A2152-9C57-46BD-B674-A911D839BB48}">
      <dgm:prSet/>
      <dgm:spPr/>
      <dgm:t>
        <a:bodyPr/>
        <a:lstStyle/>
        <a:p>
          <a:endParaRPr lang="en-US"/>
        </a:p>
      </dgm:t>
    </dgm:pt>
    <dgm:pt modelId="{A132BD8E-B995-4201-A70A-D10386287ED8}" type="sibTrans" cxnId="{942A2152-9C57-46BD-B674-A911D839BB48}">
      <dgm:prSet/>
      <dgm:spPr/>
      <dgm:t>
        <a:bodyPr/>
        <a:lstStyle/>
        <a:p>
          <a:endParaRPr lang="en-US"/>
        </a:p>
      </dgm:t>
    </dgm:pt>
    <dgm:pt modelId="{4EE74EA2-DA41-4D91-ACD1-60739C641D8C}" type="pres">
      <dgm:prSet presAssocID="{ED3F1A89-BC85-4253-966C-7691B172F16B}" presName="CompostProcess" presStyleCnt="0">
        <dgm:presLayoutVars>
          <dgm:dir/>
          <dgm:resizeHandles val="exact"/>
        </dgm:presLayoutVars>
      </dgm:prSet>
      <dgm:spPr/>
    </dgm:pt>
    <dgm:pt modelId="{EA50988D-C9E9-4B95-B38C-052262155DF0}" type="pres">
      <dgm:prSet presAssocID="{ED3F1A89-BC85-4253-966C-7691B172F16B}" presName="arrow" presStyleLbl="bgShp" presStyleIdx="0" presStyleCnt="1"/>
      <dgm:spPr/>
    </dgm:pt>
    <dgm:pt modelId="{8D16C204-08FE-4D78-B1F1-3A64010E8A5A}" type="pres">
      <dgm:prSet presAssocID="{ED3F1A89-BC85-4253-966C-7691B172F16B}" presName="linearProcess" presStyleCnt="0"/>
      <dgm:spPr/>
    </dgm:pt>
    <dgm:pt modelId="{DE822125-244A-494F-88E6-8726F347499F}" type="pres">
      <dgm:prSet presAssocID="{A81C1329-B344-4E5A-9AEE-1B757B613B4D}" presName="textNode" presStyleLbl="node1" presStyleIdx="0" presStyleCnt="2">
        <dgm:presLayoutVars>
          <dgm:bulletEnabled val="1"/>
        </dgm:presLayoutVars>
      </dgm:prSet>
      <dgm:spPr/>
    </dgm:pt>
    <dgm:pt modelId="{CB8C0EEB-D6C1-4F32-A6B3-71F86E725FB7}" type="pres">
      <dgm:prSet presAssocID="{830BC0B3-C352-4C9D-8CDA-36F8FD52D51E}" presName="sibTrans" presStyleCnt="0"/>
      <dgm:spPr/>
    </dgm:pt>
    <dgm:pt modelId="{25871BA6-BBC0-49FD-A6C4-B5E1DDC72843}" type="pres">
      <dgm:prSet presAssocID="{C7BD31F1-F07C-400E-84EB-6AD62D2729E9}" presName="textNode" presStyleLbl="node1" presStyleIdx="1" presStyleCnt="2">
        <dgm:presLayoutVars>
          <dgm:bulletEnabled val="1"/>
        </dgm:presLayoutVars>
      </dgm:prSet>
      <dgm:spPr/>
    </dgm:pt>
  </dgm:ptLst>
  <dgm:cxnLst>
    <dgm:cxn modelId="{0CB62411-BE88-4D2B-BE36-C32F27DB40B0}" type="presOf" srcId="{A81C1329-B344-4E5A-9AEE-1B757B613B4D}" destId="{DE822125-244A-494F-88E6-8726F347499F}" srcOrd="0" destOrd="0" presId="urn:microsoft.com/office/officeart/2005/8/layout/hProcess9"/>
    <dgm:cxn modelId="{FA119128-D452-41E2-9C6E-53C9ADAEBB6D}" srcId="{ED3F1A89-BC85-4253-966C-7691B172F16B}" destId="{A81C1329-B344-4E5A-9AEE-1B757B613B4D}" srcOrd="0" destOrd="0" parTransId="{B33391AB-DB71-40D7-86F3-385E5740A321}" sibTransId="{830BC0B3-C352-4C9D-8CDA-36F8FD52D51E}"/>
    <dgm:cxn modelId="{5C4B762F-C628-41FC-92D7-66CE3EED3C8E}" type="presOf" srcId="{ED3F1A89-BC85-4253-966C-7691B172F16B}" destId="{4EE74EA2-DA41-4D91-ACD1-60739C641D8C}" srcOrd="0" destOrd="0" presId="urn:microsoft.com/office/officeart/2005/8/layout/hProcess9"/>
    <dgm:cxn modelId="{942A2152-9C57-46BD-B674-A911D839BB48}" srcId="{ED3F1A89-BC85-4253-966C-7691B172F16B}" destId="{C7BD31F1-F07C-400E-84EB-6AD62D2729E9}" srcOrd="1" destOrd="0" parTransId="{9DCD4935-E66C-464A-B28A-DF8838CF5FBD}" sibTransId="{A132BD8E-B995-4201-A70A-D10386287ED8}"/>
    <dgm:cxn modelId="{17EADEBD-1CA5-492E-AC79-82291FC30B2B}" type="presOf" srcId="{C7BD31F1-F07C-400E-84EB-6AD62D2729E9}" destId="{25871BA6-BBC0-49FD-A6C4-B5E1DDC72843}" srcOrd="0" destOrd="0" presId="urn:microsoft.com/office/officeart/2005/8/layout/hProcess9"/>
    <dgm:cxn modelId="{E1D978FD-55FB-4CC2-9FC2-147F4B475DA7}" type="presParOf" srcId="{4EE74EA2-DA41-4D91-ACD1-60739C641D8C}" destId="{EA50988D-C9E9-4B95-B38C-052262155DF0}" srcOrd="0" destOrd="0" presId="urn:microsoft.com/office/officeart/2005/8/layout/hProcess9"/>
    <dgm:cxn modelId="{5125E272-AA6A-4FB4-BB70-5AC0F98C9878}" type="presParOf" srcId="{4EE74EA2-DA41-4D91-ACD1-60739C641D8C}" destId="{8D16C204-08FE-4D78-B1F1-3A64010E8A5A}" srcOrd="1" destOrd="0" presId="urn:microsoft.com/office/officeart/2005/8/layout/hProcess9"/>
    <dgm:cxn modelId="{F119E19B-0A6A-4B38-A964-83D7ED264287}" type="presParOf" srcId="{8D16C204-08FE-4D78-B1F1-3A64010E8A5A}" destId="{DE822125-244A-494F-88E6-8726F347499F}" srcOrd="0" destOrd="0" presId="urn:microsoft.com/office/officeart/2005/8/layout/hProcess9"/>
    <dgm:cxn modelId="{058C0DD4-900E-47D4-8768-182CFBA9025E}" type="presParOf" srcId="{8D16C204-08FE-4D78-B1F1-3A64010E8A5A}" destId="{CB8C0EEB-D6C1-4F32-A6B3-71F86E725FB7}" srcOrd="1" destOrd="0" presId="urn:microsoft.com/office/officeart/2005/8/layout/hProcess9"/>
    <dgm:cxn modelId="{92101C16-386F-435A-85D5-7DA456D4BE82}" type="presParOf" srcId="{8D16C204-08FE-4D78-B1F1-3A64010E8A5A}" destId="{25871BA6-BBC0-49FD-A6C4-B5E1DDC72843}" srcOrd="2" destOrd="0" presId="urn:microsoft.com/office/officeart/2005/8/layout/hProcess9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39.xml><?xml version="1.0" encoding="utf-8"?>
<dgm:dataModel xmlns:dgm="http://schemas.openxmlformats.org/drawingml/2006/diagram" xmlns:a="http://schemas.openxmlformats.org/drawingml/2006/main">
  <dgm:ptLst>
    <dgm:pt modelId="{ED3F1A89-BC85-4253-966C-7691B172F16B}" type="doc">
      <dgm:prSet loTypeId="urn:microsoft.com/office/officeart/2005/8/layout/hProcess9" loCatId="process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A81C1329-B344-4E5A-9AEE-1B757B613B4D}">
      <dgm:prSet custT="1"/>
      <dgm:spPr/>
      <dgm:t>
        <a:bodyPr/>
        <a:lstStyle/>
        <a:p>
          <a:r>
            <a:rPr lang="en-US" altLang="en-PK" sz="2000" dirty="0"/>
            <a:t>The maximum number of tasks that can be executed simultaneously at any time in a parallel algorithm is called its </a:t>
          </a:r>
          <a:r>
            <a:rPr lang="en-US" altLang="en-PK" sz="2000" i="1" dirty="0"/>
            <a:t>degree of concurrency</a:t>
          </a:r>
          <a:r>
            <a:rPr lang="en-US" altLang="en-PK" sz="2000" dirty="0"/>
            <a:t>.</a:t>
          </a:r>
          <a:endParaRPr lang="en-US" sz="2000" dirty="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B33391AB-DB71-40D7-86F3-385E5740A321}" type="parTrans" cxnId="{FA119128-D452-41E2-9C6E-53C9ADAEBB6D}">
      <dgm:prSet/>
      <dgm:spPr/>
      <dgm:t>
        <a:bodyPr/>
        <a:lstStyle/>
        <a:p>
          <a:endParaRPr lang="en-US"/>
        </a:p>
      </dgm:t>
    </dgm:pt>
    <dgm:pt modelId="{830BC0B3-C352-4C9D-8CDA-36F8FD52D51E}" type="sibTrans" cxnId="{FA119128-D452-41E2-9C6E-53C9ADAEBB6D}">
      <dgm:prSet/>
      <dgm:spPr/>
      <dgm:t>
        <a:bodyPr/>
        <a:lstStyle/>
        <a:p>
          <a:endParaRPr lang="en-US"/>
        </a:p>
      </dgm:t>
    </dgm:pt>
    <dgm:pt modelId="{C7BD31F1-F07C-400E-84EB-6AD62D2729E9}">
      <dgm:prSet custT="1"/>
      <dgm:spPr/>
      <dgm:t>
        <a:bodyPr/>
        <a:lstStyle/>
        <a:p>
          <a:r>
            <a:rPr lang="en-US" altLang="en-PK" sz="2000" kern="1200" dirty="0"/>
            <a:t>If </a:t>
          </a:r>
          <a:r>
            <a:rPr lang="en-US" altLang="en-PK" sz="2000" b="1" i="1" kern="1200" dirty="0"/>
            <a:t>C</a:t>
          </a:r>
          <a:r>
            <a:rPr lang="en-US" altLang="en-PK" sz="2000" kern="1200" dirty="0"/>
            <a:t>(</a:t>
          </a:r>
          <a:r>
            <a:rPr lang="en-US" altLang="en-PK" sz="2000" b="1" i="1" kern="1200" dirty="0"/>
            <a:t>W</a:t>
          </a:r>
          <a:r>
            <a:rPr lang="en-US" altLang="en-PK" sz="2000" kern="1200" dirty="0"/>
            <a:t>)  is the degree of concurrency of a parallel algorithm, then for a problem of size </a:t>
          </a:r>
          <a:r>
            <a:rPr lang="en-US" altLang="en-PK" sz="2000" b="1" i="1" kern="1200" dirty="0"/>
            <a:t>W</a:t>
          </a:r>
          <a:r>
            <a:rPr lang="en-US" altLang="en-PK" sz="2000" kern="1200" dirty="0"/>
            <a:t>, no more than </a:t>
          </a:r>
          <a:r>
            <a:rPr lang="en-US" altLang="en-PK" sz="2000" b="1" i="1" kern="1200" dirty="0"/>
            <a:t>C</a:t>
          </a:r>
          <a:r>
            <a:rPr lang="en-US" altLang="en-PK" sz="2000" kern="1200" dirty="0"/>
            <a:t>(</a:t>
          </a:r>
          <a:r>
            <a:rPr lang="en-US" altLang="en-PK" sz="2000" b="1" i="1" kern="1200" dirty="0"/>
            <a:t>W</a:t>
          </a:r>
          <a:r>
            <a:rPr lang="en-US" altLang="en-PK" sz="2000" kern="1200" dirty="0"/>
            <a:t>) processing elements can be employed effectively. </a:t>
          </a:r>
          <a:endParaRPr lang="en-US" sz="2000" kern="1200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9DCD4935-E66C-464A-B28A-DF8838CF5FBD}" type="parTrans" cxnId="{942A2152-9C57-46BD-B674-A911D839BB48}">
      <dgm:prSet/>
      <dgm:spPr/>
      <dgm:t>
        <a:bodyPr/>
        <a:lstStyle/>
        <a:p>
          <a:endParaRPr lang="en-US"/>
        </a:p>
      </dgm:t>
    </dgm:pt>
    <dgm:pt modelId="{A132BD8E-B995-4201-A70A-D10386287ED8}" type="sibTrans" cxnId="{942A2152-9C57-46BD-B674-A911D839BB48}">
      <dgm:prSet/>
      <dgm:spPr/>
      <dgm:t>
        <a:bodyPr/>
        <a:lstStyle/>
        <a:p>
          <a:endParaRPr lang="en-US"/>
        </a:p>
      </dgm:t>
    </dgm:pt>
    <dgm:pt modelId="{4EE74EA2-DA41-4D91-ACD1-60739C641D8C}" type="pres">
      <dgm:prSet presAssocID="{ED3F1A89-BC85-4253-966C-7691B172F16B}" presName="CompostProcess" presStyleCnt="0">
        <dgm:presLayoutVars>
          <dgm:dir/>
          <dgm:resizeHandles val="exact"/>
        </dgm:presLayoutVars>
      </dgm:prSet>
      <dgm:spPr/>
    </dgm:pt>
    <dgm:pt modelId="{EA50988D-C9E9-4B95-B38C-052262155DF0}" type="pres">
      <dgm:prSet presAssocID="{ED3F1A89-BC85-4253-966C-7691B172F16B}" presName="arrow" presStyleLbl="bgShp" presStyleIdx="0" presStyleCnt="1"/>
      <dgm:spPr/>
    </dgm:pt>
    <dgm:pt modelId="{8D16C204-08FE-4D78-B1F1-3A64010E8A5A}" type="pres">
      <dgm:prSet presAssocID="{ED3F1A89-BC85-4253-966C-7691B172F16B}" presName="linearProcess" presStyleCnt="0"/>
      <dgm:spPr/>
    </dgm:pt>
    <dgm:pt modelId="{DE822125-244A-494F-88E6-8726F347499F}" type="pres">
      <dgm:prSet presAssocID="{A81C1329-B344-4E5A-9AEE-1B757B613B4D}" presName="textNode" presStyleLbl="node1" presStyleIdx="0" presStyleCnt="2">
        <dgm:presLayoutVars>
          <dgm:bulletEnabled val="1"/>
        </dgm:presLayoutVars>
      </dgm:prSet>
      <dgm:spPr/>
    </dgm:pt>
    <dgm:pt modelId="{CB8C0EEB-D6C1-4F32-A6B3-71F86E725FB7}" type="pres">
      <dgm:prSet presAssocID="{830BC0B3-C352-4C9D-8CDA-36F8FD52D51E}" presName="sibTrans" presStyleCnt="0"/>
      <dgm:spPr/>
    </dgm:pt>
    <dgm:pt modelId="{25871BA6-BBC0-49FD-A6C4-B5E1DDC72843}" type="pres">
      <dgm:prSet presAssocID="{C7BD31F1-F07C-400E-84EB-6AD62D2729E9}" presName="textNode" presStyleLbl="node1" presStyleIdx="1" presStyleCnt="2">
        <dgm:presLayoutVars>
          <dgm:bulletEnabled val="1"/>
        </dgm:presLayoutVars>
      </dgm:prSet>
      <dgm:spPr/>
    </dgm:pt>
  </dgm:ptLst>
  <dgm:cxnLst>
    <dgm:cxn modelId="{0CB62411-BE88-4D2B-BE36-C32F27DB40B0}" type="presOf" srcId="{A81C1329-B344-4E5A-9AEE-1B757B613B4D}" destId="{DE822125-244A-494F-88E6-8726F347499F}" srcOrd="0" destOrd="0" presId="urn:microsoft.com/office/officeart/2005/8/layout/hProcess9"/>
    <dgm:cxn modelId="{FA119128-D452-41E2-9C6E-53C9ADAEBB6D}" srcId="{ED3F1A89-BC85-4253-966C-7691B172F16B}" destId="{A81C1329-B344-4E5A-9AEE-1B757B613B4D}" srcOrd="0" destOrd="0" parTransId="{B33391AB-DB71-40D7-86F3-385E5740A321}" sibTransId="{830BC0B3-C352-4C9D-8CDA-36F8FD52D51E}"/>
    <dgm:cxn modelId="{5C4B762F-C628-41FC-92D7-66CE3EED3C8E}" type="presOf" srcId="{ED3F1A89-BC85-4253-966C-7691B172F16B}" destId="{4EE74EA2-DA41-4D91-ACD1-60739C641D8C}" srcOrd="0" destOrd="0" presId="urn:microsoft.com/office/officeart/2005/8/layout/hProcess9"/>
    <dgm:cxn modelId="{942A2152-9C57-46BD-B674-A911D839BB48}" srcId="{ED3F1A89-BC85-4253-966C-7691B172F16B}" destId="{C7BD31F1-F07C-400E-84EB-6AD62D2729E9}" srcOrd="1" destOrd="0" parTransId="{9DCD4935-E66C-464A-B28A-DF8838CF5FBD}" sibTransId="{A132BD8E-B995-4201-A70A-D10386287ED8}"/>
    <dgm:cxn modelId="{17EADEBD-1CA5-492E-AC79-82291FC30B2B}" type="presOf" srcId="{C7BD31F1-F07C-400E-84EB-6AD62D2729E9}" destId="{25871BA6-BBC0-49FD-A6C4-B5E1DDC72843}" srcOrd="0" destOrd="0" presId="urn:microsoft.com/office/officeart/2005/8/layout/hProcess9"/>
    <dgm:cxn modelId="{E1D978FD-55FB-4CC2-9FC2-147F4B475DA7}" type="presParOf" srcId="{4EE74EA2-DA41-4D91-ACD1-60739C641D8C}" destId="{EA50988D-C9E9-4B95-B38C-052262155DF0}" srcOrd="0" destOrd="0" presId="urn:microsoft.com/office/officeart/2005/8/layout/hProcess9"/>
    <dgm:cxn modelId="{5125E272-AA6A-4FB4-BB70-5AC0F98C9878}" type="presParOf" srcId="{4EE74EA2-DA41-4D91-ACD1-60739C641D8C}" destId="{8D16C204-08FE-4D78-B1F1-3A64010E8A5A}" srcOrd="1" destOrd="0" presId="urn:microsoft.com/office/officeart/2005/8/layout/hProcess9"/>
    <dgm:cxn modelId="{F119E19B-0A6A-4B38-A964-83D7ED264287}" type="presParOf" srcId="{8D16C204-08FE-4D78-B1F1-3A64010E8A5A}" destId="{DE822125-244A-494F-88E6-8726F347499F}" srcOrd="0" destOrd="0" presId="urn:microsoft.com/office/officeart/2005/8/layout/hProcess9"/>
    <dgm:cxn modelId="{058C0DD4-900E-47D4-8768-182CFBA9025E}" type="presParOf" srcId="{8D16C204-08FE-4D78-B1F1-3A64010E8A5A}" destId="{CB8C0EEB-D6C1-4F32-A6B3-71F86E725FB7}" srcOrd="1" destOrd="0" presId="urn:microsoft.com/office/officeart/2005/8/layout/hProcess9"/>
    <dgm:cxn modelId="{92101C16-386F-435A-85D5-7DA456D4BE82}" type="presParOf" srcId="{8D16C204-08FE-4D78-B1F1-3A64010E8A5A}" destId="{25871BA6-BBC0-49FD-A6C4-B5E1DDC72843}" srcOrd="2" destOrd="0" presId="urn:microsoft.com/office/officeart/2005/8/layout/hProcess9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40.xml><?xml version="1.0" encoding="utf-8"?>
<dgm:dataModel xmlns:dgm="http://schemas.openxmlformats.org/drawingml/2006/diagram" xmlns:a="http://schemas.openxmlformats.org/drawingml/2006/main">
  <dgm:ptLst>
    <dgm:pt modelId="{17168C23-2DBF-49DE-A441-4A7F2B4061FD}" type="doc">
      <dgm:prSet loTypeId="urn:microsoft.com/office/officeart/2005/8/layout/process4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x-none"/>
        </a:p>
      </dgm:t>
    </dgm:pt>
    <dgm:pt modelId="{9823259A-AA15-4A1F-BACD-12C270CEDE15}">
      <dgm:prSet custT="1"/>
      <dgm:spPr>
        <a:solidFill>
          <a:schemeClr val="accent2">
            <a:lumMod val="75000"/>
          </a:schemeClr>
        </a:solidFill>
      </dgm:spPr>
      <dgm:t>
        <a:bodyPr/>
        <a:lstStyle/>
        <a:p>
          <a:r>
            <a:rPr lang="en-US" altLang="en-PK" sz="2000" dirty="0">
              <a:latin typeface="Arial" panose="020B0604020202020204" pitchFamily="34" charset="0"/>
              <a:cs typeface="Arial" panose="020B0604020202020204" pitchFamily="34" charset="0"/>
            </a:rPr>
            <a:t>Consider solving a system of</a:t>
          </a:r>
          <a:r>
            <a:rPr lang="en-US" altLang="en-PK" sz="20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rPr>
            <a:t> n </a:t>
          </a:r>
          <a:r>
            <a:rPr lang="en-US" altLang="en-PK" sz="2000" dirty="0">
              <a:latin typeface="Arial" panose="020B0604020202020204" pitchFamily="34" charset="0"/>
              <a:cs typeface="Arial" panose="020B0604020202020204" pitchFamily="34" charset="0"/>
            </a:rPr>
            <a:t>equations in n variables by using Gaussian elimination (</a:t>
          </a:r>
          <a:r>
            <a:rPr lang="en-US" altLang="en-PK" sz="2000" b="1" i="1" dirty="0">
              <a:latin typeface="Arial" panose="020B0604020202020204" pitchFamily="34" charset="0"/>
              <a:cs typeface="Arial" panose="020B0604020202020204" pitchFamily="34" charset="0"/>
            </a:rPr>
            <a:t>W</a:t>
          </a:r>
          <a:r>
            <a:rPr lang="en-US" altLang="en-PK" sz="2000" dirty="0">
              <a:latin typeface="Arial" panose="020B0604020202020204" pitchFamily="34" charset="0"/>
              <a:cs typeface="Arial" panose="020B0604020202020204" pitchFamily="34" charset="0"/>
            </a:rPr>
            <a:t> = </a:t>
          </a:r>
          <a:r>
            <a:rPr lang="el-GR" altLang="en-PK" sz="2000" dirty="0">
              <a:latin typeface="Arial" panose="020B0604020202020204" pitchFamily="34" charset="0"/>
              <a:cs typeface="Arial" panose="020B0604020202020204" pitchFamily="34" charset="0"/>
            </a:rPr>
            <a:t>Θ</a:t>
          </a:r>
          <a:r>
            <a:rPr lang="en-US" altLang="en-PK" sz="2000" dirty="0">
              <a:latin typeface="Arial" panose="020B0604020202020204" pitchFamily="34" charset="0"/>
              <a:cs typeface="Arial" panose="020B0604020202020204" pitchFamily="34" charset="0"/>
            </a:rPr>
            <a:t>(</a:t>
          </a:r>
          <a:r>
            <a:rPr lang="en-US" altLang="en-PK" sz="2000" b="1" i="1" dirty="0">
              <a:latin typeface="Arial" panose="020B0604020202020204" pitchFamily="34" charset="0"/>
              <a:cs typeface="Arial" panose="020B0604020202020204" pitchFamily="34" charset="0"/>
            </a:rPr>
            <a:t>n</a:t>
          </a:r>
          <a:r>
            <a:rPr lang="en-US" altLang="en-PK" sz="2000" baseline="30000" dirty="0">
              <a:latin typeface="Arial" panose="020B0604020202020204" pitchFamily="34" charset="0"/>
              <a:cs typeface="Arial" panose="020B0604020202020204" pitchFamily="34" charset="0"/>
            </a:rPr>
            <a:t>3</a:t>
          </a:r>
          <a:r>
            <a:rPr lang="en-US" altLang="en-PK" sz="2000" dirty="0">
              <a:latin typeface="Arial" panose="020B0604020202020204" pitchFamily="34" charset="0"/>
              <a:cs typeface="Arial" panose="020B0604020202020204" pitchFamily="34" charset="0"/>
            </a:rPr>
            <a:t>))</a:t>
          </a:r>
          <a:endParaRPr lang="x-none" sz="2000" dirty="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222FED03-270F-46D5-9072-3A25F3F5F977}" type="parTrans" cxnId="{BD748E67-F3D4-45CF-B30A-F24DE6F1CEE7}">
      <dgm:prSet/>
      <dgm:spPr/>
      <dgm:t>
        <a:bodyPr/>
        <a:lstStyle/>
        <a:p>
          <a:endParaRPr lang="x-none"/>
        </a:p>
      </dgm:t>
    </dgm:pt>
    <dgm:pt modelId="{304F09EF-F223-41BF-B047-C3856237C8FE}" type="sibTrans" cxnId="{BD748E67-F3D4-45CF-B30A-F24DE6F1CEE7}">
      <dgm:prSet/>
      <dgm:spPr/>
      <dgm:t>
        <a:bodyPr/>
        <a:lstStyle/>
        <a:p>
          <a:endParaRPr lang="x-none"/>
        </a:p>
      </dgm:t>
    </dgm:pt>
    <dgm:pt modelId="{82630518-62FC-4A5D-B04E-6C2EA6CD7F81}">
      <dgm:prSet custT="1"/>
      <dgm:spPr>
        <a:solidFill>
          <a:schemeClr val="accent2">
            <a:lumMod val="75000"/>
          </a:schemeClr>
        </a:solidFill>
      </dgm:spPr>
      <dgm:t>
        <a:bodyPr/>
        <a:lstStyle/>
        <a:p>
          <a:r>
            <a:rPr lang="en-US" altLang="en-PK" sz="2000" dirty="0">
              <a:latin typeface="Arial" panose="020B0604020202020204" pitchFamily="34" charset="0"/>
              <a:cs typeface="Arial" panose="020B0604020202020204" pitchFamily="34" charset="0"/>
            </a:rPr>
            <a:t>The </a:t>
          </a:r>
          <a:r>
            <a:rPr lang="en-US" altLang="en-PK" sz="2000" b="1" i="1" dirty="0">
              <a:latin typeface="Arial" panose="020B0604020202020204" pitchFamily="34" charset="0"/>
              <a:cs typeface="Arial" panose="020B0604020202020204" pitchFamily="34" charset="0"/>
            </a:rPr>
            <a:t>n </a:t>
          </a:r>
          <a:r>
            <a:rPr lang="en-US" altLang="en-PK" sz="2000" dirty="0">
              <a:latin typeface="Arial" panose="020B0604020202020204" pitchFamily="34" charset="0"/>
              <a:cs typeface="Arial" panose="020B0604020202020204" pitchFamily="34" charset="0"/>
            </a:rPr>
            <a:t>variables must be eliminated one after the other, and eliminating each variable requires </a:t>
          </a:r>
          <a:r>
            <a:rPr lang="el-GR" altLang="en-PK" sz="2000" dirty="0">
              <a:latin typeface="Arial" panose="020B0604020202020204" pitchFamily="34" charset="0"/>
              <a:cs typeface="Arial" panose="020B0604020202020204" pitchFamily="34" charset="0"/>
            </a:rPr>
            <a:t>Θ</a:t>
          </a:r>
          <a:r>
            <a:rPr lang="en-US" altLang="en-PK" sz="2000" dirty="0">
              <a:latin typeface="Arial" panose="020B0604020202020204" pitchFamily="34" charset="0"/>
              <a:cs typeface="Arial" panose="020B0604020202020204" pitchFamily="34" charset="0"/>
            </a:rPr>
            <a:t>(</a:t>
          </a:r>
          <a:r>
            <a:rPr lang="en-US" altLang="en-PK" sz="2000" b="1" i="1" dirty="0">
              <a:latin typeface="Arial" panose="020B0604020202020204" pitchFamily="34" charset="0"/>
              <a:cs typeface="Arial" panose="020B0604020202020204" pitchFamily="34" charset="0"/>
            </a:rPr>
            <a:t>n</a:t>
          </a:r>
          <a:r>
            <a:rPr lang="en-US" altLang="en-PK" sz="2000" baseline="30000" dirty="0">
              <a:latin typeface="Arial" panose="020B0604020202020204" pitchFamily="34" charset="0"/>
              <a:cs typeface="Arial" panose="020B0604020202020204" pitchFamily="34" charset="0"/>
            </a:rPr>
            <a:t>2</a:t>
          </a:r>
          <a:r>
            <a:rPr lang="en-US" altLang="en-PK" sz="2000" dirty="0">
              <a:latin typeface="Arial" panose="020B0604020202020204" pitchFamily="34" charset="0"/>
              <a:cs typeface="Arial" panose="020B0604020202020204" pitchFamily="34" charset="0"/>
            </a:rPr>
            <a:t>) computations. </a:t>
          </a:r>
          <a:endParaRPr lang="x-none" sz="2000" dirty="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43E00624-897B-48EE-B203-52C95B5B08DB}" type="parTrans" cxnId="{2CE95A89-EAE5-4C69-898F-8B4CD55B1443}">
      <dgm:prSet/>
      <dgm:spPr/>
      <dgm:t>
        <a:bodyPr/>
        <a:lstStyle/>
        <a:p>
          <a:endParaRPr lang="x-none"/>
        </a:p>
      </dgm:t>
    </dgm:pt>
    <dgm:pt modelId="{B2A2FE83-8F54-4E54-87D8-0133A924F6AE}" type="sibTrans" cxnId="{2CE95A89-EAE5-4C69-898F-8B4CD55B1443}">
      <dgm:prSet/>
      <dgm:spPr/>
      <dgm:t>
        <a:bodyPr/>
        <a:lstStyle/>
        <a:p>
          <a:endParaRPr lang="x-none"/>
        </a:p>
      </dgm:t>
    </dgm:pt>
    <dgm:pt modelId="{BCD5BD22-5522-4D58-A607-BE0619271024}">
      <dgm:prSet/>
      <dgm:spPr>
        <a:solidFill>
          <a:schemeClr val="accent3">
            <a:lumMod val="75000"/>
          </a:schemeClr>
        </a:solidFill>
      </dgm:spPr>
      <dgm:t>
        <a:bodyPr/>
        <a:lstStyle/>
        <a:p>
          <a:r>
            <a:rPr lang="en-US" altLang="en-PK" dirty="0">
              <a:latin typeface="Arial" panose="020B0604020202020204" pitchFamily="34" charset="0"/>
              <a:cs typeface="Arial" panose="020B0604020202020204" pitchFamily="34" charset="0"/>
            </a:rPr>
            <a:t>At most </a:t>
          </a:r>
          <a:r>
            <a:rPr lang="el-GR" altLang="en-PK" dirty="0">
              <a:latin typeface="Arial" panose="020B0604020202020204" pitchFamily="34" charset="0"/>
              <a:cs typeface="Arial" panose="020B0604020202020204" pitchFamily="34" charset="0"/>
            </a:rPr>
            <a:t>Θ</a:t>
          </a:r>
          <a:r>
            <a:rPr lang="en-US" altLang="en-PK" dirty="0">
              <a:latin typeface="Arial" panose="020B0604020202020204" pitchFamily="34" charset="0"/>
              <a:cs typeface="Arial" panose="020B0604020202020204" pitchFamily="34" charset="0"/>
            </a:rPr>
            <a:t>(</a:t>
          </a:r>
          <a:r>
            <a:rPr lang="en-US" altLang="en-PK" b="1" i="1" dirty="0">
              <a:latin typeface="Arial" panose="020B0604020202020204" pitchFamily="34" charset="0"/>
              <a:cs typeface="Arial" panose="020B0604020202020204" pitchFamily="34" charset="0"/>
            </a:rPr>
            <a:t>n</a:t>
          </a:r>
          <a:r>
            <a:rPr lang="en-US" altLang="en-PK" baseline="30000" dirty="0">
              <a:latin typeface="Arial" panose="020B0604020202020204" pitchFamily="34" charset="0"/>
              <a:cs typeface="Arial" panose="020B0604020202020204" pitchFamily="34" charset="0"/>
            </a:rPr>
            <a:t>2</a:t>
          </a:r>
          <a:r>
            <a:rPr lang="en-US" altLang="en-PK" dirty="0">
              <a:latin typeface="Arial" panose="020B0604020202020204" pitchFamily="34" charset="0"/>
              <a:cs typeface="Arial" panose="020B0604020202020204" pitchFamily="34" charset="0"/>
            </a:rPr>
            <a:t>) processing elements can be kept busy at any time. </a:t>
          </a:r>
          <a:endParaRPr lang="x-none" dirty="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8A3E6E94-9350-421D-B4A2-0D32699E50C2}" type="parTrans" cxnId="{1318112A-EA16-47F4-BE95-2122292BA3B4}">
      <dgm:prSet/>
      <dgm:spPr/>
      <dgm:t>
        <a:bodyPr/>
        <a:lstStyle/>
        <a:p>
          <a:endParaRPr lang="x-none"/>
        </a:p>
      </dgm:t>
    </dgm:pt>
    <dgm:pt modelId="{9ED4D512-38F4-48E2-9539-EF912F0B1F0C}" type="sibTrans" cxnId="{1318112A-EA16-47F4-BE95-2122292BA3B4}">
      <dgm:prSet/>
      <dgm:spPr/>
      <dgm:t>
        <a:bodyPr/>
        <a:lstStyle/>
        <a:p>
          <a:endParaRPr lang="x-none"/>
        </a:p>
      </dgm:t>
    </dgm:pt>
    <dgm:pt modelId="{65E7354C-65FC-4CA1-BBD4-95DEF91DD450}">
      <dgm:prSet/>
      <dgm:spPr>
        <a:solidFill>
          <a:schemeClr val="accent4">
            <a:lumMod val="75000"/>
          </a:schemeClr>
        </a:solidFill>
      </dgm:spPr>
      <dgm:t>
        <a:bodyPr/>
        <a:lstStyle/>
        <a:p>
          <a:r>
            <a:rPr lang="en-US" altLang="en-PK" dirty="0">
              <a:latin typeface="Arial" panose="020B0604020202020204" pitchFamily="34" charset="0"/>
              <a:cs typeface="Arial" panose="020B0604020202020204" pitchFamily="34" charset="0"/>
            </a:rPr>
            <a:t>Since </a:t>
          </a:r>
          <a:r>
            <a:rPr lang="en-US" altLang="en-PK" b="1" i="1" dirty="0">
              <a:latin typeface="Arial" panose="020B0604020202020204" pitchFamily="34" charset="0"/>
              <a:cs typeface="Arial" panose="020B0604020202020204" pitchFamily="34" charset="0"/>
            </a:rPr>
            <a:t>W</a:t>
          </a:r>
          <a:r>
            <a:rPr lang="en-US" altLang="en-PK" dirty="0">
              <a:latin typeface="Arial" panose="020B0604020202020204" pitchFamily="34" charset="0"/>
              <a:cs typeface="Arial" panose="020B0604020202020204" pitchFamily="34" charset="0"/>
            </a:rPr>
            <a:t> = </a:t>
          </a:r>
          <a:r>
            <a:rPr lang="el-GR" altLang="en-PK" dirty="0">
              <a:latin typeface="Arial" panose="020B0604020202020204" pitchFamily="34" charset="0"/>
              <a:cs typeface="Arial" panose="020B0604020202020204" pitchFamily="34" charset="0"/>
            </a:rPr>
            <a:t>Θ</a:t>
          </a:r>
          <a:r>
            <a:rPr lang="en-US" altLang="en-PK" dirty="0">
              <a:latin typeface="Arial" panose="020B0604020202020204" pitchFamily="34" charset="0"/>
              <a:cs typeface="Arial" panose="020B0604020202020204" pitchFamily="34" charset="0"/>
            </a:rPr>
            <a:t>(</a:t>
          </a:r>
          <a:r>
            <a:rPr lang="en-US" altLang="en-PK" b="1" i="1" dirty="0">
              <a:latin typeface="Arial" panose="020B0604020202020204" pitchFamily="34" charset="0"/>
              <a:cs typeface="Arial" panose="020B0604020202020204" pitchFamily="34" charset="0"/>
            </a:rPr>
            <a:t>n</a:t>
          </a:r>
          <a:r>
            <a:rPr lang="en-US" altLang="en-PK" baseline="30000" dirty="0">
              <a:latin typeface="Arial" panose="020B0604020202020204" pitchFamily="34" charset="0"/>
              <a:cs typeface="Arial" panose="020B0604020202020204" pitchFamily="34" charset="0"/>
            </a:rPr>
            <a:t>3</a:t>
          </a:r>
          <a:r>
            <a:rPr lang="en-US" altLang="en-PK" dirty="0">
              <a:latin typeface="Arial" panose="020B0604020202020204" pitchFamily="34" charset="0"/>
              <a:cs typeface="Arial" panose="020B0604020202020204" pitchFamily="34" charset="0"/>
            </a:rPr>
            <a:t>) for this problem, the degree of concurrency </a:t>
          </a:r>
          <a:r>
            <a:rPr lang="en-US" altLang="en-PK" b="1" i="1" dirty="0">
              <a:latin typeface="Arial" panose="020B0604020202020204" pitchFamily="34" charset="0"/>
              <a:cs typeface="Arial" panose="020B0604020202020204" pitchFamily="34" charset="0"/>
            </a:rPr>
            <a:t>C</a:t>
          </a:r>
          <a:r>
            <a:rPr lang="en-US" altLang="en-PK" dirty="0">
              <a:latin typeface="Arial" panose="020B0604020202020204" pitchFamily="34" charset="0"/>
              <a:cs typeface="Arial" panose="020B0604020202020204" pitchFamily="34" charset="0"/>
            </a:rPr>
            <a:t>(</a:t>
          </a:r>
          <a:r>
            <a:rPr lang="en-US" altLang="en-PK" b="1" i="1" dirty="0">
              <a:latin typeface="Arial" panose="020B0604020202020204" pitchFamily="34" charset="0"/>
              <a:cs typeface="Arial" panose="020B0604020202020204" pitchFamily="34" charset="0"/>
            </a:rPr>
            <a:t>W</a:t>
          </a:r>
          <a:r>
            <a:rPr lang="en-US" altLang="en-PK" dirty="0">
              <a:latin typeface="Arial" panose="020B0604020202020204" pitchFamily="34" charset="0"/>
              <a:cs typeface="Arial" panose="020B0604020202020204" pitchFamily="34" charset="0"/>
            </a:rPr>
            <a:t>) is </a:t>
          </a:r>
          <a:r>
            <a:rPr lang="el-GR" altLang="en-PK" dirty="0">
              <a:latin typeface="Arial" panose="020B0604020202020204" pitchFamily="34" charset="0"/>
              <a:cs typeface="Arial" panose="020B0604020202020204" pitchFamily="34" charset="0"/>
            </a:rPr>
            <a:t>Θ</a:t>
          </a:r>
          <a:r>
            <a:rPr lang="en-US" altLang="en-PK" dirty="0">
              <a:latin typeface="Arial" panose="020B0604020202020204" pitchFamily="34" charset="0"/>
              <a:cs typeface="Arial" panose="020B0604020202020204" pitchFamily="34" charset="0"/>
            </a:rPr>
            <a:t>(</a:t>
          </a:r>
          <a:r>
            <a:rPr lang="en-US" altLang="en-PK" b="1" i="1" dirty="0">
              <a:latin typeface="Arial" panose="020B0604020202020204" pitchFamily="34" charset="0"/>
              <a:cs typeface="Arial" panose="020B0604020202020204" pitchFamily="34" charset="0"/>
            </a:rPr>
            <a:t>W</a:t>
          </a:r>
          <a:r>
            <a:rPr lang="en-US" altLang="en-PK" baseline="30000" dirty="0">
              <a:latin typeface="Arial" panose="020B0604020202020204" pitchFamily="34" charset="0"/>
              <a:cs typeface="Arial" panose="020B0604020202020204" pitchFamily="34" charset="0"/>
            </a:rPr>
            <a:t>2/3</a:t>
          </a:r>
          <a:r>
            <a:rPr lang="en-US" altLang="en-PK" dirty="0">
              <a:latin typeface="Arial" panose="020B0604020202020204" pitchFamily="34" charset="0"/>
              <a:cs typeface="Arial" panose="020B0604020202020204" pitchFamily="34" charset="0"/>
            </a:rPr>
            <a:t>) </a:t>
          </a:r>
          <a:endParaRPr lang="x-none" dirty="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7F4B805B-5262-4D56-8223-0CF840198441}" type="parTrans" cxnId="{94AB32A8-1F7D-4222-BE8B-E1137297D326}">
      <dgm:prSet/>
      <dgm:spPr/>
      <dgm:t>
        <a:bodyPr/>
        <a:lstStyle/>
        <a:p>
          <a:endParaRPr lang="x-none"/>
        </a:p>
      </dgm:t>
    </dgm:pt>
    <dgm:pt modelId="{7D1A142C-8A6C-42A2-9CE6-419D0F110D79}" type="sibTrans" cxnId="{94AB32A8-1F7D-4222-BE8B-E1137297D326}">
      <dgm:prSet/>
      <dgm:spPr/>
      <dgm:t>
        <a:bodyPr/>
        <a:lstStyle/>
        <a:p>
          <a:endParaRPr lang="x-none"/>
        </a:p>
      </dgm:t>
    </dgm:pt>
    <dgm:pt modelId="{9BFED06E-CD8C-49DE-BAF3-8C593435E9D2}">
      <dgm:prSet/>
      <dgm:spPr>
        <a:solidFill>
          <a:schemeClr val="accent5">
            <a:lumMod val="75000"/>
          </a:schemeClr>
        </a:solidFill>
      </dgm:spPr>
      <dgm:t>
        <a:bodyPr/>
        <a:lstStyle/>
        <a:p>
          <a:r>
            <a:rPr lang="en-US" altLang="en-PK" dirty="0">
              <a:latin typeface="Arial" panose="020B0604020202020204" pitchFamily="34" charset="0"/>
              <a:cs typeface="Arial" panose="020B0604020202020204" pitchFamily="34" charset="0"/>
            </a:rPr>
            <a:t>Given </a:t>
          </a:r>
          <a:r>
            <a:rPr lang="en-US" altLang="en-PK" b="1" i="1" dirty="0">
              <a:latin typeface="Arial" panose="020B0604020202020204" pitchFamily="34" charset="0"/>
              <a:cs typeface="Arial" panose="020B0604020202020204" pitchFamily="34" charset="0"/>
            </a:rPr>
            <a:t>p</a:t>
          </a:r>
          <a:r>
            <a:rPr lang="en-US" altLang="en-PK" dirty="0">
              <a:latin typeface="Arial" panose="020B0604020202020204" pitchFamily="34" charset="0"/>
              <a:cs typeface="Arial" panose="020B0604020202020204" pitchFamily="34" charset="0"/>
            </a:rPr>
            <a:t>  processing elements, the problem size should be at least </a:t>
          </a:r>
          <a:r>
            <a:rPr lang="el-GR" altLang="en-PK" dirty="0">
              <a:latin typeface="Arial" panose="020B0604020202020204" pitchFamily="34" charset="0"/>
              <a:cs typeface="Arial" panose="020B0604020202020204" pitchFamily="34" charset="0"/>
            </a:rPr>
            <a:t>Ω</a:t>
          </a:r>
          <a:r>
            <a:rPr lang="en-US" altLang="en-PK" dirty="0">
              <a:latin typeface="Arial" panose="020B0604020202020204" pitchFamily="34" charset="0"/>
              <a:cs typeface="Arial" panose="020B0604020202020204" pitchFamily="34" charset="0"/>
            </a:rPr>
            <a:t>(</a:t>
          </a:r>
          <a:r>
            <a:rPr lang="en-US" altLang="en-PK" b="1" i="1" dirty="0">
              <a:latin typeface="Arial" panose="020B0604020202020204" pitchFamily="34" charset="0"/>
              <a:cs typeface="Arial" panose="020B0604020202020204" pitchFamily="34" charset="0"/>
            </a:rPr>
            <a:t>p</a:t>
          </a:r>
          <a:r>
            <a:rPr lang="en-US" altLang="en-PK" baseline="30000" dirty="0">
              <a:latin typeface="Arial" panose="020B0604020202020204" pitchFamily="34" charset="0"/>
              <a:cs typeface="Arial" panose="020B0604020202020204" pitchFamily="34" charset="0"/>
            </a:rPr>
            <a:t>3/2</a:t>
          </a:r>
          <a:r>
            <a:rPr lang="en-US" altLang="en-PK" dirty="0">
              <a:latin typeface="Arial" panose="020B0604020202020204" pitchFamily="34" charset="0"/>
              <a:cs typeface="Arial" panose="020B0604020202020204" pitchFamily="34" charset="0"/>
            </a:rPr>
            <a:t>) to use them all. </a:t>
          </a:r>
          <a:endParaRPr lang="x-none" dirty="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5CC97A52-63D7-4111-AAEE-E77A5A0DA4D3}" type="parTrans" cxnId="{6A7449B8-55E7-46B6-8366-A6C67BF3AF36}">
      <dgm:prSet/>
      <dgm:spPr/>
      <dgm:t>
        <a:bodyPr/>
        <a:lstStyle/>
        <a:p>
          <a:endParaRPr lang="en-PK"/>
        </a:p>
      </dgm:t>
    </dgm:pt>
    <dgm:pt modelId="{F5590914-0D44-457D-9EBB-4A652709CCEB}" type="sibTrans" cxnId="{6A7449B8-55E7-46B6-8366-A6C67BF3AF36}">
      <dgm:prSet/>
      <dgm:spPr/>
      <dgm:t>
        <a:bodyPr/>
        <a:lstStyle/>
        <a:p>
          <a:endParaRPr lang="en-PK"/>
        </a:p>
      </dgm:t>
    </dgm:pt>
    <dgm:pt modelId="{38FEA595-6563-4C51-98F9-15ABF43B091B}" type="pres">
      <dgm:prSet presAssocID="{17168C23-2DBF-49DE-A441-4A7F2B4061FD}" presName="Name0" presStyleCnt="0">
        <dgm:presLayoutVars>
          <dgm:dir/>
          <dgm:animLvl val="lvl"/>
          <dgm:resizeHandles val="exact"/>
        </dgm:presLayoutVars>
      </dgm:prSet>
      <dgm:spPr/>
    </dgm:pt>
    <dgm:pt modelId="{7B2EEC0E-90C6-4DAF-881D-1CC5416747AF}" type="pres">
      <dgm:prSet presAssocID="{9BFED06E-CD8C-49DE-BAF3-8C593435E9D2}" presName="boxAndChildren" presStyleCnt="0"/>
      <dgm:spPr/>
    </dgm:pt>
    <dgm:pt modelId="{9E397D94-BC83-4276-A80C-1CB4F3281483}" type="pres">
      <dgm:prSet presAssocID="{9BFED06E-CD8C-49DE-BAF3-8C593435E9D2}" presName="parentTextBox" presStyleLbl="node1" presStyleIdx="0" presStyleCnt="5"/>
      <dgm:spPr/>
    </dgm:pt>
    <dgm:pt modelId="{B539CDB6-278B-4F4E-8F21-317E49CA56B0}" type="pres">
      <dgm:prSet presAssocID="{7D1A142C-8A6C-42A2-9CE6-419D0F110D79}" presName="sp" presStyleCnt="0"/>
      <dgm:spPr/>
    </dgm:pt>
    <dgm:pt modelId="{F92F5369-4D81-43C1-A34B-EFA92EB4A86F}" type="pres">
      <dgm:prSet presAssocID="{65E7354C-65FC-4CA1-BBD4-95DEF91DD450}" presName="arrowAndChildren" presStyleCnt="0"/>
      <dgm:spPr/>
    </dgm:pt>
    <dgm:pt modelId="{00874FAE-42D5-48E8-BC94-A36A788D3799}" type="pres">
      <dgm:prSet presAssocID="{65E7354C-65FC-4CA1-BBD4-95DEF91DD450}" presName="parentTextArrow" presStyleLbl="node1" presStyleIdx="1" presStyleCnt="5"/>
      <dgm:spPr/>
    </dgm:pt>
    <dgm:pt modelId="{748FCC29-6295-4219-8697-C498BE4E9E38}" type="pres">
      <dgm:prSet presAssocID="{9ED4D512-38F4-48E2-9539-EF912F0B1F0C}" presName="sp" presStyleCnt="0"/>
      <dgm:spPr/>
    </dgm:pt>
    <dgm:pt modelId="{312CF646-F55A-41C7-82F1-7E9E416B57B4}" type="pres">
      <dgm:prSet presAssocID="{BCD5BD22-5522-4D58-A607-BE0619271024}" presName="arrowAndChildren" presStyleCnt="0"/>
      <dgm:spPr/>
    </dgm:pt>
    <dgm:pt modelId="{0F4FAD0A-C418-4DEE-A843-F5CE15F7CD85}" type="pres">
      <dgm:prSet presAssocID="{BCD5BD22-5522-4D58-A607-BE0619271024}" presName="parentTextArrow" presStyleLbl="node1" presStyleIdx="2" presStyleCnt="5"/>
      <dgm:spPr/>
    </dgm:pt>
    <dgm:pt modelId="{5D5F72E1-E590-4DBC-9F4F-87ADE9E146AB}" type="pres">
      <dgm:prSet presAssocID="{B2A2FE83-8F54-4E54-87D8-0133A924F6AE}" presName="sp" presStyleCnt="0"/>
      <dgm:spPr/>
    </dgm:pt>
    <dgm:pt modelId="{80C704FD-9E16-4B99-914A-7787BB246C27}" type="pres">
      <dgm:prSet presAssocID="{82630518-62FC-4A5D-B04E-6C2EA6CD7F81}" presName="arrowAndChildren" presStyleCnt="0"/>
      <dgm:spPr/>
    </dgm:pt>
    <dgm:pt modelId="{DAFAC9E6-7644-42D6-BD53-5E20E0850837}" type="pres">
      <dgm:prSet presAssocID="{82630518-62FC-4A5D-B04E-6C2EA6CD7F81}" presName="parentTextArrow" presStyleLbl="node1" presStyleIdx="3" presStyleCnt="5"/>
      <dgm:spPr/>
    </dgm:pt>
    <dgm:pt modelId="{BA92116C-68D3-4421-A4E4-0AE4F2DBE7D5}" type="pres">
      <dgm:prSet presAssocID="{304F09EF-F223-41BF-B047-C3856237C8FE}" presName="sp" presStyleCnt="0"/>
      <dgm:spPr/>
    </dgm:pt>
    <dgm:pt modelId="{BA71347C-6E36-4F9E-9552-5016FF35D955}" type="pres">
      <dgm:prSet presAssocID="{9823259A-AA15-4A1F-BACD-12C270CEDE15}" presName="arrowAndChildren" presStyleCnt="0"/>
      <dgm:spPr/>
    </dgm:pt>
    <dgm:pt modelId="{4090C6FD-020A-4444-86D5-2A19DE9C5D92}" type="pres">
      <dgm:prSet presAssocID="{9823259A-AA15-4A1F-BACD-12C270CEDE15}" presName="parentTextArrow" presStyleLbl="node1" presStyleIdx="4" presStyleCnt="5"/>
      <dgm:spPr/>
    </dgm:pt>
  </dgm:ptLst>
  <dgm:cxnLst>
    <dgm:cxn modelId="{598CFA01-98CA-463F-A4B2-010B5BB266FF}" type="presOf" srcId="{BCD5BD22-5522-4D58-A607-BE0619271024}" destId="{0F4FAD0A-C418-4DEE-A843-F5CE15F7CD85}" srcOrd="0" destOrd="0" presId="urn:microsoft.com/office/officeart/2005/8/layout/process4"/>
    <dgm:cxn modelId="{8FDAA507-948D-4576-A56F-C082A78952B1}" type="presOf" srcId="{17168C23-2DBF-49DE-A441-4A7F2B4061FD}" destId="{38FEA595-6563-4C51-98F9-15ABF43B091B}" srcOrd="0" destOrd="0" presId="urn:microsoft.com/office/officeart/2005/8/layout/process4"/>
    <dgm:cxn modelId="{1318112A-EA16-47F4-BE95-2122292BA3B4}" srcId="{17168C23-2DBF-49DE-A441-4A7F2B4061FD}" destId="{BCD5BD22-5522-4D58-A607-BE0619271024}" srcOrd="2" destOrd="0" parTransId="{8A3E6E94-9350-421D-B4A2-0D32699E50C2}" sibTransId="{9ED4D512-38F4-48E2-9539-EF912F0B1F0C}"/>
    <dgm:cxn modelId="{AEEDF137-8FA1-4339-B1F3-A5A47A0A90C6}" type="presOf" srcId="{9823259A-AA15-4A1F-BACD-12C270CEDE15}" destId="{4090C6FD-020A-4444-86D5-2A19DE9C5D92}" srcOrd="0" destOrd="0" presId="urn:microsoft.com/office/officeart/2005/8/layout/process4"/>
    <dgm:cxn modelId="{EAD52439-2832-4AD7-9D14-3EFA7598B8C5}" type="presOf" srcId="{65E7354C-65FC-4CA1-BBD4-95DEF91DD450}" destId="{00874FAE-42D5-48E8-BC94-A36A788D3799}" srcOrd="0" destOrd="0" presId="urn:microsoft.com/office/officeart/2005/8/layout/process4"/>
    <dgm:cxn modelId="{BD748E67-F3D4-45CF-B30A-F24DE6F1CEE7}" srcId="{17168C23-2DBF-49DE-A441-4A7F2B4061FD}" destId="{9823259A-AA15-4A1F-BACD-12C270CEDE15}" srcOrd="0" destOrd="0" parTransId="{222FED03-270F-46D5-9072-3A25F3F5F977}" sibTransId="{304F09EF-F223-41BF-B047-C3856237C8FE}"/>
    <dgm:cxn modelId="{2CE95A89-EAE5-4C69-898F-8B4CD55B1443}" srcId="{17168C23-2DBF-49DE-A441-4A7F2B4061FD}" destId="{82630518-62FC-4A5D-B04E-6C2EA6CD7F81}" srcOrd="1" destOrd="0" parTransId="{43E00624-897B-48EE-B203-52C95B5B08DB}" sibTransId="{B2A2FE83-8F54-4E54-87D8-0133A924F6AE}"/>
    <dgm:cxn modelId="{94AB32A8-1F7D-4222-BE8B-E1137297D326}" srcId="{17168C23-2DBF-49DE-A441-4A7F2B4061FD}" destId="{65E7354C-65FC-4CA1-BBD4-95DEF91DD450}" srcOrd="3" destOrd="0" parTransId="{7F4B805B-5262-4D56-8223-0CF840198441}" sibTransId="{7D1A142C-8A6C-42A2-9CE6-419D0F110D79}"/>
    <dgm:cxn modelId="{E31365B5-0904-4286-A9DE-C202140B9DBC}" type="presOf" srcId="{9BFED06E-CD8C-49DE-BAF3-8C593435E9D2}" destId="{9E397D94-BC83-4276-A80C-1CB4F3281483}" srcOrd="0" destOrd="0" presId="urn:microsoft.com/office/officeart/2005/8/layout/process4"/>
    <dgm:cxn modelId="{6A7449B8-55E7-46B6-8366-A6C67BF3AF36}" srcId="{17168C23-2DBF-49DE-A441-4A7F2B4061FD}" destId="{9BFED06E-CD8C-49DE-BAF3-8C593435E9D2}" srcOrd="4" destOrd="0" parTransId="{5CC97A52-63D7-4111-AAEE-E77A5A0DA4D3}" sibTransId="{F5590914-0D44-457D-9EBB-4A652709CCEB}"/>
    <dgm:cxn modelId="{37DBC8F9-797E-44F3-AC55-E821340DFB86}" type="presOf" srcId="{82630518-62FC-4A5D-B04E-6C2EA6CD7F81}" destId="{DAFAC9E6-7644-42D6-BD53-5E20E0850837}" srcOrd="0" destOrd="0" presId="urn:microsoft.com/office/officeart/2005/8/layout/process4"/>
    <dgm:cxn modelId="{7F23F1AC-769D-493C-A4F7-AFFD8E0F0C81}" type="presParOf" srcId="{38FEA595-6563-4C51-98F9-15ABF43B091B}" destId="{7B2EEC0E-90C6-4DAF-881D-1CC5416747AF}" srcOrd="0" destOrd="0" presId="urn:microsoft.com/office/officeart/2005/8/layout/process4"/>
    <dgm:cxn modelId="{4C574BB5-296C-4FF6-ABD9-C997B14646CA}" type="presParOf" srcId="{7B2EEC0E-90C6-4DAF-881D-1CC5416747AF}" destId="{9E397D94-BC83-4276-A80C-1CB4F3281483}" srcOrd="0" destOrd="0" presId="urn:microsoft.com/office/officeart/2005/8/layout/process4"/>
    <dgm:cxn modelId="{205800CF-16D5-4CD5-8E69-44906B3D48FF}" type="presParOf" srcId="{38FEA595-6563-4C51-98F9-15ABF43B091B}" destId="{B539CDB6-278B-4F4E-8F21-317E49CA56B0}" srcOrd="1" destOrd="0" presId="urn:microsoft.com/office/officeart/2005/8/layout/process4"/>
    <dgm:cxn modelId="{692AE525-BCA5-4D13-B723-C36B87163F48}" type="presParOf" srcId="{38FEA595-6563-4C51-98F9-15ABF43B091B}" destId="{F92F5369-4D81-43C1-A34B-EFA92EB4A86F}" srcOrd="2" destOrd="0" presId="urn:microsoft.com/office/officeart/2005/8/layout/process4"/>
    <dgm:cxn modelId="{CD3423CF-48B3-4F48-9271-948619BF7BB6}" type="presParOf" srcId="{F92F5369-4D81-43C1-A34B-EFA92EB4A86F}" destId="{00874FAE-42D5-48E8-BC94-A36A788D3799}" srcOrd="0" destOrd="0" presId="urn:microsoft.com/office/officeart/2005/8/layout/process4"/>
    <dgm:cxn modelId="{9B4C2C22-B480-4508-92B2-73210EDBF3C4}" type="presParOf" srcId="{38FEA595-6563-4C51-98F9-15ABF43B091B}" destId="{748FCC29-6295-4219-8697-C498BE4E9E38}" srcOrd="3" destOrd="0" presId="urn:microsoft.com/office/officeart/2005/8/layout/process4"/>
    <dgm:cxn modelId="{A207F48E-5235-4410-81E8-EE75F0FBCBA9}" type="presParOf" srcId="{38FEA595-6563-4C51-98F9-15ABF43B091B}" destId="{312CF646-F55A-41C7-82F1-7E9E416B57B4}" srcOrd="4" destOrd="0" presId="urn:microsoft.com/office/officeart/2005/8/layout/process4"/>
    <dgm:cxn modelId="{61A2377F-4188-43F1-9F0D-AC14B4221A3D}" type="presParOf" srcId="{312CF646-F55A-41C7-82F1-7E9E416B57B4}" destId="{0F4FAD0A-C418-4DEE-A843-F5CE15F7CD85}" srcOrd="0" destOrd="0" presId="urn:microsoft.com/office/officeart/2005/8/layout/process4"/>
    <dgm:cxn modelId="{B946BCD4-BE64-466B-BB4D-26FFDBF5F185}" type="presParOf" srcId="{38FEA595-6563-4C51-98F9-15ABF43B091B}" destId="{5D5F72E1-E590-4DBC-9F4F-87ADE9E146AB}" srcOrd="5" destOrd="0" presId="urn:microsoft.com/office/officeart/2005/8/layout/process4"/>
    <dgm:cxn modelId="{F6C6D008-E4C4-49A0-BE84-6F2E48C59B2A}" type="presParOf" srcId="{38FEA595-6563-4C51-98F9-15ABF43B091B}" destId="{80C704FD-9E16-4B99-914A-7787BB246C27}" srcOrd="6" destOrd="0" presId="urn:microsoft.com/office/officeart/2005/8/layout/process4"/>
    <dgm:cxn modelId="{10A1D7C0-0E48-41FB-90B0-B2652B07477B}" type="presParOf" srcId="{80C704FD-9E16-4B99-914A-7787BB246C27}" destId="{DAFAC9E6-7644-42D6-BD53-5E20E0850837}" srcOrd="0" destOrd="0" presId="urn:microsoft.com/office/officeart/2005/8/layout/process4"/>
    <dgm:cxn modelId="{ACE52F06-BD8B-44A9-BA32-3C90FC9D33C1}" type="presParOf" srcId="{38FEA595-6563-4C51-98F9-15ABF43B091B}" destId="{BA92116C-68D3-4421-A4E4-0AE4F2DBE7D5}" srcOrd="7" destOrd="0" presId="urn:microsoft.com/office/officeart/2005/8/layout/process4"/>
    <dgm:cxn modelId="{C371C025-9B96-4D1D-A549-D09E956B98BA}" type="presParOf" srcId="{38FEA595-6563-4C51-98F9-15ABF43B091B}" destId="{BA71347C-6E36-4F9E-9552-5016FF35D955}" srcOrd="8" destOrd="0" presId="urn:microsoft.com/office/officeart/2005/8/layout/process4"/>
    <dgm:cxn modelId="{EB02826D-7211-422E-940F-8F0A08DB54F8}" type="presParOf" srcId="{BA71347C-6E36-4F9E-9552-5016FF35D955}" destId="{4090C6FD-020A-4444-86D5-2A19DE9C5D92}" srcOrd="0" destOrd="0" presId="urn:microsoft.com/office/officeart/2005/8/layout/process4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41.xml><?xml version="1.0" encoding="utf-8"?>
<dgm:dataModel xmlns:dgm="http://schemas.openxmlformats.org/drawingml/2006/diagram" xmlns:a="http://schemas.openxmlformats.org/drawingml/2006/main">
  <dgm:ptLst>
    <dgm:pt modelId="{013D65E9-D98E-4B35-B119-F6B16588C554}" type="doc">
      <dgm:prSet loTypeId="urn:microsoft.com/office/officeart/2005/8/layout/vProcess5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x-none"/>
        </a:p>
      </dgm:t>
    </dgm:pt>
    <mc:AlternateContent xmlns:mc="http://schemas.openxmlformats.org/markup-compatibility/2006" xmlns:a14="http://schemas.microsoft.com/office/drawing/2010/main">
      <mc:Choice Requires="a14">
        <dgm:pt modelId="{14228461-6FEA-4959-8FD8-BCBFB10748D8}">
          <dgm:prSet custT="1"/>
          <dgm:spPr>
            <a:solidFill>
              <a:schemeClr val="accent5">
                <a:lumMod val="75000"/>
              </a:schemeClr>
            </a:solidFill>
          </dgm:spPr>
          <dgm:t>
            <a:bodyPr/>
            <a:lstStyle/>
            <a:p>
              <a:pPr algn="ctr"/>
              <a14:m>
                <m:oMath xmlns:m="http://schemas.openxmlformats.org/officeDocument/2006/math">
                  <m:f>
                    <m:fPr>
                      <m:ctrlPr>
                        <a:rPr lang="en-US" sz="3200" i="1" kern="1200" smtClean="0">
                          <a:solidFill>
                            <a:srgbClr val="FFFFFF"/>
                          </a:solidFill>
                          <a:latin typeface="Cambria Math" panose="02040503050406030204" pitchFamily="18" charset="0"/>
                          <a:ea typeface="+mn-ea"/>
                          <a:cs typeface="Arial" panose="020B0604020202020204" pitchFamily="34" charset="0"/>
                        </a:rPr>
                      </m:ctrlPr>
                    </m:fPr>
                    <m:num>
                      <m:r>
                        <a:rPr lang="en-US" sz="3200" b="0" i="1" kern="1200" smtClean="0">
                          <a:solidFill>
                            <a:srgbClr val="FFFFFF"/>
                          </a:solidFill>
                          <a:latin typeface="Cambria Math" panose="02040503050406030204" pitchFamily="18" charset="0"/>
                          <a:ea typeface="+mn-ea"/>
                          <a:cs typeface="Arial" panose="020B0604020202020204" pitchFamily="34" charset="0"/>
                        </a:rPr>
                        <m:t>𝑑</m:t>
                      </m:r>
                    </m:num>
                    <m:den>
                      <m:r>
                        <a:rPr lang="en-US" sz="3200" b="0" i="1" kern="1200" smtClean="0">
                          <a:solidFill>
                            <a:srgbClr val="FFFFFF"/>
                          </a:solidFill>
                          <a:latin typeface="Cambria Math" panose="02040503050406030204" pitchFamily="18" charset="0"/>
                          <a:ea typeface="+mn-ea"/>
                          <a:cs typeface="Arial" panose="020B0604020202020204" pitchFamily="34" charset="0"/>
                        </a:rPr>
                        <m:t>𝑑𝑝</m:t>
                      </m:r>
                    </m:den>
                  </m:f>
                </m:oMath>
              </a14:m>
              <a:r>
                <a:rPr lang="en-US" altLang="en-PK" sz="2400" b="0" i="1" kern="1200" dirty="0"/>
                <a:t>T</a:t>
              </a:r>
              <a:r>
                <a:rPr lang="en-US" altLang="en-PK" sz="2400" b="0" i="1" kern="1200" baseline="-25000" dirty="0"/>
                <a:t>P</a:t>
              </a:r>
              <a14:m>
                <m:oMath xmlns:m="http://schemas.openxmlformats.org/officeDocument/2006/math">
                  <m:r>
                    <a:rPr lang="en-US" sz="2400" b="0" i="1" kern="1200" smtClean="0">
                      <a:solidFill>
                        <a:srgbClr val="FFFFFF"/>
                      </a:solidFill>
                      <a:latin typeface="Cambria Math" panose="02040503050406030204" pitchFamily="18" charset="0"/>
                      <a:ea typeface="+mn-ea"/>
                      <a:cs typeface="Arial" panose="020B0604020202020204" pitchFamily="34" charset="0"/>
                    </a:rPr>
                    <m:t>    = 0</m:t>
                  </m:r>
                </m:oMath>
              </a14:m>
              <a:endParaRPr lang="en-US" sz="2400" kern="1200" dirty="0">
                <a:solidFill>
                  <a:srgbClr val="FFFFFF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endParaRPr>
            </a:p>
          </dgm:t>
        </dgm:pt>
      </mc:Choice>
      <mc:Fallback xmlns="">
        <dgm:pt modelId="{14228461-6FEA-4959-8FD8-BCBFB10748D8}">
          <dgm:prSet custT="1"/>
          <dgm:spPr>
            <a:solidFill>
              <a:schemeClr val="accent5">
                <a:lumMod val="75000"/>
              </a:schemeClr>
            </a:solidFill>
          </dgm:spPr>
          <dgm:t>
            <a:bodyPr/>
            <a:lstStyle/>
            <a:p>
              <a:pPr algn="ctr"/>
              <a:r>
                <a:rPr lang="en-US" sz="3200" b="0" i="0" kern="1200">
                  <a:solidFill>
                    <a:srgbClr val="FFFFFF"/>
                  </a:solidFill>
                  <a:latin typeface="Cambria Math" panose="02040503050406030204" pitchFamily="18" charset="0"/>
                  <a:ea typeface="+mn-ea"/>
                  <a:cs typeface="Arial" panose="020B0604020202020204" pitchFamily="34" charset="0"/>
                </a:rPr>
                <a:t>𝑑/𝑑𝑝</a:t>
              </a:r>
              <a:r>
                <a:rPr lang="en-US" altLang="en-PK" sz="2400" b="0" i="1" kern="1200" dirty="0"/>
                <a:t>T</a:t>
              </a:r>
              <a:r>
                <a:rPr lang="en-US" altLang="en-PK" sz="2400" b="0" i="1" kern="1200" baseline="-25000" dirty="0"/>
                <a:t>P</a:t>
              </a:r>
              <a:r>
                <a:rPr lang="en-US" sz="2400" b="0" i="0" kern="1200">
                  <a:solidFill>
                    <a:srgbClr val="FFFFFF"/>
                  </a:solidFill>
                  <a:latin typeface="Cambria Math" panose="02040503050406030204" pitchFamily="18" charset="0"/>
                  <a:ea typeface="+mn-ea"/>
                  <a:cs typeface="Arial" panose="020B0604020202020204" pitchFamily="34" charset="0"/>
                </a:rPr>
                <a:t>    = 0</a:t>
              </a:r>
              <a:endParaRPr lang="en-US" sz="2400" kern="1200" dirty="0">
                <a:solidFill>
                  <a:srgbClr val="FFFFFF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endParaRPr>
            </a:p>
          </dgm:t>
        </dgm:pt>
      </mc:Fallback>
    </mc:AlternateContent>
    <dgm:pt modelId="{A53C8E23-01A4-4483-94BD-C5BDBF6CCE54}" type="parTrans" cxnId="{4786EC36-3F08-4D73-8F3D-FBC51EF2FDA9}">
      <dgm:prSet/>
      <dgm:spPr/>
      <dgm:t>
        <a:bodyPr/>
        <a:lstStyle/>
        <a:p>
          <a:endParaRPr lang="en-US"/>
        </a:p>
      </dgm:t>
    </dgm:pt>
    <dgm:pt modelId="{900AEE4F-6D15-4B3D-BEBA-FB895B43DAD6}" type="sibTrans" cxnId="{4786EC36-3F08-4D73-8F3D-FBC51EF2FDA9}">
      <dgm:prSet/>
      <dgm:spPr/>
      <dgm:t>
        <a:bodyPr/>
        <a:lstStyle/>
        <a:p>
          <a:endParaRPr lang="en-US"/>
        </a:p>
      </dgm:t>
    </dgm:pt>
    <dgm:pt modelId="{CEB0C370-E326-4568-B691-0E8D5C1D5F78}">
      <dgm:prSet custT="1"/>
      <dgm:spPr>
        <a:solidFill>
          <a:schemeClr val="accent3">
            <a:lumMod val="75000"/>
          </a:schemeClr>
        </a:solidFill>
      </dgm:spPr>
      <dgm:t>
        <a:bodyPr/>
        <a:lstStyle/>
        <a:p>
          <a:pPr algn="ctr"/>
          <a:r>
            <a:rPr lang="en-US" altLang="en-PK" sz="2000" kern="1200" dirty="0"/>
            <a:t>Often, we are interested in the minimum time to  solution. </a:t>
          </a:r>
          <a:endParaRPr lang="en-US" sz="2000" kern="1200" dirty="0">
            <a:solidFill>
              <a:srgbClr val="FFFFFF"/>
            </a:solidFill>
            <a:latin typeface="Arial" panose="020B0604020202020204" pitchFamily="34" charset="0"/>
            <a:ea typeface="+mn-ea"/>
            <a:cs typeface="Arial" panose="020B0604020202020204" pitchFamily="34" charset="0"/>
          </a:endParaRPr>
        </a:p>
      </dgm:t>
    </dgm:pt>
    <dgm:pt modelId="{1A647BAE-344F-41C0-83AF-2C210B0FC84A}" type="parTrans" cxnId="{2D4DCD2D-2335-41D4-8059-BA64426B94AC}">
      <dgm:prSet/>
      <dgm:spPr/>
      <dgm:t>
        <a:bodyPr/>
        <a:lstStyle/>
        <a:p>
          <a:endParaRPr lang="en-PK"/>
        </a:p>
      </dgm:t>
    </dgm:pt>
    <dgm:pt modelId="{AAC77DF4-E735-4F30-AEC7-BFF63F322A87}" type="sibTrans" cxnId="{2D4DCD2D-2335-41D4-8059-BA64426B94AC}">
      <dgm:prSet/>
      <dgm:spPr/>
      <dgm:t>
        <a:bodyPr/>
        <a:lstStyle/>
        <a:p>
          <a:endParaRPr lang="en-PK"/>
        </a:p>
      </dgm:t>
    </dgm:pt>
    <dgm:pt modelId="{B603D1AB-99A7-462E-9023-F5459130C260}">
      <dgm:prSet custT="1"/>
      <dgm:spPr>
        <a:solidFill>
          <a:schemeClr val="accent4">
            <a:lumMod val="75000"/>
          </a:schemeClr>
        </a:solidFill>
      </dgm:spPr>
      <dgm:t>
        <a:bodyPr/>
        <a:lstStyle/>
        <a:p>
          <a:pPr algn="ctr"/>
          <a:r>
            <a:rPr lang="en-US" altLang="en-PK" sz="2000" kern="1200" dirty="0"/>
            <a:t>We can determine the minimum parallel runtime </a:t>
          </a:r>
          <a:r>
            <a:rPr lang="en-US" altLang="en-PK" sz="2000" b="1" i="1" kern="1200" dirty="0" err="1"/>
            <a:t>T</a:t>
          </a:r>
          <a:r>
            <a:rPr lang="en-US" altLang="en-PK" sz="2000" b="1" i="1" kern="1200" baseline="-25000" dirty="0" err="1"/>
            <a:t>P</a:t>
          </a:r>
          <a:r>
            <a:rPr lang="en-US" altLang="en-PK" sz="2000" i="1" kern="1200" baseline="30000" dirty="0" err="1"/>
            <a:t>min</a:t>
          </a:r>
          <a:r>
            <a:rPr lang="en-US" altLang="en-PK" sz="2000" kern="1200" dirty="0"/>
            <a:t>  for a given </a:t>
          </a:r>
          <a:r>
            <a:rPr lang="en-US" altLang="en-PK" sz="2000" b="1" i="1" kern="1200" dirty="0"/>
            <a:t>W</a:t>
          </a:r>
          <a:r>
            <a:rPr lang="en-US" altLang="en-PK" sz="2000" kern="1200" dirty="0"/>
            <a:t> by differentiating the expression for </a:t>
          </a:r>
          <a:r>
            <a:rPr lang="en-US" altLang="en-PK" sz="2000" b="1" i="1" kern="1200" dirty="0"/>
            <a:t>T</a:t>
          </a:r>
          <a:r>
            <a:rPr lang="en-US" altLang="en-PK" sz="2000" b="1" i="1" kern="1200" baseline="-25000" dirty="0"/>
            <a:t>P</a:t>
          </a:r>
          <a:r>
            <a:rPr lang="en-US" altLang="en-PK" sz="2000" kern="1200" dirty="0"/>
            <a:t> </a:t>
          </a:r>
          <a:r>
            <a:rPr lang="en-US" altLang="en-PK" sz="2000" kern="1200" dirty="0" err="1"/>
            <a:t>w.r.t.</a:t>
          </a:r>
          <a:r>
            <a:rPr lang="en-US" altLang="en-PK" sz="2000" kern="1200" dirty="0"/>
            <a:t> </a:t>
          </a:r>
          <a:r>
            <a:rPr lang="en-US" altLang="en-PK" sz="2000" b="1" i="1" kern="1200" dirty="0"/>
            <a:t>p</a:t>
          </a:r>
          <a:r>
            <a:rPr lang="en-US" altLang="en-PK" sz="2000" kern="1200" dirty="0"/>
            <a:t> and equating it to zero. </a:t>
          </a:r>
          <a:endParaRPr lang="en-US" sz="2000" kern="1200" dirty="0">
            <a:solidFill>
              <a:srgbClr val="FFFFFF"/>
            </a:solidFill>
            <a:latin typeface="Arial" panose="020B0604020202020204" pitchFamily="34" charset="0"/>
            <a:ea typeface="+mn-ea"/>
            <a:cs typeface="Arial" panose="020B0604020202020204" pitchFamily="34" charset="0"/>
          </a:endParaRPr>
        </a:p>
      </dgm:t>
    </dgm:pt>
    <dgm:pt modelId="{DF3130DC-D366-4EBE-92D9-472FBB26A09A}" type="parTrans" cxnId="{86896F84-6E1F-447F-96FE-65923F36DE72}">
      <dgm:prSet/>
      <dgm:spPr/>
      <dgm:t>
        <a:bodyPr/>
        <a:lstStyle/>
        <a:p>
          <a:endParaRPr lang="en-PK"/>
        </a:p>
      </dgm:t>
    </dgm:pt>
    <dgm:pt modelId="{AF7F0699-72AE-4486-B719-DD43A09C0504}" type="sibTrans" cxnId="{86896F84-6E1F-447F-96FE-65923F36DE72}">
      <dgm:prSet/>
      <dgm:spPr/>
      <dgm:t>
        <a:bodyPr/>
        <a:lstStyle/>
        <a:p>
          <a:endParaRPr lang="en-PK"/>
        </a:p>
      </dgm:t>
    </dgm:pt>
    <dgm:pt modelId="{1EBDBC99-EACB-4AB7-B9FE-616CBE00D6A3}">
      <dgm:prSet custT="1"/>
      <dgm:spPr>
        <a:solidFill>
          <a:schemeClr val="accent6">
            <a:lumMod val="75000"/>
          </a:schemeClr>
        </a:solidFill>
      </dgm:spPr>
      <dgm:t>
        <a:bodyPr/>
        <a:lstStyle/>
        <a:p>
          <a:pPr algn="ctr"/>
          <a:r>
            <a:rPr lang="en-US" altLang="en-PK" sz="2000" kern="1200" dirty="0"/>
            <a:t>If </a:t>
          </a:r>
          <a:r>
            <a:rPr lang="en-US" altLang="en-PK" sz="2000" b="1" i="1" kern="1200" dirty="0"/>
            <a:t>p</a:t>
          </a:r>
          <a:r>
            <a:rPr lang="en-US" altLang="en-PK" sz="2000" kern="1200" baseline="-25000" dirty="0"/>
            <a:t>0</a:t>
          </a:r>
          <a:r>
            <a:rPr lang="en-US" altLang="en-PK" sz="2000" kern="1200" dirty="0"/>
            <a:t> is the value of </a:t>
          </a:r>
          <a:r>
            <a:rPr lang="en-US" altLang="en-PK" sz="2000" b="1" i="1" kern="1200" dirty="0"/>
            <a:t>p</a:t>
          </a:r>
          <a:r>
            <a:rPr lang="en-US" altLang="en-PK" sz="2000" kern="1200" dirty="0"/>
            <a:t> as determined by this equation, </a:t>
          </a:r>
          <a:r>
            <a:rPr lang="en-US" altLang="en-PK" sz="2000" b="1" i="1" kern="1200" dirty="0"/>
            <a:t>T</a:t>
          </a:r>
          <a:r>
            <a:rPr lang="en-US" altLang="en-PK" sz="2000" b="1" i="1" kern="1200" baseline="-25000" dirty="0"/>
            <a:t>P</a:t>
          </a:r>
          <a:r>
            <a:rPr lang="en-US" altLang="en-PK" sz="2000" kern="1200" dirty="0"/>
            <a:t>(</a:t>
          </a:r>
          <a:r>
            <a:rPr lang="en-US" altLang="en-PK" sz="2000" b="1" i="1" kern="1200" dirty="0"/>
            <a:t>p</a:t>
          </a:r>
          <a:r>
            <a:rPr lang="en-US" altLang="en-PK" sz="2000" kern="1200" baseline="-25000" dirty="0"/>
            <a:t>0</a:t>
          </a:r>
          <a:r>
            <a:rPr lang="en-US" altLang="en-PK" sz="2000" kern="1200" dirty="0"/>
            <a:t>) is the minimum parallel time. </a:t>
          </a:r>
          <a:endParaRPr lang="en-US" sz="2000" kern="1200" dirty="0">
            <a:solidFill>
              <a:srgbClr val="FFFFFF"/>
            </a:solidFill>
            <a:latin typeface="Arial" panose="020B0604020202020204" pitchFamily="34" charset="0"/>
            <a:ea typeface="+mn-ea"/>
            <a:cs typeface="Arial" panose="020B0604020202020204" pitchFamily="34" charset="0"/>
          </a:endParaRPr>
        </a:p>
      </dgm:t>
    </dgm:pt>
    <dgm:pt modelId="{34942591-356A-41B9-8A6A-B95DF5591B82}" type="parTrans" cxnId="{50A3C397-023B-4A03-964E-29635BA4B0D9}">
      <dgm:prSet/>
      <dgm:spPr/>
      <dgm:t>
        <a:bodyPr/>
        <a:lstStyle/>
        <a:p>
          <a:endParaRPr lang="en-PK"/>
        </a:p>
      </dgm:t>
    </dgm:pt>
    <dgm:pt modelId="{C54923A5-39DD-4A78-A9D0-400955B3FDAF}" type="sibTrans" cxnId="{50A3C397-023B-4A03-964E-29635BA4B0D9}">
      <dgm:prSet/>
      <dgm:spPr/>
      <dgm:t>
        <a:bodyPr/>
        <a:lstStyle/>
        <a:p>
          <a:endParaRPr lang="en-PK"/>
        </a:p>
      </dgm:t>
    </dgm:pt>
    <dgm:pt modelId="{51BDA68E-DEF0-4984-AD7A-9A1FEAE2F21C}" type="pres">
      <dgm:prSet presAssocID="{013D65E9-D98E-4B35-B119-F6B16588C554}" presName="outerComposite" presStyleCnt="0">
        <dgm:presLayoutVars>
          <dgm:chMax val="5"/>
          <dgm:dir/>
          <dgm:resizeHandles val="exact"/>
        </dgm:presLayoutVars>
      </dgm:prSet>
      <dgm:spPr/>
    </dgm:pt>
    <dgm:pt modelId="{9A837A0D-B646-411D-B192-563114F4F549}" type="pres">
      <dgm:prSet presAssocID="{013D65E9-D98E-4B35-B119-F6B16588C554}" presName="dummyMaxCanvas" presStyleCnt="0">
        <dgm:presLayoutVars/>
      </dgm:prSet>
      <dgm:spPr/>
    </dgm:pt>
    <dgm:pt modelId="{A91729EA-4E72-4A6A-B537-05CD98B41416}" type="pres">
      <dgm:prSet presAssocID="{013D65E9-D98E-4B35-B119-F6B16588C554}" presName="FourNodes_1" presStyleLbl="node1" presStyleIdx="0" presStyleCnt="4">
        <dgm:presLayoutVars>
          <dgm:bulletEnabled val="1"/>
        </dgm:presLayoutVars>
      </dgm:prSet>
      <dgm:spPr/>
    </dgm:pt>
    <dgm:pt modelId="{65F33E37-F7C5-4B9F-A6E7-02B7A9BF6761}" type="pres">
      <dgm:prSet presAssocID="{013D65E9-D98E-4B35-B119-F6B16588C554}" presName="FourNodes_2" presStyleLbl="node1" presStyleIdx="1" presStyleCnt="4" custScaleY="103228">
        <dgm:presLayoutVars>
          <dgm:bulletEnabled val="1"/>
        </dgm:presLayoutVars>
      </dgm:prSet>
      <dgm:spPr/>
    </dgm:pt>
    <dgm:pt modelId="{10ED03CB-7415-4D8D-B615-6883A04F621D}" type="pres">
      <dgm:prSet presAssocID="{013D65E9-D98E-4B35-B119-F6B16588C554}" presName="FourNodes_3" presStyleLbl="node1" presStyleIdx="2" presStyleCnt="4" custScaleY="103191" custLinFactNeighborY="5130">
        <dgm:presLayoutVars>
          <dgm:bulletEnabled val="1"/>
        </dgm:presLayoutVars>
      </dgm:prSet>
      <dgm:spPr/>
    </dgm:pt>
    <dgm:pt modelId="{D75E12E9-20A0-4460-825A-DF40F7CA2C16}" type="pres">
      <dgm:prSet presAssocID="{013D65E9-D98E-4B35-B119-F6B16588C554}" presName="FourNodes_4" presStyleLbl="node1" presStyleIdx="3" presStyleCnt="4" custScaleY="90787">
        <dgm:presLayoutVars>
          <dgm:bulletEnabled val="1"/>
        </dgm:presLayoutVars>
      </dgm:prSet>
      <dgm:spPr/>
    </dgm:pt>
    <dgm:pt modelId="{803FC7D3-846C-4873-9FE9-4A99686E0D6E}" type="pres">
      <dgm:prSet presAssocID="{013D65E9-D98E-4B35-B119-F6B16588C554}" presName="FourConn_1-2" presStyleLbl="fgAccFollowNode1" presStyleIdx="0" presStyleCnt="3">
        <dgm:presLayoutVars>
          <dgm:bulletEnabled val="1"/>
        </dgm:presLayoutVars>
      </dgm:prSet>
      <dgm:spPr/>
    </dgm:pt>
    <dgm:pt modelId="{ACF30220-8469-4F6E-8571-17A56045E759}" type="pres">
      <dgm:prSet presAssocID="{013D65E9-D98E-4B35-B119-F6B16588C554}" presName="FourConn_2-3" presStyleLbl="fgAccFollowNode1" presStyleIdx="1" presStyleCnt="3">
        <dgm:presLayoutVars>
          <dgm:bulletEnabled val="1"/>
        </dgm:presLayoutVars>
      </dgm:prSet>
      <dgm:spPr/>
    </dgm:pt>
    <dgm:pt modelId="{71A7B654-DD46-4041-9AE6-297674385EE0}" type="pres">
      <dgm:prSet presAssocID="{013D65E9-D98E-4B35-B119-F6B16588C554}" presName="FourConn_3-4" presStyleLbl="fgAccFollowNode1" presStyleIdx="2" presStyleCnt="3">
        <dgm:presLayoutVars>
          <dgm:bulletEnabled val="1"/>
        </dgm:presLayoutVars>
      </dgm:prSet>
      <dgm:spPr/>
    </dgm:pt>
    <dgm:pt modelId="{45399951-AD3D-49A4-997C-A27CECF34687}" type="pres">
      <dgm:prSet presAssocID="{013D65E9-D98E-4B35-B119-F6B16588C554}" presName="FourNodes_1_text" presStyleLbl="node1" presStyleIdx="3" presStyleCnt="4">
        <dgm:presLayoutVars>
          <dgm:bulletEnabled val="1"/>
        </dgm:presLayoutVars>
      </dgm:prSet>
      <dgm:spPr/>
    </dgm:pt>
    <dgm:pt modelId="{4D7991D7-7F2D-439A-BD86-FADFCC0E12EC}" type="pres">
      <dgm:prSet presAssocID="{013D65E9-D98E-4B35-B119-F6B16588C554}" presName="FourNodes_2_text" presStyleLbl="node1" presStyleIdx="3" presStyleCnt="4">
        <dgm:presLayoutVars>
          <dgm:bulletEnabled val="1"/>
        </dgm:presLayoutVars>
      </dgm:prSet>
      <dgm:spPr/>
    </dgm:pt>
    <dgm:pt modelId="{96EAA386-428B-40D2-B5C6-0A0810714545}" type="pres">
      <dgm:prSet presAssocID="{013D65E9-D98E-4B35-B119-F6B16588C554}" presName="FourNodes_3_text" presStyleLbl="node1" presStyleIdx="3" presStyleCnt="4">
        <dgm:presLayoutVars>
          <dgm:bulletEnabled val="1"/>
        </dgm:presLayoutVars>
      </dgm:prSet>
      <dgm:spPr/>
    </dgm:pt>
    <dgm:pt modelId="{3987D06C-0CCC-4F06-B26F-EC2D202F87DF}" type="pres">
      <dgm:prSet presAssocID="{013D65E9-D98E-4B35-B119-F6B16588C554}" presName="FourNodes_4_text" presStyleLbl="node1" presStyleIdx="3" presStyleCnt="4">
        <dgm:presLayoutVars>
          <dgm:bulletEnabled val="1"/>
        </dgm:presLayoutVars>
      </dgm:prSet>
      <dgm:spPr/>
    </dgm:pt>
  </dgm:ptLst>
  <dgm:cxnLst>
    <dgm:cxn modelId="{2D4DCD2D-2335-41D4-8059-BA64426B94AC}" srcId="{013D65E9-D98E-4B35-B119-F6B16588C554}" destId="{CEB0C370-E326-4568-B691-0E8D5C1D5F78}" srcOrd="0" destOrd="0" parTransId="{1A647BAE-344F-41C0-83AF-2C210B0FC84A}" sibTransId="{AAC77DF4-E735-4F30-AEC7-BFF63F322A87}"/>
    <dgm:cxn modelId="{4786EC36-3F08-4D73-8F3D-FBC51EF2FDA9}" srcId="{013D65E9-D98E-4B35-B119-F6B16588C554}" destId="{14228461-6FEA-4959-8FD8-BCBFB10748D8}" srcOrd="2" destOrd="0" parTransId="{A53C8E23-01A4-4483-94BD-C5BDBF6CCE54}" sibTransId="{900AEE4F-6D15-4B3D-BEBA-FB895B43DAD6}"/>
    <dgm:cxn modelId="{637E9537-A84D-4BF4-854B-201A80298608}" type="presOf" srcId="{AAC77DF4-E735-4F30-AEC7-BFF63F322A87}" destId="{803FC7D3-846C-4873-9FE9-4A99686E0D6E}" srcOrd="0" destOrd="0" presId="urn:microsoft.com/office/officeart/2005/8/layout/vProcess5"/>
    <dgm:cxn modelId="{2C0B3D38-3F33-47CB-95FE-60F3FEE6F1AF}" type="presOf" srcId="{013D65E9-D98E-4B35-B119-F6B16588C554}" destId="{51BDA68E-DEF0-4984-AD7A-9A1FEAE2F21C}" srcOrd="0" destOrd="0" presId="urn:microsoft.com/office/officeart/2005/8/layout/vProcess5"/>
    <dgm:cxn modelId="{2242B95A-20AF-4EE4-88B0-4FA443BD931D}" type="presOf" srcId="{B603D1AB-99A7-462E-9023-F5459130C260}" destId="{65F33E37-F7C5-4B9F-A6E7-02B7A9BF6761}" srcOrd="0" destOrd="0" presId="urn:microsoft.com/office/officeart/2005/8/layout/vProcess5"/>
    <dgm:cxn modelId="{E16BE17F-F02B-4C3D-8136-61DF131DF3C7}" type="presOf" srcId="{1EBDBC99-EACB-4AB7-B9FE-616CBE00D6A3}" destId="{3987D06C-0CCC-4F06-B26F-EC2D202F87DF}" srcOrd="1" destOrd="0" presId="urn:microsoft.com/office/officeart/2005/8/layout/vProcess5"/>
    <dgm:cxn modelId="{86896F84-6E1F-447F-96FE-65923F36DE72}" srcId="{013D65E9-D98E-4B35-B119-F6B16588C554}" destId="{B603D1AB-99A7-462E-9023-F5459130C260}" srcOrd="1" destOrd="0" parTransId="{DF3130DC-D366-4EBE-92D9-472FBB26A09A}" sibTransId="{AF7F0699-72AE-4486-B719-DD43A09C0504}"/>
    <dgm:cxn modelId="{50A3C397-023B-4A03-964E-29635BA4B0D9}" srcId="{013D65E9-D98E-4B35-B119-F6B16588C554}" destId="{1EBDBC99-EACB-4AB7-B9FE-616CBE00D6A3}" srcOrd="3" destOrd="0" parTransId="{34942591-356A-41B9-8A6A-B95DF5591B82}" sibTransId="{C54923A5-39DD-4A78-A9D0-400955B3FDAF}"/>
    <dgm:cxn modelId="{9956AD98-24B3-4777-969D-775159AC0FEA}" type="presOf" srcId="{14228461-6FEA-4959-8FD8-BCBFB10748D8}" destId="{96EAA386-428B-40D2-B5C6-0A0810714545}" srcOrd="1" destOrd="0" presId="urn:microsoft.com/office/officeart/2005/8/layout/vProcess5"/>
    <dgm:cxn modelId="{51751A9C-D3B0-44E2-82B6-A94FB786DC50}" type="presOf" srcId="{AF7F0699-72AE-4486-B719-DD43A09C0504}" destId="{ACF30220-8469-4F6E-8571-17A56045E759}" srcOrd="0" destOrd="0" presId="urn:microsoft.com/office/officeart/2005/8/layout/vProcess5"/>
    <dgm:cxn modelId="{4FD2ECBA-1478-43A9-B9A6-2D38D9DB11B5}" type="presOf" srcId="{CEB0C370-E326-4568-B691-0E8D5C1D5F78}" destId="{A91729EA-4E72-4A6A-B537-05CD98B41416}" srcOrd="0" destOrd="0" presId="urn:microsoft.com/office/officeart/2005/8/layout/vProcess5"/>
    <dgm:cxn modelId="{AAF0D9BC-B25F-4CBD-B409-2DCF1683D935}" type="presOf" srcId="{B603D1AB-99A7-462E-9023-F5459130C260}" destId="{4D7991D7-7F2D-439A-BD86-FADFCC0E12EC}" srcOrd="1" destOrd="0" presId="urn:microsoft.com/office/officeart/2005/8/layout/vProcess5"/>
    <dgm:cxn modelId="{C075D7CC-2628-4271-B5AE-96C0D56BFE21}" type="presOf" srcId="{14228461-6FEA-4959-8FD8-BCBFB10748D8}" destId="{10ED03CB-7415-4D8D-B615-6883A04F621D}" srcOrd="0" destOrd="0" presId="urn:microsoft.com/office/officeart/2005/8/layout/vProcess5"/>
    <dgm:cxn modelId="{E369F7E2-AFE9-45E0-B362-65F20896CD07}" type="presOf" srcId="{CEB0C370-E326-4568-B691-0E8D5C1D5F78}" destId="{45399951-AD3D-49A4-997C-A27CECF34687}" srcOrd="1" destOrd="0" presId="urn:microsoft.com/office/officeart/2005/8/layout/vProcess5"/>
    <dgm:cxn modelId="{AD7A81F1-A40F-44C0-9289-BC11B66F47FC}" type="presOf" srcId="{900AEE4F-6D15-4B3D-BEBA-FB895B43DAD6}" destId="{71A7B654-DD46-4041-9AE6-297674385EE0}" srcOrd="0" destOrd="0" presId="urn:microsoft.com/office/officeart/2005/8/layout/vProcess5"/>
    <dgm:cxn modelId="{B1B456FD-F614-484D-93A8-BE428F6C843E}" type="presOf" srcId="{1EBDBC99-EACB-4AB7-B9FE-616CBE00D6A3}" destId="{D75E12E9-20A0-4460-825A-DF40F7CA2C16}" srcOrd="0" destOrd="0" presId="urn:microsoft.com/office/officeart/2005/8/layout/vProcess5"/>
    <dgm:cxn modelId="{F6F79D7B-627B-4136-AE17-B7108F1D22B9}" type="presParOf" srcId="{51BDA68E-DEF0-4984-AD7A-9A1FEAE2F21C}" destId="{9A837A0D-B646-411D-B192-563114F4F549}" srcOrd="0" destOrd="0" presId="urn:microsoft.com/office/officeart/2005/8/layout/vProcess5"/>
    <dgm:cxn modelId="{771459BB-316F-4EB1-A923-81102647A353}" type="presParOf" srcId="{51BDA68E-DEF0-4984-AD7A-9A1FEAE2F21C}" destId="{A91729EA-4E72-4A6A-B537-05CD98B41416}" srcOrd="1" destOrd="0" presId="urn:microsoft.com/office/officeart/2005/8/layout/vProcess5"/>
    <dgm:cxn modelId="{13DF23EB-9EBA-40E0-B0BE-1D18D288A179}" type="presParOf" srcId="{51BDA68E-DEF0-4984-AD7A-9A1FEAE2F21C}" destId="{65F33E37-F7C5-4B9F-A6E7-02B7A9BF6761}" srcOrd="2" destOrd="0" presId="urn:microsoft.com/office/officeart/2005/8/layout/vProcess5"/>
    <dgm:cxn modelId="{88F0BD23-1B26-4885-949A-F213E26477BB}" type="presParOf" srcId="{51BDA68E-DEF0-4984-AD7A-9A1FEAE2F21C}" destId="{10ED03CB-7415-4D8D-B615-6883A04F621D}" srcOrd="3" destOrd="0" presId="urn:microsoft.com/office/officeart/2005/8/layout/vProcess5"/>
    <dgm:cxn modelId="{26DF9AC8-E6E0-4C5D-8966-F7F4835FD682}" type="presParOf" srcId="{51BDA68E-DEF0-4984-AD7A-9A1FEAE2F21C}" destId="{D75E12E9-20A0-4460-825A-DF40F7CA2C16}" srcOrd="4" destOrd="0" presId="urn:microsoft.com/office/officeart/2005/8/layout/vProcess5"/>
    <dgm:cxn modelId="{62B0DEBB-CD5A-4893-B94B-25854A799188}" type="presParOf" srcId="{51BDA68E-DEF0-4984-AD7A-9A1FEAE2F21C}" destId="{803FC7D3-846C-4873-9FE9-4A99686E0D6E}" srcOrd="5" destOrd="0" presId="urn:microsoft.com/office/officeart/2005/8/layout/vProcess5"/>
    <dgm:cxn modelId="{3D3FF01D-D878-4E1D-B82A-47D76956FE73}" type="presParOf" srcId="{51BDA68E-DEF0-4984-AD7A-9A1FEAE2F21C}" destId="{ACF30220-8469-4F6E-8571-17A56045E759}" srcOrd="6" destOrd="0" presId="urn:microsoft.com/office/officeart/2005/8/layout/vProcess5"/>
    <dgm:cxn modelId="{D51ABC5A-26E5-4B02-A99A-C4BB068FD48C}" type="presParOf" srcId="{51BDA68E-DEF0-4984-AD7A-9A1FEAE2F21C}" destId="{71A7B654-DD46-4041-9AE6-297674385EE0}" srcOrd="7" destOrd="0" presId="urn:microsoft.com/office/officeart/2005/8/layout/vProcess5"/>
    <dgm:cxn modelId="{5FED3136-526E-466B-BF29-6945B017A94B}" type="presParOf" srcId="{51BDA68E-DEF0-4984-AD7A-9A1FEAE2F21C}" destId="{45399951-AD3D-49A4-997C-A27CECF34687}" srcOrd="8" destOrd="0" presId="urn:microsoft.com/office/officeart/2005/8/layout/vProcess5"/>
    <dgm:cxn modelId="{05F10F6C-ABC5-4B36-BA6F-8BD9631A9D3A}" type="presParOf" srcId="{51BDA68E-DEF0-4984-AD7A-9A1FEAE2F21C}" destId="{4D7991D7-7F2D-439A-BD86-FADFCC0E12EC}" srcOrd="9" destOrd="0" presId="urn:microsoft.com/office/officeart/2005/8/layout/vProcess5"/>
    <dgm:cxn modelId="{A19A817F-4F01-4487-9168-FFBB607DB880}" type="presParOf" srcId="{51BDA68E-DEF0-4984-AD7A-9A1FEAE2F21C}" destId="{96EAA386-428B-40D2-B5C6-0A0810714545}" srcOrd="10" destOrd="0" presId="urn:microsoft.com/office/officeart/2005/8/layout/vProcess5"/>
    <dgm:cxn modelId="{177300BC-6965-4BAF-8A0C-B7A875329A3E}" type="presParOf" srcId="{51BDA68E-DEF0-4984-AD7A-9A1FEAE2F21C}" destId="{3987D06C-0CCC-4F06-B26F-EC2D202F87DF}" srcOrd="11" destOrd="0" presId="urn:microsoft.com/office/officeart/2005/8/layout/vProcess5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42.xml><?xml version="1.0" encoding="utf-8"?>
<dgm:dataModel xmlns:dgm="http://schemas.openxmlformats.org/drawingml/2006/diagram" xmlns:a="http://schemas.openxmlformats.org/drawingml/2006/main">
  <dgm:ptLst>
    <dgm:pt modelId="{013D65E9-D98E-4B35-B119-F6B16588C554}" type="doc">
      <dgm:prSet loTypeId="urn:microsoft.com/office/officeart/2005/8/layout/vProcess5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x-none"/>
        </a:p>
      </dgm:t>
    </dgm:pt>
    <dgm:pt modelId="{14228461-6FEA-4959-8FD8-BCBFB10748D8}">
      <dgm:prSet custT="1"/>
      <dgm:spPr>
        <a:blipFill>
          <a:blip xmlns:r="http://schemas.openxmlformats.org/officeDocument/2006/relationships" r:embed="rId1"/>
          <a:stretch>
            <a:fillRect/>
          </a:stretch>
        </a:blipFill>
      </dgm:spPr>
      <dgm:t>
        <a:bodyPr/>
        <a:lstStyle/>
        <a:p>
          <a:r>
            <a:rPr lang="en-PK">
              <a:noFill/>
            </a:rPr>
            <a:t> </a:t>
          </a:r>
        </a:p>
      </dgm:t>
    </dgm:pt>
    <dgm:pt modelId="{A53C8E23-01A4-4483-94BD-C5BDBF6CCE54}" type="parTrans" cxnId="{4786EC36-3F08-4D73-8F3D-FBC51EF2FDA9}">
      <dgm:prSet/>
      <dgm:spPr/>
      <dgm:t>
        <a:bodyPr/>
        <a:lstStyle/>
        <a:p>
          <a:endParaRPr lang="en-US"/>
        </a:p>
      </dgm:t>
    </dgm:pt>
    <dgm:pt modelId="{900AEE4F-6D15-4B3D-BEBA-FB895B43DAD6}" type="sibTrans" cxnId="{4786EC36-3F08-4D73-8F3D-FBC51EF2FDA9}">
      <dgm:prSet/>
      <dgm:spPr/>
      <dgm:t>
        <a:bodyPr/>
        <a:lstStyle/>
        <a:p>
          <a:endParaRPr lang="en-US"/>
        </a:p>
      </dgm:t>
    </dgm:pt>
    <dgm:pt modelId="{CEB0C370-E326-4568-B691-0E8D5C1D5F78}">
      <dgm:prSet custT="1"/>
      <dgm:spPr>
        <a:solidFill>
          <a:schemeClr val="accent3">
            <a:lumMod val="75000"/>
          </a:schemeClr>
        </a:solidFill>
      </dgm:spPr>
      <dgm:t>
        <a:bodyPr/>
        <a:lstStyle/>
        <a:p>
          <a:pPr algn="ctr"/>
          <a:r>
            <a:rPr lang="en-US" altLang="en-PK" sz="2000" kern="1200" dirty="0"/>
            <a:t>Often, we are interested in the minimum time to  solution. </a:t>
          </a:r>
          <a:endParaRPr lang="en-US" sz="2000" kern="1200" dirty="0">
            <a:solidFill>
              <a:srgbClr val="FFFFFF"/>
            </a:solidFill>
            <a:latin typeface="Arial" panose="020B0604020202020204" pitchFamily="34" charset="0"/>
            <a:ea typeface="+mn-ea"/>
            <a:cs typeface="Arial" panose="020B0604020202020204" pitchFamily="34" charset="0"/>
          </a:endParaRPr>
        </a:p>
      </dgm:t>
    </dgm:pt>
    <dgm:pt modelId="{1A647BAE-344F-41C0-83AF-2C210B0FC84A}" type="parTrans" cxnId="{2D4DCD2D-2335-41D4-8059-BA64426B94AC}">
      <dgm:prSet/>
      <dgm:spPr/>
      <dgm:t>
        <a:bodyPr/>
        <a:lstStyle/>
        <a:p>
          <a:endParaRPr lang="en-PK"/>
        </a:p>
      </dgm:t>
    </dgm:pt>
    <dgm:pt modelId="{AAC77DF4-E735-4F30-AEC7-BFF63F322A87}" type="sibTrans" cxnId="{2D4DCD2D-2335-41D4-8059-BA64426B94AC}">
      <dgm:prSet/>
      <dgm:spPr/>
      <dgm:t>
        <a:bodyPr/>
        <a:lstStyle/>
        <a:p>
          <a:endParaRPr lang="en-PK"/>
        </a:p>
      </dgm:t>
    </dgm:pt>
    <dgm:pt modelId="{B603D1AB-99A7-462E-9023-F5459130C260}">
      <dgm:prSet custT="1"/>
      <dgm:spPr>
        <a:solidFill>
          <a:schemeClr val="accent4">
            <a:lumMod val="75000"/>
          </a:schemeClr>
        </a:solidFill>
      </dgm:spPr>
      <dgm:t>
        <a:bodyPr/>
        <a:lstStyle/>
        <a:p>
          <a:pPr algn="ctr"/>
          <a:r>
            <a:rPr lang="en-US" altLang="en-PK" sz="2000" kern="1200" dirty="0"/>
            <a:t>We can determine the minimum parallel runtime </a:t>
          </a:r>
          <a:r>
            <a:rPr lang="en-US" altLang="en-PK" sz="2000" b="1" i="1" kern="1200" dirty="0" err="1"/>
            <a:t>T</a:t>
          </a:r>
          <a:r>
            <a:rPr lang="en-US" altLang="en-PK" sz="2000" b="1" i="1" kern="1200" baseline="-25000" dirty="0" err="1"/>
            <a:t>P</a:t>
          </a:r>
          <a:r>
            <a:rPr lang="en-US" altLang="en-PK" sz="2000" i="1" kern="1200" baseline="30000" dirty="0" err="1"/>
            <a:t>min</a:t>
          </a:r>
          <a:r>
            <a:rPr lang="en-US" altLang="en-PK" sz="2000" kern="1200" dirty="0"/>
            <a:t>  for a given </a:t>
          </a:r>
          <a:r>
            <a:rPr lang="en-US" altLang="en-PK" sz="2000" b="1" i="1" kern="1200" dirty="0"/>
            <a:t>W</a:t>
          </a:r>
          <a:r>
            <a:rPr lang="en-US" altLang="en-PK" sz="2000" kern="1200" dirty="0"/>
            <a:t> by differentiating the expression for </a:t>
          </a:r>
          <a:r>
            <a:rPr lang="en-US" altLang="en-PK" sz="2000" b="1" i="1" kern="1200" dirty="0"/>
            <a:t>T</a:t>
          </a:r>
          <a:r>
            <a:rPr lang="en-US" altLang="en-PK" sz="2000" b="1" i="1" kern="1200" baseline="-25000" dirty="0"/>
            <a:t>P</a:t>
          </a:r>
          <a:r>
            <a:rPr lang="en-US" altLang="en-PK" sz="2000" kern="1200" dirty="0"/>
            <a:t> </a:t>
          </a:r>
          <a:r>
            <a:rPr lang="en-US" altLang="en-PK" sz="2000" kern="1200" dirty="0" err="1"/>
            <a:t>w.r.t.</a:t>
          </a:r>
          <a:r>
            <a:rPr lang="en-US" altLang="en-PK" sz="2000" kern="1200" dirty="0"/>
            <a:t> </a:t>
          </a:r>
          <a:r>
            <a:rPr lang="en-US" altLang="en-PK" sz="2000" b="1" i="1" kern="1200" dirty="0"/>
            <a:t>p</a:t>
          </a:r>
          <a:r>
            <a:rPr lang="en-US" altLang="en-PK" sz="2000" kern="1200" dirty="0"/>
            <a:t> and equating it to zero. </a:t>
          </a:r>
          <a:endParaRPr lang="en-US" sz="2000" kern="1200" dirty="0">
            <a:solidFill>
              <a:srgbClr val="FFFFFF"/>
            </a:solidFill>
            <a:latin typeface="Arial" panose="020B0604020202020204" pitchFamily="34" charset="0"/>
            <a:ea typeface="+mn-ea"/>
            <a:cs typeface="Arial" panose="020B0604020202020204" pitchFamily="34" charset="0"/>
          </a:endParaRPr>
        </a:p>
      </dgm:t>
    </dgm:pt>
    <dgm:pt modelId="{DF3130DC-D366-4EBE-92D9-472FBB26A09A}" type="parTrans" cxnId="{86896F84-6E1F-447F-96FE-65923F36DE72}">
      <dgm:prSet/>
      <dgm:spPr/>
      <dgm:t>
        <a:bodyPr/>
        <a:lstStyle/>
        <a:p>
          <a:endParaRPr lang="en-PK"/>
        </a:p>
      </dgm:t>
    </dgm:pt>
    <dgm:pt modelId="{AF7F0699-72AE-4486-B719-DD43A09C0504}" type="sibTrans" cxnId="{86896F84-6E1F-447F-96FE-65923F36DE72}">
      <dgm:prSet/>
      <dgm:spPr/>
      <dgm:t>
        <a:bodyPr/>
        <a:lstStyle/>
        <a:p>
          <a:endParaRPr lang="en-PK"/>
        </a:p>
      </dgm:t>
    </dgm:pt>
    <dgm:pt modelId="{1EBDBC99-EACB-4AB7-B9FE-616CBE00D6A3}">
      <dgm:prSet custT="1"/>
      <dgm:spPr>
        <a:solidFill>
          <a:schemeClr val="accent6">
            <a:lumMod val="75000"/>
          </a:schemeClr>
        </a:solidFill>
      </dgm:spPr>
      <dgm:t>
        <a:bodyPr/>
        <a:lstStyle/>
        <a:p>
          <a:pPr algn="ctr"/>
          <a:r>
            <a:rPr lang="en-US" altLang="en-PK" sz="2000" kern="1200" dirty="0"/>
            <a:t>If </a:t>
          </a:r>
          <a:r>
            <a:rPr lang="en-US" altLang="en-PK" sz="2000" b="1" i="1" kern="1200" dirty="0"/>
            <a:t>p</a:t>
          </a:r>
          <a:r>
            <a:rPr lang="en-US" altLang="en-PK" sz="2000" kern="1200" baseline="-25000" dirty="0"/>
            <a:t>0</a:t>
          </a:r>
          <a:r>
            <a:rPr lang="en-US" altLang="en-PK" sz="2000" kern="1200" dirty="0"/>
            <a:t> is the value of </a:t>
          </a:r>
          <a:r>
            <a:rPr lang="en-US" altLang="en-PK" sz="2000" b="1" i="1" kern="1200" dirty="0"/>
            <a:t>p</a:t>
          </a:r>
          <a:r>
            <a:rPr lang="en-US" altLang="en-PK" sz="2000" kern="1200" dirty="0"/>
            <a:t> as determined by this equation, </a:t>
          </a:r>
          <a:r>
            <a:rPr lang="en-US" altLang="en-PK" sz="2000" b="1" i="1" kern="1200" dirty="0"/>
            <a:t>T</a:t>
          </a:r>
          <a:r>
            <a:rPr lang="en-US" altLang="en-PK" sz="2000" b="1" i="1" kern="1200" baseline="-25000" dirty="0"/>
            <a:t>P</a:t>
          </a:r>
          <a:r>
            <a:rPr lang="en-US" altLang="en-PK" sz="2000" kern="1200" dirty="0"/>
            <a:t>(</a:t>
          </a:r>
          <a:r>
            <a:rPr lang="en-US" altLang="en-PK" sz="2000" b="1" i="1" kern="1200" dirty="0"/>
            <a:t>p</a:t>
          </a:r>
          <a:r>
            <a:rPr lang="en-US" altLang="en-PK" sz="2000" kern="1200" baseline="-25000" dirty="0"/>
            <a:t>0</a:t>
          </a:r>
          <a:r>
            <a:rPr lang="en-US" altLang="en-PK" sz="2000" kern="1200" dirty="0"/>
            <a:t>) is the minimum parallel time. </a:t>
          </a:r>
          <a:endParaRPr lang="en-US" sz="2000" kern="1200" dirty="0">
            <a:solidFill>
              <a:srgbClr val="FFFFFF"/>
            </a:solidFill>
            <a:latin typeface="Arial" panose="020B0604020202020204" pitchFamily="34" charset="0"/>
            <a:ea typeface="+mn-ea"/>
            <a:cs typeface="Arial" panose="020B0604020202020204" pitchFamily="34" charset="0"/>
          </a:endParaRPr>
        </a:p>
      </dgm:t>
    </dgm:pt>
    <dgm:pt modelId="{34942591-356A-41B9-8A6A-B95DF5591B82}" type="parTrans" cxnId="{50A3C397-023B-4A03-964E-29635BA4B0D9}">
      <dgm:prSet/>
      <dgm:spPr/>
      <dgm:t>
        <a:bodyPr/>
        <a:lstStyle/>
        <a:p>
          <a:endParaRPr lang="en-PK"/>
        </a:p>
      </dgm:t>
    </dgm:pt>
    <dgm:pt modelId="{C54923A5-39DD-4A78-A9D0-400955B3FDAF}" type="sibTrans" cxnId="{50A3C397-023B-4A03-964E-29635BA4B0D9}">
      <dgm:prSet/>
      <dgm:spPr/>
      <dgm:t>
        <a:bodyPr/>
        <a:lstStyle/>
        <a:p>
          <a:endParaRPr lang="en-PK"/>
        </a:p>
      </dgm:t>
    </dgm:pt>
    <dgm:pt modelId="{51BDA68E-DEF0-4984-AD7A-9A1FEAE2F21C}" type="pres">
      <dgm:prSet presAssocID="{013D65E9-D98E-4B35-B119-F6B16588C554}" presName="outerComposite" presStyleCnt="0">
        <dgm:presLayoutVars>
          <dgm:chMax val="5"/>
          <dgm:dir/>
          <dgm:resizeHandles val="exact"/>
        </dgm:presLayoutVars>
      </dgm:prSet>
      <dgm:spPr/>
    </dgm:pt>
    <dgm:pt modelId="{9A837A0D-B646-411D-B192-563114F4F549}" type="pres">
      <dgm:prSet presAssocID="{013D65E9-D98E-4B35-B119-F6B16588C554}" presName="dummyMaxCanvas" presStyleCnt="0">
        <dgm:presLayoutVars/>
      </dgm:prSet>
      <dgm:spPr/>
    </dgm:pt>
    <dgm:pt modelId="{A91729EA-4E72-4A6A-B537-05CD98B41416}" type="pres">
      <dgm:prSet presAssocID="{013D65E9-D98E-4B35-B119-F6B16588C554}" presName="FourNodes_1" presStyleLbl="node1" presStyleIdx="0" presStyleCnt="4">
        <dgm:presLayoutVars>
          <dgm:bulletEnabled val="1"/>
        </dgm:presLayoutVars>
      </dgm:prSet>
      <dgm:spPr/>
    </dgm:pt>
    <dgm:pt modelId="{65F33E37-F7C5-4B9F-A6E7-02B7A9BF6761}" type="pres">
      <dgm:prSet presAssocID="{013D65E9-D98E-4B35-B119-F6B16588C554}" presName="FourNodes_2" presStyleLbl="node1" presStyleIdx="1" presStyleCnt="4" custScaleY="103228">
        <dgm:presLayoutVars>
          <dgm:bulletEnabled val="1"/>
        </dgm:presLayoutVars>
      </dgm:prSet>
      <dgm:spPr/>
    </dgm:pt>
    <dgm:pt modelId="{10ED03CB-7415-4D8D-B615-6883A04F621D}" type="pres">
      <dgm:prSet presAssocID="{013D65E9-D98E-4B35-B119-F6B16588C554}" presName="FourNodes_3" presStyleLbl="node1" presStyleIdx="2" presStyleCnt="4" custScaleY="103191" custLinFactNeighborY="5130">
        <dgm:presLayoutVars>
          <dgm:bulletEnabled val="1"/>
        </dgm:presLayoutVars>
      </dgm:prSet>
      <dgm:spPr/>
    </dgm:pt>
    <dgm:pt modelId="{D75E12E9-20A0-4460-825A-DF40F7CA2C16}" type="pres">
      <dgm:prSet presAssocID="{013D65E9-D98E-4B35-B119-F6B16588C554}" presName="FourNodes_4" presStyleLbl="node1" presStyleIdx="3" presStyleCnt="4" custScaleY="90787">
        <dgm:presLayoutVars>
          <dgm:bulletEnabled val="1"/>
        </dgm:presLayoutVars>
      </dgm:prSet>
      <dgm:spPr/>
    </dgm:pt>
    <dgm:pt modelId="{803FC7D3-846C-4873-9FE9-4A99686E0D6E}" type="pres">
      <dgm:prSet presAssocID="{013D65E9-D98E-4B35-B119-F6B16588C554}" presName="FourConn_1-2" presStyleLbl="fgAccFollowNode1" presStyleIdx="0" presStyleCnt="3">
        <dgm:presLayoutVars>
          <dgm:bulletEnabled val="1"/>
        </dgm:presLayoutVars>
      </dgm:prSet>
      <dgm:spPr/>
    </dgm:pt>
    <dgm:pt modelId="{ACF30220-8469-4F6E-8571-17A56045E759}" type="pres">
      <dgm:prSet presAssocID="{013D65E9-D98E-4B35-B119-F6B16588C554}" presName="FourConn_2-3" presStyleLbl="fgAccFollowNode1" presStyleIdx="1" presStyleCnt="3">
        <dgm:presLayoutVars>
          <dgm:bulletEnabled val="1"/>
        </dgm:presLayoutVars>
      </dgm:prSet>
      <dgm:spPr/>
    </dgm:pt>
    <dgm:pt modelId="{71A7B654-DD46-4041-9AE6-297674385EE0}" type="pres">
      <dgm:prSet presAssocID="{013D65E9-D98E-4B35-B119-F6B16588C554}" presName="FourConn_3-4" presStyleLbl="fgAccFollowNode1" presStyleIdx="2" presStyleCnt="3">
        <dgm:presLayoutVars>
          <dgm:bulletEnabled val="1"/>
        </dgm:presLayoutVars>
      </dgm:prSet>
      <dgm:spPr/>
    </dgm:pt>
    <dgm:pt modelId="{45399951-AD3D-49A4-997C-A27CECF34687}" type="pres">
      <dgm:prSet presAssocID="{013D65E9-D98E-4B35-B119-F6B16588C554}" presName="FourNodes_1_text" presStyleLbl="node1" presStyleIdx="3" presStyleCnt="4">
        <dgm:presLayoutVars>
          <dgm:bulletEnabled val="1"/>
        </dgm:presLayoutVars>
      </dgm:prSet>
      <dgm:spPr/>
    </dgm:pt>
    <dgm:pt modelId="{4D7991D7-7F2D-439A-BD86-FADFCC0E12EC}" type="pres">
      <dgm:prSet presAssocID="{013D65E9-D98E-4B35-B119-F6B16588C554}" presName="FourNodes_2_text" presStyleLbl="node1" presStyleIdx="3" presStyleCnt="4">
        <dgm:presLayoutVars>
          <dgm:bulletEnabled val="1"/>
        </dgm:presLayoutVars>
      </dgm:prSet>
      <dgm:spPr/>
    </dgm:pt>
    <dgm:pt modelId="{96EAA386-428B-40D2-B5C6-0A0810714545}" type="pres">
      <dgm:prSet presAssocID="{013D65E9-D98E-4B35-B119-F6B16588C554}" presName="FourNodes_3_text" presStyleLbl="node1" presStyleIdx="3" presStyleCnt="4">
        <dgm:presLayoutVars>
          <dgm:bulletEnabled val="1"/>
        </dgm:presLayoutVars>
      </dgm:prSet>
      <dgm:spPr/>
    </dgm:pt>
    <dgm:pt modelId="{3987D06C-0CCC-4F06-B26F-EC2D202F87DF}" type="pres">
      <dgm:prSet presAssocID="{013D65E9-D98E-4B35-B119-F6B16588C554}" presName="FourNodes_4_text" presStyleLbl="node1" presStyleIdx="3" presStyleCnt="4">
        <dgm:presLayoutVars>
          <dgm:bulletEnabled val="1"/>
        </dgm:presLayoutVars>
      </dgm:prSet>
      <dgm:spPr/>
    </dgm:pt>
  </dgm:ptLst>
  <dgm:cxnLst>
    <dgm:cxn modelId="{2D4DCD2D-2335-41D4-8059-BA64426B94AC}" srcId="{013D65E9-D98E-4B35-B119-F6B16588C554}" destId="{CEB0C370-E326-4568-B691-0E8D5C1D5F78}" srcOrd="0" destOrd="0" parTransId="{1A647BAE-344F-41C0-83AF-2C210B0FC84A}" sibTransId="{AAC77DF4-E735-4F30-AEC7-BFF63F322A87}"/>
    <dgm:cxn modelId="{4786EC36-3F08-4D73-8F3D-FBC51EF2FDA9}" srcId="{013D65E9-D98E-4B35-B119-F6B16588C554}" destId="{14228461-6FEA-4959-8FD8-BCBFB10748D8}" srcOrd="2" destOrd="0" parTransId="{A53C8E23-01A4-4483-94BD-C5BDBF6CCE54}" sibTransId="{900AEE4F-6D15-4B3D-BEBA-FB895B43DAD6}"/>
    <dgm:cxn modelId="{637E9537-A84D-4BF4-854B-201A80298608}" type="presOf" srcId="{AAC77DF4-E735-4F30-AEC7-BFF63F322A87}" destId="{803FC7D3-846C-4873-9FE9-4A99686E0D6E}" srcOrd="0" destOrd="0" presId="urn:microsoft.com/office/officeart/2005/8/layout/vProcess5"/>
    <dgm:cxn modelId="{2C0B3D38-3F33-47CB-95FE-60F3FEE6F1AF}" type="presOf" srcId="{013D65E9-D98E-4B35-B119-F6B16588C554}" destId="{51BDA68E-DEF0-4984-AD7A-9A1FEAE2F21C}" srcOrd="0" destOrd="0" presId="urn:microsoft.com/office/officeart/2005/8/layout/vProcess5"/>
    <dgm:cxn modelId="{2242B95A-20AF-4EE4-88B0-4FA443BD931D}" type="presOf" srcId="{B603D1AB-99A7-462E-9023-F5459130C260}" destId="{65F33E37-F7C5-4B9F-A6E7-02B7A9BF6761}" srcOrd="0" destOrd="0" presId="urn:microsoft.com/office/officeart/2005/8/layout/vProcess5"/>
    <dgm:cxn modelId="{E16BE17F-F02B-4C3D-8136-61DF131DF3C7}" type="presOf" srcId="{1EBDBC99-EACB-4AB7-B9FE-616CBE00D6A3}" destId="{3987D06C-0CCC-4F06-B26F-EC2D202F87DF}" srcOrd="1" destOrd="0" presId="urn:microsoft.com/office/officeart/2005/8/layout/vProcess5"/>
    <dgm:cxn modelId="{86896F84-6E1F-447F-96FE-65923F36DE72}" srcId="{013D65E9-D98E-4B35-B119-F6B16588C554}" destId="{B603D1AB-99A7-462E-9023-F5459130C260}" srcOrd="1" destOrd="0" parTransId="{DF3130DC-D366-4EBE-92D9-472FBB26A09A}" sibTransId="{AF7F0699-72AE-4486-B719-DD43A09C0504}"/>
    <dgm:cxn modelId="{50A3C397-023B-4A03-964E-29635BA4B0D9}" srcId="{013D65E9-D98E-4B35-B119-F6B16588C554}" destId="{1EBDBC99-EACB-4AB7-B9FE-616CBE00D6A3}" srcOrd="3" destOrd="0" parTransId="{34942591-356A-41B9-8A6A-B95DF5591B82}" sibTransId="{C54923A5-39DD-4A78-A9D0-400955B3FDAF}"/>
    <dgm:cxn modelId="{9956AD98-24B3-4777-969D-775159AC0FEA}" type="presOf" srcId="{14228461-6FEA-4959-8FD8-BCBFB10748D8}" destId="{96EAA386-428B-40D2-B5C6-0A0810714545}" srcOrd="1" destOrd="0" presId="urn:microsoft.com/office/officeart/2005/8/layout/vProcess5"/>
    <dgm:cxn modelId="{51751A9C-D3B0-44E2-82B6-A94FB786DC50}" type="presOf" srcId="{AF7F0699-72AE-4486-B719-DD43A09C0504}" destId="{ACF30220-8469-4F6E-8571-17A56045E759}" srcOrd="0" destOrd="0" presId="urn:microsoft.com/office/officeart/2005/8/layout/vProcess5"/>
    <dgm:cxn modelId="{4FD2ECBA-1478-43A9-B9A6-2D38D9DB11B5}" type="presOf" srcId="{CEB0C370-E326-4568-B691-0E8D5C1D5F78}" destId="{A91729EA-4E72-4A6A-B537-05CD98B41416}" srcOrd="0" destOrd="0" presId="urn:microsoft.com/office/officeart/2005/8/layout/vProcess5"/>
    <dgm:cxn modelId="{AAF0D9BC-B25F-4CBD-B409-2DCF1683D935}" type="presOf" srcId="{B603D1AB-99A7-462E-9023-F5459130C260}" destId="{4D7991D7-7F2D-439A-BD86-FADFCC0E12EC}" srcOrd="1" destOrd="0" presId="urn:microsoft.com/office/officeart/2005/8/layout/vProcess5"/>
    <dgm:cxn modelId="{C075D7CC-2628-4271-B5AE-96C0D56BFE21}" type="presOf" srcId="{14228461-6FEA-4959-8FD8-BCBFB10748D8}" destId="{10ED03CB-7415-4D8D-B615-6883A04F621D}" srcOrd="0" destOrd="0" presId="urn:microsoft.com/office/officeart/2005/8/layout/vProcess5"/>
    <dgm:cxn modelId="{E369F7E2-AFE9-45E0-B362-65F20896CD07}" type="presOf" srcId="{CEB0C370-E326-4568-B691-0E8D5C1D5F78}" destId="{45399951-AD3D-49A4-997C-A27CECF34687}" srcOrd="1" destOrd="0" presId="urn:microsoft.com/office/officeart/2005/8/layout/vProcess5"/>
    <dgm:cxn modelId="{AD7A81F1-A40F-44C0-9289-BC11B66F47FC}" type="presOf" srcId="{900AEE4F-6D15-4B3D-BEBA-FB895B43DAD6}" destId="{71A7B654-DD46-4041-9AE6-297674385EE0}" srcOrd="0" destOrd="0" presId="urn:microsoft.com/office/officeart/2005/8/layout/vProcess5"/>
    <dgm:cxn modelId="{B1B456FD-F614-484D-93A8-BE428F6C843E}" type="presOf" srcId="{1EBDBC99-EACB-4AB7-B9FE-616CBE00D6A3}" destId="{D75E12E9-20A0-4460-825A-DF40F7CA2C16}" srcOrd="0" destOrd="0" presId="urn:microsoft.com/office/officeart/2005/8/layout/vProcess5"/>
    <dgm:cxn modelId="{F6F79D7B-627B-4136-AE17-B7108F1D22B9}" type="presParOf" srcId="{51BDA68E-DEF0-4984-AD7A-9A1FEAE2F21C}" destId="{9A837A0D-B646-411D-B192-563114F4F549}" srcOrd="0" destOrd="0" presId="urn:microsoft.com/office/officeart/2005/8/layout/vProcess5"/>
    <dgm:cxn modelId="{771459BB-316F-4EB1-A923-81102647A353}" type="presParOf" srcId="{51BDA68E-DEF0-4984-AD7A-9A1FEAE2F21C}" destId="{A91729EA-4E72-4A6A-B537-05CD98B41416}" srcOrd="1" destOrd="0" presId="urn:microsoft.com/office/officeart/2005/8/layout/vProcess5"/>
    <dgm:cxn modelId="{13DF23EB-9EBA-40E0-B0BE-1D18D288A179}" type="presParOf" srcId="{51BDA68E-DEF0-4984-AD7A-9A1FEAE2F21C}" destId="{65F33E37-F7C5-4B9F-A6E7-02B7A9BF6761}" srcOrd="2" destOrd="0" presId="urn:microsoft.com/office/officeart/2005/8/layout/vProcess5"/>
    <dgm:cxn modelId="{88F0BD23-1B26-4885-949A-F213E26477BB}" type="presParOf" srcId="{51BDA68E-DEF0-4984-AD7A-9A1FEAE2F21C}" destId="{10ED03CB-7415-4D8D-B615-6883A04F621D}" srcOrd="3" destOrd="0" presId="urn:microsoft.com/office/officeart/2005/8/layout/vProcess5"/>
    <dgm:cxn modelId="{26DF9AC8-E6E0-4C5D-8966-F7F4835FD682}" type="presParOf" srcId="{51BDA68E-DEF0-4984-AD7A-9A1FEAE2F21C}" destId="{D75E12E9-20A0-4460-825A-DF40F7CA2C16}" srcOrd="4" destOrd="0" presId="urn:microsoft.com/office/officeart/2005/8/layout/vProcess5"/>
    <dgm:cxn modelId="{62B0DEBB-CD5A-4893-B94B-25854A799188}" type="presParOf" srcId="{51BDA68E-DEF0-4984-AD7A-9A1FEAE2F21C}" destId="{803FC7D3-846C-4873-9FE9-4A99686E0D6E}" srcOrd="5" destOrd="0" presId="urn:microsoft.com/office/officeart/2005/8/layout/vProcess5"/>
    <dgm:cxn modelId="{3D3FF01D-D878-4E1D-B82A-47D76956FE73}" type="presParOf" srcId="{51BDA68E-DEF0-4984-AD7A-9A1FEAE2F21C}" destId="{ACF30220-8469-4F6E-8571-17A56045E759}" srcOrd="6" destOrd="0" presId="urn:microsoft.com/office/officeart/2005/8/layout/vProcess5"/>
    <dgm:cxn modelId="{D51ABC5A-26E5-4B02-A99A-C4BB068FD48C}" type="presParOf" srcId="{51BDA68E-DEF0-4984-AD7A-9A1FEAE2F21C}" destId="{71A7B654-DD46-4041-9AE6-297674385EE0}" srcOrd="7" destOrd="0" presId="urn:microsoft.com/office/officeart/2005/8/layout/vProcess5"/>
    <dgm:cxn modelId="{5FED3136-526E-466B-BF29-6945B017A94B}" type="presParOf" srcId="{51BDA68E-DEF0-4984-AD7A-9A1FEAE2F21C}" destId="{45399951-AD3D-49A4-997C-A27CECF34687}" srcOrd="8" destOrd="0" presId="urn:microsoft.com/office/officeart/2005/8/layout/vProcess5"/>
    <dgm:cxn modelId="{05F10F6C-ABC5-4B36-BA6F-8BD9631A9D3A}" type="presParOf" srcId="{51BDA68E-DEF0-4984-AD7A-9A1FEAE2F21C}" destId="{4D7991D7-7F2D-439A-BD86-FADFCC0E12EC}" srcOrd="9" destOrd="0" presId="urn:microsoft.com/office/officeart/2005/8/layout/vProcess5"/>
    <dgm:cxn modelId="{A19A817F-4F01-4487-9168-FFBB607DB880}" type="presParOf" srcId="{51BDA68E-DEF0-4984-AD7A-9A1FEAE2F21C}" destId="{96EAA386-428B-40D2-B5C6-0A0810714545}" srcOrd="10" destOrd="0" presId="urn:microsoft.com/office/officeart/2005/8/layout/vProcess5"/>
    <dgm:cxn modelId="{177300BC-6965-4BAF-8A0C-B7A875329A3E}" type="presParOf" srcId="{51BDA68E-DEF0-4984-AD7A-9A1FEAE2F21C}" destId="{3987D06C-0CCC-4F06-B26F-EC2D202F87DF}" srcOrd="11" destOrd="0" presId="urn:microsoft.com/office/officeart/2005/8/layout/vProcess5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43.xml><?xml version="1.0" encoding="utf-8"?>
<dgm:dataModel xmlns:dgm="http://schemas.openxmlformats.org/drawingml/2006/diagram" xmlns:a="http://schemas.openxmlformats.org/drawingml/2006/main">
  <dgm:ptLst>
    <dgm:pt modelId="{013D65E9-D98E-4B35-B119-F6B16588C554}" type="doc">
      <dgm:prSet loTypeId="urn:microsoft.com/office/officeart/2005/8/layout/vProcess5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x-none"/>
        </a:p>
      </dgm:t>
    </dgm:pt>
    <mc:AlternateContent xmlns:mc="http://schemas.openxmlformats.org/markup-compatibility/2006" xmlns:a14="http://schemas.microsoft.com/office/drawing/2010/main">
      <mc:Choice Requires="a14">
        <dgm:pt modelId="{1EBDBC99-EACB-4AB7-B9FE-616CBE00D6A3}">
          <dgm:prSet custT="1"/>
          <dgm:spPr>
            <a:solidFill>
              <a:schemeClr val="accent3">
                <a:lumMod val="75000"/>
              </a:schemeClr>
            </a:solidFill>
          </dgm:spPr>
          <dgm:t>
            <a:bodyPr/>
            <a:lstStyle/>
            <a:p>
              <a:pPr algn="ctr"/>
              <a:r>
                <a:rPr lang="en-US" altLang="en-PK" sz="2000" kern="1200" dirty="0"/>
                <a:t>Setting the derivative </a:t>
              </a:r>
              <a:r>
                <a:rPr lang="en-US" altLang="en-PK" sz="2000" kern="1200" dirty="0" err="1"/>
                <a:t>w.r.t.</a:t>
              </a:r>
              <a:r>
                <a:rPr lang="en-US" altLang="en-PK" sz="2000" kern="1200" dirty="0"/>
                <a:t> </a:t>
              </a:r>
              <a:r>
                <a:rPr lang="en-US" altLang="en-PK" sz="2000" b="1" i="1" kern="1200" dirty="0"/>
                <a:t>p</a:t>
              </a:r>
              <a:r>
                <a:rPr lang="en-US" altLang="en-PK" sz="2000" kern="1200" dirty="0"/>
                <a:t> to zero, we have </a:t>
              </a:r>
              <a:r>
                <a:rPr lang="en-US" altLang="en-PK" sz="2000" b="1" i="1" kern="1200" dirty="0"/>
                <a:t>p = n/2</a:t>
              </a:r>
            </a:p>
            <a:p>
              <a:pPr algn="ctr"/>
              <a:r>
                <a:rPr lang="en-US" altLang="en-PK" sz="2000" kern="1200" dirty="0"/>
                <a:t> </a:t>
              </a:r>
              <a14:m>
                <m:oMath xmlns:m="http://schemas.openxmlformats.org/officeDocument/2006/math">
                  <m:sSup>
                    <m:sSupPr>
                      <m:ctrlPr>
                        <a:rPr lang="en-US" altLang="en-PK" sz="2400" i="1" kern="1200" smtClean="0">
                          <a:latin typeface="Cambria Math" panose="02040503050406030204" pitchFamily="18" charset="0"/>
                        </a:rPr>
                      </m:ctrlPr>
                    </m:sSupPr>
                    <m:e>
                      <m:r>
                        <a:rPr lang="en-US" altLang="en-PK" sz="2400" b="0" i="1" kern="1200" smtClean="0">
                          <a:latin typeface="Cambria Math" panose="02040503050406030204" pitchFamily="18" charset="0"/>
                        </a:rPr>
                        <m:t>𝑇𝑝</m:t>
                      </m:r>
                    </m:e>
                    <m:sup>
                      <m:r>
                        <a:rPr lang="en-US" altLang="en-PK" sz="2400" b="0" i="1" kern="1200" smtClean="0">
                          <a:latin typeface="Cambria Math" panose="02040503050406030204" pitchFamily="18" charset="0"/>
                        </a:rPr>
                        <m:t>𝑚𝑖𝑛</m:t>
                      </m:r>
                    </m:sup>
                  </m:sSup>
                  <m:r>
                    <a:rPr lang="en-US" altLang="en-PK" sz="2400" i="1" kern="1200" smtClean="0">
                      <a:latin typeface="Cambria Math" panose="02040503050406030204" pitchFamily="18" charset="0"/>
                    </a:rPr>
                    <m:t>=</m:t>
                  </m:r>
                  <m:r>
                    <a:rPr lang="en-US" altLang="en-PK" sz="2400" b="0" i="1" kern="1200" smtClean="0">
                      <a:latin typeface="Cambria Math" panose="02040503050406030204" pitchFamily="18" charset="0"/>
                    </a:rPr>
                    <m:t>2 </m:t>
                  </m:r>
                  <m:r>
                    <a:rPr lang="en-US" altLang="en-PK" sz="2400" b="0" i="1" kern="1200" smtClean="0">
                      <a:latin typeface="Cambria Math" panose="02040503050406030204" pitchFamily="18" charset="0"/>
                    </a:rPr>
                    <m:t>𝑙𝑜𝑔𝑛</m:t>
                  </m:r>
                </m:oMath>
              </a14:m>
              <a:endParaRPr lang="en-US" sz="2400" kern="1200" dirty="0">
                <a:solidFill>
                  <a:srgbClr val="FFFFFF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endParaRPr>
            </a:p>
            <a:p>
              <a:pPr algn="ctr"/>
              <a:r>
                <a:rPr lang="en-US" altLang="en-PK" sz="2000" kern="1200" dirty="0"/>
                <a:t>(One may verify that this is indeed a min by verifying that the second derivative is positive). </a:t>
              </a:r>
              <a:endParaRPr lang="en-US" sz="2000" kern="1200" dirty="0">
                <a:solidFill>
                  <a:srgbClr val="FFFFFF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endParaRPr>
            </a:p>
          </dgm:t>
        </dgm:pt>
      </mc:Choice>
      <mc:Fallback xmlns="">
        <dgm:pt modelId="{1EBDBC99-EACB-4AB7-B9FE-616CBE00D6A3}">
          <dgm:prSet custT="1"/>
          <dgm:spPr>
            <a:solidFill>
              <a:schemeClr val="accent3">
                <a:lumMod val="75000"/>
              </a:schemeClr>
            </a:solidFill>
          </dgm:spPr>
          <dgm:t>
            <a:bodyPr/>
            <a:lstStyle/>
            <a:p>
              <a:pPr algn="ctr"/>
              <a:r>
                <a:rPr lang="en-US" altLang="en-PK" sz="2000" kern="1200" dirty="0"/>
                <a:t>Setting the derivative </a:t>
              </a:r>
              <a:r>
                <a:rPr lang="en-US" altLang="en-PK" sz="2000" kern="1200" dirty="0" err="1"/>
                <a:t>w.r.t.</a:t>
              </a:r>
              <a:r>
                <a:rPr lang="en-US" altLang="en-PK" sz="2000" kern="1200" dirty="0"/>
                <a:t> </a:t>
              </a:r>
              <a:r>
                <a:rPr lang="en-US" altLang="en-PK" sz="2000" b="1" i="1" kern="1200" dirty="0"/>
                <a:t>p</a:t>
              </a:r>
              <a:r>
                <a:rPr lang="en-US" altLang="en-PK" sz="2000" kern="1200" dirty="0"/>
                <a:t> to zero, we have </a:t>
              </a:r>
              <a:r>
                <a:rPr lang="en-US" altLang="en-PK" sz="2000" b="1" i="1" kern="1200" dirty="0"/>
                <a:t>p = n/2</a:t>
              </a:r>
            </a:p>
            <a:p>
              <a:pPr algn="ctr"/>
              <a:r>
                <a:rPr lang="en-US" altLang="en-PK" sz="2000" kern="1200" dirty="0"/>
                <a:t> </a:t>
              </a:r>
              <a:r>
                <a:rPr lang="en-US" altLang="en-PK" sz="2400" i="0" kern="1200">
                  <a:latin typeface="Cambria Math" panose="02040503050406030204" pitchFamily="18" charset="0"/>
                </a:rPr>
                <a:t>〖</a:t>
              </a:r>
              <a:r>
                <a:rPr lang="en-US" altLang="en-PK" sz="2400" b="0" i="0" kern="1200">
                  <a:latin typeface="Cambria Math" panose="02040503050406030204" pitchFamily="18" charset="0"/>
                </a:rPr>
                <a:t>𝑇𝑝〗^𝑚𝑖𝑛</a:t>
              </a:r>
              <a:r>
                <a:rPr lang="en-US" altLang="en-PK" sz="2400" i="0" kern="1200">
                  <a:latin typeface="Cambria Math" panose="02040503050406030204" pitchFamily="18" charset="0"/>
                </a:rPr>
                <a:t>=</a:t>
              </a:r>
              <a:r>
                <a:rPr lang="en-US" altLang="en-PK" sz="2400" b="0" i="0" kern="1200">
                  <a:latin typeface="Cambria Math" panose="02040503050406030204" pitchFamily="18" charset="0"/>
                </a:rPr>
                <a:t>2 𝑙𝑜𝑔𝑛</a:t>
              </a:r>
              <a:endParaRPr lang="en-US" sz="2400" kern="1200" dirty="0">
                <a:solidFill>
                  <a:srgbClr val="FFFFFF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endParaRPr>
            </a:p>
            <a:p>
              <a:pPr algn="ctr"/>
              <a:r>
                <a:rPr lang="en-US" altLang="en-PK" sz="2000" kern="1200" dirty="0"/>
                <a:t>(One may verify that this is indeed a min by verifying that the second derivative is positive). </a:t>
              </a:r>
              <a:endParaRPr lang="en-US" sz="2000" kern="1200" dirty="0">
                <a:solidFill>
                  <a:srgbClr val="FFFFFF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endParaRPr>
            </a:p>
          </dgm:t>
        </dgm:pt>
      </mc:Fallback>
    </mc:AlternateContent>
    <dgm:pt modelId="{34942591-356A-41B9-8A6A-B95DF5591B82}" type="parTrans" cxnId="{50A3C397-023B-4A03-964E-29635BA4B0D9}">
      <dgm:prSet/>
      <dgm:spPr/>
      <dgm:t>
        <a:bodyPr/>
        <a:lstStyle/>
        <a:p>
          <a:endParaRPr lang="en-PK"/>
        </a:p>
      </dgm:t>
    </dgm:pt>
    <dgm:pt modelId="{C54923A5-39DD-4A78-A9D0-400955B3FDAF}" type="sibTrans" cxnId="{50A3C397-023B-4A03-964E-29635BA4B0D9}">
      <dgm:prSet/>
      <dgm:spPr/>
      <dgm:t>
        <a:bodyPr/>
        <a:lstStyle/>
        <a:p>
          <a:endParaRPr lang="en-PK"/>
        </a:p>
      </dgm:t>
    </dgm:pt>
    <mc:AlternateContent xmlns:mc="http://schemas.openxmlformats.org/markup-compatibility/2006" xmlns:a14="http://schemas.microsoft.com/office/drawing/2010/main">
      <mc:Choice Requires="a14">
        <dgm:pt modelId="{8798F4E4-B17F-4D39-815B-ECF1E8C736B0}">
          <dgm:prSet custT="1"/>
          <dgm:spPr>
            <a:solidFill>
              <a:schemeClr val="accent2">
                <a:lumMod val="75000"/>
              </a:schemeClr>
            </a:solidFill>
          </dgm:spPr>
          <dgm:t>
            <a:bodyPr/>
            <a:lstStyle/>
            <a:p>
              <a:pPr algn="ctr"/>
              <a:r>
                <a:rPr lang="en-US" altLang="en-PK" sz="2400" kern="1200" dirty="0"/>
                <a:t>Consider the minimum execution time for  adding </a:t>
              </a:r>
              <a:r>
                <a:rPr lang="en-US" altLang="en-PK" sz="2400" b="1" i="1" kern="1200" dirty="0"/>
                <a:t>n</a:t>
              </a:r>
              <a:r>
                <a:rPr lang="en-US" altLang="en-PK" sz="2400" kern="1200" dirty="0"/>
                <a:t>  numbers.</a:t>
              </a:r>
            </a:p>
            <a:p>
              <a:pPr algn="ctr"/>
              <a:r>
                <a:rPr lang="en-US" altLang="en-PK" sz="2400" kern="1200" dirty="0"/>
                <a:t> </a:t>
              </a:r>
              <a:r>
                <a:rPr lang="en-US" altLang="en-PK" sz="3200" b="0" i="1" kern="1200" dirty="0"/>
                <a:t>T</a:t>
              </a:r>
              <a:r>
                <a:rPr lang="en-US" altLang="en-PK" sz="3200" b="0" i="1" kern="1200" baseline="-25000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P</a:t>
              </a:r>
              <a14:m>
                <m:oMath xmlns:m="http://schemas.openxmlformats.org/officeDocument/2006/math">
                  <m:r>
                    <a:rPr lang="en-US" sz="3200" b="1" i="1" kern="1200" smtClean="0">
                      <a:solidFill>
                        <a:srgbClr val="FFFFFF"/>
                      </a:solidFill>
                      <a:latin typeface="Cambria Math" panose="02040503050406030204" pitchFamily="18" charset="0"/>
                      <a:ea typeface="+mn-ea"/>
                      <a:cs typeface="Arial" panose="020B0604020202020204" pitchFamily="34" charset="0"/>
                    </a:rPr>
                    <m:t>  </m:t>
                  </m:r>
                  <m:r>
                    <a:rPr lang="en-US" sz="3200" b="0" i="1" kern="1200" smtClean="0">
                      <a:solidFill>
                        <a:srgbClr val="FFFFFF"/>
                      </a:solidFill>
                      <a:latin typeface="Cambria Math" panose="02040503050406030204" pitchFamily="18" charset="0"/>
                      <a:ea typeface="+mn-ea"/>
                      <a:cs typeface="Arial" panose="020B0604020202020204" pitchFamily="34" charset="0"/>
                    </a:rPr>
                    <m:t>= </m:t>
                  </m:r>
                  <m:f>
                    <m:fPr>
                      <m:ctrlPr>
                        <a:rPr lang="en-US" sz="3200" i="1" kern="1200" smtClean="0">
                          <a:solidFill>
                            <a:srgbClr val="FFFFFF"/>
                          </a:solidFill>
                          <a:latin typeface="Cambria Math" panose="02040503050406030204" pitchFamily="18" charset="0"/>
                          <a:ea typeface="+mn-ea"/>
                          <a:cs typeface="Arial" panose="020B0604020202020204" pitchFamily="34" charset="0"/>
                        </a:rPr>
                      </m:ctrlPr>
                    </m:fPr>
                    <m:num>
                      <m:r>
                        <a:rPr lang="en-US" sz="3200" b="0" i="1" kern="1200" smtClean="0">
                          <a:solidFill>
                            <a:srgbClr val="FFFFFF"/>
                          </a:solidFill>
                          <a:latin typeface="Cambria Math" panose="02040503050406030204" pitchFamily="18" charset="0"/>
                          <a:ea typeface="+mn-ea"/>
                          <a:cs typeface="Arial" panose="020B0604020202020204" pitchFamily="34" charset="0"/>
                        </a:rPr>
                        <m:t>𝑛</m:t>
                      </m:r>
                    </m:num>
                    <m:den>
                      <m:r>
                        <a:rPr lang="en-US" sz="3200" b="0" i="1" kern="1200" smtClean="0">
                          <a:solidFill>
                            <a:srgbClr val="FFFFFF"/>
                          </a:solidFill>
                          <a:latin typeface="Cambria Math" panose="02040503050406030204" pitchFamily="18" charset="0"/>
                          <a:ea typeface="+mn-ea"/>
                          <a:cs typeface="Arial" panose="020B0604020202020204" pitchFamily="34" charset="0"/>
                        </a:rPr>
                        <m:t>𝑝</m:t>
                      </m:r>
                    </m:den>
                  </m:f>
                </m:oMath>
              </a14:m>
              <a:r>
                <a:rPr lang="en-US" altLang="en-PK" sz="2400" b="0" i="1" kern="1200" dirty="0"/>
                <a:t> + 2 log p</a:t>
              </a:r>
              <a14:m>
                <m:oMath xmlns:m="http://schemas.openxmlformats.org/officeDocument/2006/math">
                  <m:r>
                    <a:rPr lang="en-US" sz="2400" b="0" i="1" kern="1200" smtClean="0">
                      <a:solidFill>
                        <a:srgbClr val="FFFFFF"/>
                      </a:solidFill>
                      <a:latin typeface="Cambria Math" panose="02040503050406030204" pitchFamily="18" charset="0"/>
                      <a:ea typeface="+mn-ea"/>
                      <a:cs typeface="Arial" panose="020B0604020202020204" pitchFamily="34" charset="0"/>
                    </a:rPr>
                    <m:t>    = 0</m:t>
                  </m:r>
                </m:oMath>
              </a14:m>
              <a:endParaRPr lang="en-US" sz="2400" kern="1200" dirty="0">
                <a:solidFill>
                  <a:srgbClr val="FFFFFF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endParaRPr>
            </a:p>
          </dgm:t>
        </dgm:pt>
      </mc:Choice>
      <mc:Fallback xmlns="">
        <dgm:pt modelId="{8798F4E4-B17F-4D39-815B-ECF1E8C736B0}">
          <dgm:prSet custT="1"/>
          <dgm:spPr>
            <a:solidFill>
              <a:schemeClr val="accent2">
                <a:lumMod val="75000"/>
              </a:schemeClr>
            </a:solidFill>
          </dgm:spPr>
          <dgm:t>
            <a:bodyPr/>
            <a:lstStyle/>
            <a:p>
              <a:pPr algn="ctr"/>
              <a:r>
                <a:rPr lang="en-US" altLang="en-PK" sz="2400" kern="1200" dirty="0"/>
                <a:t>Consider the minimum execution time for  adding </a:t>
              </a:r>
              <a:r>
                <a:rPr lang="en-US" altLang="en-PK" sz="2400" b="1" i="1" kern="1200" dirty="0"/>
                <a:t>n</a:t>
              </a:r>
              <a:r>
                <a:rPr lang="en-US" altLang="en-PK" sz="2400" kern="1200" dirty="0"/>
                <a:t>  numbers.</a:t>
              </a:r>
            </a:p>
            <a:p>
              <a:pPr algn="ctr"/>
              <a:r>
                <a:rPr lang="en-US" altLang="en-PK" sz="2400" kern="1200" dirty="0"/>
                <a:t> </a:t>
              </a:r>
              <a:r>
                <a:rPr lang="en-US" altLang="en-PK" sz="3200" b="0" i="1" kern="1200" dirty="0"/>
                <a:t>T</a:t>
              </a:r>
              <a:r>
                <a:rPr lang="en-US" altLang="en-PK" sz="3200" b="0" i="1" kern="1200" baseline="-25000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P</a:t>
              </a:r>
              <a:r>
                <a:rPr lang="en-US" sz="3200" b="1" i="0" kern="1200">
                  <a:solidFill>
                    <a:srgbClr val="FFFFFF"/>
                  </a:solidFill>
                  <a:latin typeface="Cambria Math" panose="02040503050406030204" pitchFamily="18" charset="0"/>
                  <a:ea typeface="+mn-ea"/>
                  <a:cs typeface="Arial" panose="020B0604020202020204" pitchFamily="34" charset="0"/>
                </a:rPr>
                <a:t>  </a:t>
              </a:r>
              <a:r>
                <a:rPr lang="en-US" sz="3200" b="0" i="0" kern="1200">
                  <a:solidFill>
                    <a:srgbClr val="FFFFFF"/>
                  </a:solidFill>
                  <a:latin typeface="Cambria Math" panose="02040503050406030204" pitchFamily="18" charset="0"/>
                  <a:ea typeface="+mn-ea"/>
                  <a:cs typeface="Arial" panose="020B0604020202020204" pitchFamily="34" charset="0"/>
                </a:rPr>
                <a:t>=  𝑛/𝑝</a:t>
              </a:r>
              <a:r>
                <a:rPr lang="en-US" altLang="en-PK" sz="2400" b="0" i="1" kern="1200" dirty="0"/>
                <a:t> + 2 log p</a:t>
              </a:r>
              <a:r>
                <a:rPr lang="en-US" sz="2400" b="0" i="0" kern="1200">
                  <a:solidFill>
                    <a:srgbClr val="FFFFFF"/>
                  </a:solidFill>
                  <a:latin typeface="Cambria Math" panose="02040503050406030204" pitchFamily="18" charset="0"/>
                  <a:ea typeface="+mn-ea"/>
                  <a:cs typeface="Arial" panose="020B0604020202020204" pitchFamily="34" charset="0"/>
                </a:rPr>
                <a:t>    = 0</a:t>
              </a:r>
              <a:endParaRPr lang="en-US" sz="2400" kern="1200" dirty="0">
                <a:solidFill>
                  <a:srgbClr val="FFFFFF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endParaRPr>
            </a:p>
          </dgm:t>
        </dgm:pt>
      </mc:Fallback>
    </mc:AlternateContent>
    <dgm:pt modelId="{A7AA0E56-E851-4849-ADE7-43D94BAB1C1B}" type="parTrans" cxnId="{AAE2EEA1-046A-4AD2-B656-C112665D9181}">
      <dgm:prSet/>
      <dgm:spPr/>
      <dgm:t>
        <a:bodyPr/>
        <a:lstStyle/>
        <a:p>
          <a:endParaRPr lang="en-PK"/>
        </a:p>
      </dgm:t>
    </dgm:pt>
    <dgm:pt modelId="{A855B34F-A970-4297-AA4D-CF1F57097660}" type="sibTrans" cxnId="{AAE2EEA1-046A-4AD2-B656-C112665D9181}">
      <dgm:prSet/>
      <dgm:spPr/>
      <dgm:t>
        <a:bodyPr/>
        <a:lstStyle/>
        <a:p>
          <a:endParaRPr lang="en-PK"/>
        </a:p>
      </dgm:t>
    </dgm:pt>
    <dgm:pt modelId="{4BF89C2B-C861-4AC5-95E1-9D417BAC3C62}">
      <dgm:prSet custT="1"/>
      <dgm:spPr>
        <a:solidFill>
          <a:schemeClr val="accent5">
            <a:lumMod val="75000"/>
          </a:schemeClr>
        </a:solidFill>
      </dgm:spPr>
      <dgm:t>
        <a:bodyPr/>
        <a:lstStyle/>
        <a:p>
          <a:pPr algn="ctr"/>
          <a:r>
            <a:rPr lang="en-US" altLang="en-PK" sz="2000" b="1" kern="1200" dirty="0"/>
            <a:t>Note: </a:t>
          </a:r>
          <a:r>
            <a:rPr lang="en-US" altLang="en-PK" sz="2000" kern="1200" dirty="0"/>
            <a:t>that at this point, the formulation is not cost-optimal. </a:t>
          </a:r>
          <a:endParaRPr lang="en-US" sz="2000" kern="1200" dirty="0">
            <a:solidFill>
              <a:srgbClr val="FFFFFF"/>
            </a:solidFill>
            <a:latin typeface="Arial" panose="020B0604020202020204" pitchFamily="34" charset="0"/>
            <a:ea typeface="+mn-ea"/>
            <a:cs typeface="Arial" panose="020B0604020202020204" pitchFamily="34" charset="0"/>
          </a:endParaRPr>
        </a:p>
      </dgm:t>
    </dgm:pt>
    <dgm:pt modelId="{2204FD3B-B5CF-4128-B98D-5CB146B313F3}" type="parTrans" cxnId="{8032673E-2DB7-4C79-B355-3D312808BDEB}">
      <dgm:prSet/>
      <dgm:spPr/>
      <dgm:t>
        <a:bodyPr/>
        <a:lstStyle/>
        <a:p>
          <a:endParaRPr lang="en-PK"/>
        </a:p>
      </dgm:t>
    </dgm:pt>
    <dgm:pt modelId="{0BDFFE47-F85C-402D-887A-0B9C7C3E03F9}" type="sibTrans" cxnId="{8032673E-2DB7-4C79-B355-3D312808BDEB}">
      <dgm:prSet/>
      <dgm:spPr/>
      <dgm:t>
        <a:bodyPr/>
        <a:lstStyle/>
        <a:p>
          <a:endParaRPr lang="en-PK"/>
        </a:p>
      </dgm:t>
    </dgm:pt>
    <dgm:pt modelId="{51BDA68E-DEF0-4984-AD7A-9A1FEAE2F21C}" type="pres">
      <dgm:prSet presAssocID="{013D65E9-D98E-4B35-B119-F6B16588C554}" presName="outerComposite" presStyleCnt="0">
        <dgm:presLayoutVars>
          <dgm:chMax val="5"/>
          <dgm:dir/>
          <dgm:resizeHandles val="exact"/>
        </dgm:presLayoutVars>
      </dgm:prSet>
      <dgm:spPr/>
    </dgm:pt>
    <dgm:pt modelId="{9A837A0D-B646-411D-B192-563114F4F549}" type="pres">
      <dgm:prSet presAssocID="{013D65E9-D98E-4B35-B119-F6B16588C554}" presName="dummyMaxCanvas" presStyleCnt="0">
        <dgm:presLayoutVars/>
      </dgm:prSet>
      <dgm:spPr/>
    </dgm:pt>
    <dgm:pt modelId="{8D0B1555-8F11-4AE1-A4E9-3D169280FF49}" type="pres">
      <dgm:prSet presAssocID="{013D65E9-D98E-4B35-B119-F6B16588C554}" presName="ThreeNodes_1" presStyleLbl="node1" presStyleIdx="0" presStyleCnt="3" custScaleY="104456">
        <dgm:presLayoutVars>
          <dgm:bulletEnabled val="1"/>
        </dgm:presLayoutVars>
      </dgm:prSet>
      <dgm:spPr/>
    </dgm:pt>
    <dgm:pt modelId="{82253AB6-B23F-41BC-8608-272D3B19EFE8}" type="pres">
      <dgm:prSet presAssocID="{013D65E9-D98E-4B35-B119-F6B16588C554}" presName="ThreeNodes_2" presStyleLbl="node1" presStyleIdx="1" presStyleCnt="3" custScaleY="111763" custLinFactNeighborY="2444">
        <dgm:presLayoutVars>
          <dgm:bulletEnabled val="1"/>
        </dgm:presLayoutVars>
      </dgm:prSet>
      <dgm:spPr/>
    </dgm:pt>
    <dgm:pt modelId="{9F5BEE2D-E61D-461C-9EF0-48EAC7A21940}" type="pres">
      <dgm:prSet presAssocID="{013D65E9-D98E-4B35-B119-F6B16588C554}" presName="ThreeNodes_3" presStyleLbl="node1" presStyleIdx="2" presStyleCnt="3" custScaleY="80039">
        <dgm:presLayoutVars>
          <dgm:bulletEnabled val="1"/>
        </dgm:presLayoutVars>
      </dgm:prSet>
      <dgm:spPr/>
    </dgm:pt>
    <dgm:pt modelId="{1E318A8D-3D5D-4AE2-835F-2C83AA847FAC}" type="pres">
      <dgm:prSet presAssocID="{013D65E9-D98E-4B35-B119-F6B16588C554}" presName="ThreeConn_1-2" presStyleLbl="fgAccFollowNode1" presStyleIdx="0" presStyleCnt="2">
        <dgm:presLayoutVars>
          <dgm:bulletEnabled val="1"/>
        </dgm:presLayoutVars>
      </dgm:prSet>
      <dgm:spPr/>
    </dgm:pt>
    <dgm:pt modelId="{EE2095E9-43E6-4571-85FF-8C93545BB9D1}" type="pres">
      <dgm:prSet presAssocID="{013D65E9-D98E-4B35-B119-F6B16588C554}" presName="ThreeConn_2-3" presStyleLbl="fgAccFollowNode1" presStyleIdx="1" presStyleCnt="2">
        <dgm:presLayoutVars>
          <dgm:bulletEnabled val="1"/>
        </dgm:presLayoutVars>
      </dgm:prSet>
      <dgm:spPr/>
    </dgm:pt>
    <dgm:pt modelId="{42298B67-C3BC-458B-ACB2-5A2E458FDF80}" type="pres">
      <dgm:prSet presAssocID="{013D65E9-D98E-4B35-B119-F6B16588C554}" presName="ThreeNodes_1_text" presStyleLbl="node1" presStyleIdx="2" presStyleCnt="3">
        <dgm:presLayoutVars>
          <dgm:bulletEnabled val="1"/>
        </dgm:presLayoutVars>
      </dgm:prSet>
      <dgm:spPr/>
    </dgm:pt>
    <dgm:pt modelId="{9AE2952F-55B8-4952-BD8A-2FEF46A7B837}" type="pres">
      <dgm:prSet presAssocID="{013D65E9-D98E-4B35-B119-F6B16588C554}" presName="ThreeNodes_2_text" presStyleLbl="node1" presStyleIdx="2" presStyleCnt="3">
        <dgm:presLayoutVars>
          <dgm:bulletEnabled val="1"/>
        </dgm:presLayoutVars>
      </dgm:prSet>
      <dgm:spPr/>
    </dgm:pt>
    <dgm:pt modelId="{5E0FBCBA-0400-40BB-81DF-0F2E3EAEE010}" type="pres">
      <dgm:prSet presAssocID="{013D65E9-D98E-4B35-B119-F6B16588C554}" presName="ThreeNodes_3_text" presStyleLbl="node1" presStyleIdx="2" presStyleCnt="3">
        <dgm:presLayoutVars>
          <dgm:bulletEnabled val="1"/>
        </dgm:presLayoutVars>
      </dgm:prSet>
      <dgm:spPr/>
    </dgm:pt>
  </dgm:ptLst>
  <dgm:cxnLst>
    <dgm:cxn modelId="{2C0B3D38-3F33-47CB-95FE-60F3FEE6F1AF}" type="presOf" srcId="{013D65E9-D98E-4B35-B119-F6B16588C554}" destId="{51BDA68E-DEF0-4984-AD7A-9A1FEAE2F21C}" srcOrd="0" destOrd="0" presId="urn:microsoft.com/office/officeart/2005/8/layout/vProcess5"/>
    <dgm:cxn modelId="{8032673E-2DB7-4C79-B355-3D312808BDEB}" srcId="{013D65E9-D98E-4B35-B119-F6B16588C554}" destId="{4BF89C2B-C861-4AC5-95E1-9D417BAC3C62}" srcOrd="2" destOrd="0" parTransId="{2204FD3B-B5CF-4128-B98D-5CB146B313F3}" sibTransId="{0BDFFE47-F85C-402D-887A-0B9C7C3E03F9}"/>
    <dgm:cxn modelId="{74B99E5C-9665-40D8-9B70-EBD73A0C43DB}" type="presOf" srcId="{4BF89C2B-C861-4AC5-95E1-9D417BAC3C62}" destId="{9F5BEE2D-E61D-461C-9EF0-48EAC7A21940}" srcOrd="0" destOrd="0" presId="urn:microsoft.com/office/officeart/2005/8/layout/vProcess5"/>
    <dgm:cxn modelId="{3494EE48-C376-4B5E-8D26-324BEE9B2EFF}" type="presOf" srcId="{1EBDBC99-EACB-4AB7-B9FE-616CBE00D6A3}" destId="{9AE2952F-55B8-4952-BD8A-2FEF46A7B837}" srcOrd="1" destOrd="0" presId="urn:microsoft.com/office/officeart/2005/8/layout/vProcess5"/>
    <dgm:cxn modelId="{D46B4879-C92D-4CAA-9D69-FB8324F8670C}" type="presOf" srcId="{4BF89C2B-C861-4AC5-95E1-9D417BAC3C62}" destId="{5E0FBCBA-0400-40BB-81DF-0F2E3EAEE010}" srcOrd="1" destOrd="0" presId="urn:microsoft.com/office/officeart/2005/8/layout/vProcess5"/>
    <dgm:cxn modelId="{B300FB5A-1D8E-4073-BF26-71B047E452A7}" type="presOf" srcId="{8798F4E4-B17F-4D39-815B-ECF1E8C736B0}" destId="{8D0B1555-8F11-4AE1-A4E9-3D169280FF49}" srcOrd="0" destOrd="0" presId="urn:microsoft.com/office/officeart/2005/8/layout/vProcess5"/>
    <dgm:cxn modelId="{50A3C397-023B-4A03-964E-29635BA4B0D9}" srcId="{013D65E9-D98E-4B35-B119-F6B16588C554}" destId="{1EBDBC99-EACB-4AB7-B9FE-616CBE00D6A3}" srcOrd="1" destOrd="0" parTransId="{34942591-356A-41B9-8A6A-B95DF5591B82}" sibTransId="{C54923A5-39DD-4A78-A9D0-400955B3FDAF}"/>
    <dgm:cxn modelId="{AAE2EEA1-046A-4AD2-B656-C112665D9181}" srcId="{013D65E9-D98E-4B35-B119-F6B16588C554}" destId="{8798F4E4-B17F-4D39-815B-ECF1E8C736B0}" srcOrd="0" destOrd="0" parTransId="{A7AA0E56-E851-4849-ADE7-43D94BAB1C1B}" sibTransId="{A855B34F-A970-4297-AA4D-CF1F57097660}"/>
    <dgm:cxn modelId="{4017E6B3-3B51-466A-A855-EEA6FDDA982E}" type="presOf" srcId="{1EBDBC99-EACB-4AB7-B9FE-616CBE00D6A3}" destId="{82253AB6-B23F-41BC-8608-272D3B19EFE8}" srcOrd="0" destOrd="0" presId="urn:microsoft.com/office/officeart/2005/8/layout/vProcess5"/>
    <dgm:cxn modelId="{21CDEFB3-BC31-4F0B-B0D8-03844C8831C7}" type="presOf" srcId="{8798F4E4-B17F-4D39-815B-ECF1E8C736B0}" destId="{42298B67-C3BC-458B-ACB2-5A2E458FDF80}" srcOrd="1" destOrd="0" presId="urn:microsoft.com/office/officeart/2005/8/layout/vProcess5"/>
    <dgm:cxn modelId="{A82F25C4-788A-4152-952B-DB8AA163DC44}" type="presOf" srcId="{A855B34F-A970-4297-AA4D-CF1F57097660}" destId="{1E318A8D-3D5D-4AE2-835F-2C83AA847FAC}" srcOrd="0" destOrd="0" presId="urn:microsoft.com/office/officeart/2005/8/layout/vProcess5"/>
    <dgm:cxn modelId="{BA851EC5-4E9B-4224-8CBA-E6BFECE393F2}" type="presOf" srcId="{C54923A5-39DD-4A78-A9D0-400955B3FDAF}" destId="{EE2095E9-43E6-4571-85FF-8C93545BB9D1}" srcOrd="0" destOrd="0" presId="urn:microsoft.com/office/officeart/2005/8/layout/vProcess5"/>
    <dgm:cxn modelId="{F6F79D7B-627B-4136-AE17-B7108F1D22B9}" type="presParOf" srcId="{51BDA68E-DEF0-4984-AD7A-9A1FEAE2F21C}" destId="{9A837A0D-B646-411D-B192-563114F4F549}" srcOrd="0" destOrd="0" presId="urn:microsoft.com/office/officeart/2005/8/layout/vProcess5"/>
    <dgm:cxn modelId="{A47C7B83-477B-4038-9D7E-4023C6474D9E}" type="presParOf" srcId="{51BDA68E-DEF0-4984-AD7A-9A1FEAE2F21C}" destId="{8D0B1555-8F11-4AE1-A4E9-3D169280FF49}" srcOrd="1" destOrd="0" presId="urn:microsoft.com/office/officeart/2005/8/layout/vProcess5"/>
    <dgm:cxn modelId="{8B257FA5-AAAB-4766-A11F-B52E5305E655}" type="presParOf" srcId="{51BDA68E-DEF0-4984-AD7A-9A1FEAE2F21C}" destId="{82253AB6-B23F-41BC-8608-272D3B19EFE8}" srcOrd="2" destOrd="0" presId="urn:microsoft.com/office/officeart/2005/8/layout/vProcess5"/>
    <dgm:cxn modelId="{07DA29C9-5759-409F-A539-4B50A0C09C8E}" type="presParOf" srcId="{51BDA68E-DEF0-4984-AD7A-9A1FEAE2F21C}" destId="{9F5BEE2D-E61D-461C-9EF0-48EAC7A21940}" srcOrd="3" destOrd="0" presId="urn:microsoft.com/office/officeart/2005/8/layout/vProcess5"/>
    <dgm:cxn modelId="{CC8C77DC-FDB1-4767-A735-D2A375F72177}" type="presParOf" srcId="{51BDA68E-DEF0-4984-AD7A-9A1FEAE2F21C}" destId="{1E318A8D-3D5D-4AE2-835F-2C83AA847FAC}" srcOrd="4" destOrd="0" presId="urn:microsoft.com/office/officeart/2005/8/layout/vProcess5"/>
    <dgm:cxn modelId="{8B8E8084-D0F4-4DD7-A019-501F8A6CB4CB}" type="presParOf" srcId="{51BDA68E-DEF0-4984-AD7A-9A1FEAE2F21C}" destId="{EE2095E9-43E6-4571-85FF-8C93545BB9D1}" srcOrd="5" destOrd="0" presId="urn:microsoft.com/office/officeart/2005/8/layout/vProcess5"/>
    <dgm:cxn modelId="{1DBC896A-3B62-48DE-A42D-0DC2405CFD3A}" type="presParOf" srcId="{51BDA68E-DEF0-4984-AD7A-9A1FEAE2F21C}" destId="{42298B67-C3BC-458B-ACB2-5A2E458FDF80}" srcOrd="6" destOrd="0" presId="urn:microsoft.com/office/officeart/2005/8/layout/vProcess5"/>
    <dgm:cxn modelId="{33665FF6-C0E7-4DE8-9D68-8CD94C158FF1}" type="presParOf" srcId="{51BDA68E-DEF0-4984-AD7A-9A1FEAE2F21C}" destId="{9AE2952F-55B8-4952-BD8A-2FEF46A7B837}" srcOrd="7" destOrd="0" presId="urn:microsoft.com/office/officeart/2005/8/layout/vProcess5"/>
    <dgm:cxn modelId="{321FC1E7-DED9-4DDC-AC33-30EDE96D2720}" type="presParOf" srcId="{51BDA68E-DEF0-4984-AD7A-9A1FEAE2F21C}" destId="{5E0FBCBA-0400-40BB-81DF-0F2E3EAEE010}" srcOrd="8" destOrd="0" presId="urn:microsoft.com/office/officeart/2005/8/layout/vProcess5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44.xml><?xml version="1.0" encoding="utf-8"?>
<dgm:dataModel xmlns:dgm="http://schemas.openxmlformats.org/drawingml/2006/diagram" xmlns:a="http://schemas.openxmlformats.org/drawingml/2006/main">
  <dgm:ptLst>
    <dgm:pt modelId="{013D65E9-D98E-4B35-B119-F6B16588C554}" type="doc">
      <dgm:prSet loTypeId="urn:microsoft.com/office/officeart/2005/8/layout/vProcess5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x-none"/>
        </a:p>
      </dgm:t>
    </dgm:pt>
    <dgm:pt modelId="{1EBDBC99-EACB-4AB7-B9FE-616CBE00D6A3}">
      <dgm:prSet custT="1"/>
      <dgm:spPr>
        <a:blipFill>
          <a:blip xmlns:r="http://schemas.openxmlformats.org/officeDocument/2006/relationships" r:embed="rId1"/>
          <a:stretch>
            <a:fillRect l="-301" b="-1825"/>
          </a:stretch>
        </a:blipFill>
      </dgm:spPr>
      <dgm:t>
        <a:bodyPr/>
        <a:lstStyle/>
        <a:p>
          <a:r>
            <a:rPr lang="en-PK">
              <a:noFill/>
            </a:rPr>
            <a:t> </a:t>
          </a:r>
        </a:p>
      </dgm:t>
    </dgm:pt>
    <dgm:pt modelId="{34942591-356A-41B9-8A6A-B95DF5591B82}" type="parTrans" cxnId="{50A3C397-023B-4A03-964E-29635BA4B0D9}">
      <dgm:prSet/>
      <dgm:spPr/>
      <dgm:t>
        <a:bodyPr/>
        <a:lstStyle/>
        <a:p>
          <a:endParaRPr lang="en-PK"/>
        </a:p>
      </dgm:t>
    </dgm:pt>
    <dgm:pt modelId="{C54923A5-39DD-4A78-A9D0-400955B3FDAF}" type="sibTrans" cxnId="{50A3C397-023B-4A03-964E-29635BA4B0D9}">
      <dgm:prSet/>
      <dgm:spPr/>
      <dgm:t>
        <a:bodyPr/>
        <a:lstStyle/>
        <a:p>
          <a:endParaRPr lang="en-PK"/>
        </a:p>
      </dgm:t>
    </dgm:pt>
    <dgm:pt modelId="{8798F4E4-B17F-4D39-815B-ECF1E8C736B0}">
      <dgm:prSet custT="1"/>
      <dgm:spPr>
        <a:blipFill>
          <a:blip xmlns:r="http://schemas.openxmlformats.org/officeDocument/2006/relationships" r:embed="rId2"/>
          <a:stretch>
            <a:fillRect t="-4688" b="-11719"/>
          </a:stretch>
        </a:blipFill>
      </dgm:spPr>
      <dgm:t>
        <a:bodyPr/>
        <a:lstStyle/>
        <a:p>
          <a:r>
            <a:rPr lang="en-PK">
              <a:noFill/>
            </a:rPr>
            <a:t> </a:t>
          </a:r>
        </a:p>
      </dgm:t>
    </dgm:pt>
    <dgm:pt modelId="{A7AA0E56-E851-4849-ADE7-43D94BAB1C1B}" type="parTrans" cxnId="{AAE2EEA1-046A-4AD2-B656-C112665D9181}">
      <dgm:prSet/>
      <dgm:spPr/>
      <dgm:t>
        <a:bodyPr/>
        <a:lstStyle/>
        <a:p>
          <a:endParaRPr lang="en-PK"/>
        </a:p>
      </dgm:t>
    </dgm:pt>
    <dgm:pt modelId="{A855B34F-A970-4297-AA4D-CF1F57097660}" type="sibTrans" cxnId="{AAE2EEA1-046A-4AD2-B656-C112665D9181}">
      <dgm:prSet/>
      <dgm:spPr/>
      <dgm:t>
        <a:bodyPr/>
        <a:lstStyle/>
        <a:p>
          <a:endParaRPr lang="en-PK"/>
        </a:p>
      </dgm:t>
    </dgm:pt>
    <dgm:pt modelId="{4BF89C2B-C861-4AC5-95E1-9D417BAC3C62}">
      <dgm:prSet custT="1"/>
      <dgm:spPr>
        <a:solidFill>
          <a:schemeClr val="accent5">
            <a:lumMod val="75000"/>
          </a:schemeClr>
        </a:solidFill>
      </dgm:spPr>
      <dgm:t>
        <a:bodyPr/>
        <a:lstStyle/>
        <a:p>
          <a:pPr algn="ctr"/>
          <a:r>
            <a:rPr lang="en-US" altLang="en-PK" sz="2000" b="1" kern="1200" dirty="0"/>
            <a:t>Note: </a:t>
          </a:r>
          <a:r>
            <a:rPr lang="en-US" altLang="en-PK" sz="2000" kern="1200" dirty="0"/>
            <a:t>that at this point, the formulation is not cost-optimal. </a:t>
          </a:r>
          <a:endParaRPr lang="en-US" sz="2000" kern="1200" dirty="0">
            <a:solidFill>
              <a:srgbClr val="FFFFFF"/>
            </a:solidFill>
            <a:latin typeface="Arial" panose="020B0604020202020204" pitchFamily="34" charset="0"/>
            <a:ea typeface="+mn-ea"/>
            <a:cs typeface="Arial" panose="020B0604020202020204" pitchFamily="34" charset="0"/>
          </a:endParaRPr>
        </a:p>
      </dgm:t>
    </dgm:pt>
    <dgm:pt modelId="{2204FD3B-B5CF-4128-B98D-5CB146B313F3}" type="parTrans" cxnId="{8032673E-2DB7-4C79-B355-3D312808BDEB}">
      <dgm:prSet/>
      <dgm:spPr/>
      <dgm:t>
        <a:bodyPr/>
        <a:lstStyle/>
        <a:p>
          <a:endParaRPr lang="en-PK"/>
        </a:p>
      </dgm:t>
    </dgm:pt>
    <dgm:pt modelId="{0BDFFE47-F85C-402D-887A-0B9C7C3E03F9}" type="sibTrans" cxnId="{8032673E-2DB7-4C79-B355-3D312808BDEB}">
      <dgm:prSet/>
      <dgm:spPr/>
      <dgm:t>
        <a:bodyPr/>
        <a:lstStyle/>
        <a:p>
          <a:endParaRPr lang="en-PK"/>
        </a:p>
      </dgm:t>
    </dgm:pt>
    <dgm:pt modelId="{51BDA68E-DEF0-4984-AD7A-9A1FEAE2F21C}" type="pres">
      <dgm:prSet presAssocID="{013D65E9-D98E-4B35-B119-F6B16588C554}" presName="outerComposite" presStyleCnt="0">
        <dgm:presLayoutVars>
          <dgm:chMax val="5"/>
          <dgm:dir/>
          <dgm:resizeHandles val="exact"/>
        </dgm:presLayoutVars>
      </dgm:prSet>
      <dgm:spPr/>
    </dgm:pt>
    <dgm:pt modelId="{9A837A0D-B646-411D-B192-563114F4F549}" type="pres">
      <dgm:prSet presAssocID="{013D65E9-D98E-4B35-B119-F6B16588C554}" presName="dummyMaxCanvas" presStyleCnt="0">
        <dgm:presLayoutVars/>
      </dgm:prSet>
      <dgm:spPr/>
    </dgm:pt>
    <dgm:pt modelId="{8D0B1555-8F11-4AE1-A4E9-3D169280FF49}" type="pres">
      <dgm:prSet presAssocID="{013D65E9-D98E-4B35-B119-F6B16588C554}" presName="ThreeNodes_1" presStyleLbl="node1" presStyleIdx="0" presStyleCnt="3" custScaleY="104456">
        <dgm:presLayoutVars>
          <dgm:bulletEnabled val="1"/>
        </dgm:presLayoutVars>
      </dgm:prSet>
      <dgm:spPr/>
    </dgm:pt>
    <dgm:pt modelId="{82253AB6-B23F-41BC-8608-272D3B19EFE8}" type="pres">
      <dgm:prSet presAssocID="{013D65E9-D98E-4B35-B119-F6B16588C554}" presName="ThreeNodes_2" presStyleLbl="node1" presStyleIdx="1" presStyleCnt="3" custScaleY="111763" custLinFactNeighborY="2444">
        <dgm:presLayoutVars>
          <dgm:bulletEnabled val="1"/>
        </dgm:presLayoutVars>
      </dgm:prSet>
      <dgm:spPr/>
    </dgm:pt>
    <dgm:pt modelId="{9F5BEE2D-E61D-461C-9EF0-48EAC7A21940}" type="pres">
      <dgm:prSet presAssocID="{013D65E9-D98E-4B35-B119-F6B16588C554}" presName="ThreeNodes_3" presStyleLbl="node1" presStyleIdx="2" presStyleCnt="3" custScaleY="80039">
        <dgm:presLayoutVars>
          <dgm:bulletEnabled val="1"/>
        </dgm:presLayoutVars>
      </dgm:prSet>
      <dgm:spPr/>
    </dgm:pt>
    <dgm:pt modelId="{1E318A8D-3D5D-4AE2-835F-2C83AA847FAC}" type="pres">
      <dgm:prSet presAssocID="{013D65E9-D98E-4B35-B119-F6B16588C554}" presName="ThreeConn_1-2" presStyleLbl="fgAccFollowNode1" presStyleIdx="0" presStyleCnt="2">
        <dgm:presLayoutVars>
          <dgm:bulletEnabled val="1"/>
        </dgm:presLayoutVars>
      </dgm:prSet>
      <dgm:spPr/>
    </dgm:pt>
    <dgm:pt modelId="{EE2095E9-43E6-4571-85FF-8C93545BB9D1}" type="pres">
      <dgm:prSet presAssocID="{013D65E9-D98E-4B35-B119-F6B16588C554}" presName="ThreeConn_2-3" presStyleLbl="fgAccFollowNode1" presStyleIdx="1" presStyleCnt="2">
        <dgm:presLayoutVars>
          <dgm:bulletEnabled val="1"/>
        </dgm:presLayoutVars>
      </dgm:prSet>
      <dgm:spPr/>
    </dgm:pt>
    <dgm:pt modelId="{42298B67-C3BC-458B-ACB2-5A2E458FDF80}" type="pres">
      <dgm:prSet presAssocID="{013D65E9-D98E-4B35-B119-F6B16588C554}" presName="ThreeNodes_1_text" presStyleLbl="node1" presStyleIdx="2" presStyleCnt="3">
        <dgm:presLayoutVars>
          <dgm:bulletEnabled val="1"/>
        </dgm:presLayoutVars>
      </dgm:prSet>
      <dgm:spPr/>
    </dgm:pt>
    <dgm:pt modelId="{9AE2952F-55B8-4952-BD8A-2FEF46A7B837}" type="pres">
      <dgm:prSet presAssocID="{013D65E9-D98E-4B35-B119-F6B16588C554}" presName="ThreeNodes_2_text" presStyleLbl="node1" presStyleIdx="2" presStyleCnt="3">
        <dgm:presLayoutVars>
          <dgm:bulletEnabled val="1"/>
        </dgm:presLayoutVars>
      </dgm:prSet>
      <dgm:spPr/>
    </dgm:pt>
    <dgm:pt modelId="{5E0FBCBA-0400-40BB-81DF-0F2E3EAEE010}" type="pres">
      <dgm:prSet presAssocID="{013D65E9-D98E-4B35-B119-F6B16588C554}" presName="ThreeNodes_3_text" presStyleLbl="node1" presStyleIdx="2" presStyleCnt="3">
        <dgm:presLayoutVars>
          <dgm:bulletEnabled val="1"/>
        </dgm:presLayoutVars>
      </dgm:prSet>
      <dgm:spPr/>
    </dgm:pt>
  </dgm:ptLst>
  <dgm:cxnLst>
    <dgm:cxn modelId="{2C0B3D38-3F33-47CB-95FE-60F3FEE6F1AF}" type="presOf" srcId="{013D65E9-D98E-4B35-B119-F6B16588C554}" destId="{51BDA68E-DEF0-4984-AD7A-9A1FEAE2F21C}" srcOrd="0" destOrd="0" presId="urn:microsoft.com/office/officeart/2005/8/layout/vProcess5"/>
    <dgm:cxn modelId="{8032673E-2DB7-4C79-B355-3D312808BDEB}" srcId="{013D65E9-D98E-4B35-B119-F6B16588C554}" destId="{4BF89C2B-C861-4AC5-95E1-9D417BAC3C62}" srcOrd="2" destOrd="0" parTransId="{2204FD3B-B5CF-4128-B98D-5CB146B313F3}" sibTransId="{0BDFFE47-F85C-402D-887A-0B9C7C3E03F9}"/>
    <dgm:cxn modelId="{74B99E5C-9665-40D8-9B70-EBD73A0C43DB}" type="presOf" srcId="{4BF89C2B-C861-4AC5-95E1-9D417BAC3C62}" destId="{9F5BEE2D-E61D-461C-9EF0-48EAC7A21940}" srcOrd="0" destOrd="0" presId="urn:microsoft.com/office/officeart/2005/8/layout/vProcess5"/>
    <dgm:cxn modelId="{3494EE48-C376-4B5E-8D26-324BEE9B2EFF}" type="presOf" srcId="{1EBDBC99-EACB-4AB7-B9FE-616CBE00D6A3}" destId="{9AE2952F-55B8-4952-BD8A-2FEF46A7B837}" srcOrd="1" destOrd="0" presId="urn:microsoft.com/office/officeart/2005/8/layout/vProcess5"/>
    <dgm:cxn modelId="{D46B4879-C92D-4CAA-9D69-FB8324F8670C}" type="presOf" srcId="{4BF89C2B-C861-4AC5-95E1-9D417BAC3C62}" destId="{5E0FBCBA-0400-40BB-81DF-0F2E3EAEE010}" srcOrd="1" destOrd="0" presId="urn:microsoft.com/office/officeart/2005/8/layout/vProcess5"/>
    <dgm:cxn modelId="{B300FB5A-1D8E-4073-BF26-71B047E452A7}" type="presOf" srcId="{8798F4E4-B17F-4D39-815B-ECF1E8C736B0}" destId="{8D0B1555-8F11-4AE1-A4E9-3D169280FF49}" srcOrd="0" destOrd="0" presId="urn:microsoft.com/office/officeart/2005/8/layout/vProcess5"/>
    <dgm:cxn modelId="{50A3C397-023B-4A03-964E-29635BA4B0D9}" srcId="{013D65E9-D98E-4B35-B119-F6B16588C554}" destId="{1EBDBC99-EACB-4AB7-B9FE-616CBE00D6A3}" srcOrd="1" destOrd="0" parTransId="{34942591-356A-41B9-8A6A-B95DF5591B82}" sibTransId="{C54923A5-39DD-4A78-A9D0-400955B3FDAF}"/>
    <dgm:cxn modelId="{AAE2EEA1-046A-4AD2-B656-C112665D9181}" srcId="{013D65E9-D98E-4B35-B119-F6B16588C554}" destId="{8798F4E4-B17F-4D39-815B-ECF1E8C736B0}" srcOrd="0" destOrd="0" parTransId="{A7AA0E56-E851-4849-ADE7-43D94BAB1C1B}" sibTransId="{A855B34F-A970-4297-AA4D-CF1F57097660}"/>
    <dgm:cxn modelId="{4017E6B3-3B51-466A-A855-EEA6FDDA982E}" type="presOf" srcId="{1EBDBC99-EACB-4AB7-B9FE-616CBE00D6A3}" destId="{82253AB6-B23F-41BC-8608-272D3B19EFE8}" srcOrd="0" destOrd="0" presId="urn:microsoft.com/office/officeart/2005/8/layout/vProcess5"/>
    <dgm:cxn modelId="{21CDEFB3-BC31-4F0B-B0D8-03844C8831C7}" type="presOf" srcId="{8798F4E4-B17F-4D39-815B-ECF1E8C736B0}" destId="{42298B67-C3BC-458B-ACB2-5A2E458FDF80}" srcOrd="1" destOrd="0" presId="urn:microsoft.com/office/officeart/2005/8/layout/vProcess5"/>
    <dgm:cxn modelId="{A82F25C4-788A-4152-952B-DB8AA163DC44}" type="presOf" srcId="{A855B34F-A970-4297-AA4D-CF1F57097660}" destId="{1E318A8D-3D5D-4AE2-835F-2C83AA847FAC}" srcOrd="0" destOrd="0" presId="urn:microsoft.com/office/officeart/2005/8/layout/vProcess5"/>
    <dgm:cxn modelId="{BA851EC5-4E9B-4224-8CBA-E6BFECE393F2}" type="presOf" srcId="{C54923A5-39DD-4A78-A9D0-400955B3FDAF}" destId="{EE2095E9-43E6-4571-85FF-8C93545BB9D1}" srcOrd="0" destOrd="0" presId="urn:microsoft.com/office/officeart/2005/8/layout/vProcess5"/>
    <dgm:cxn modelId="{F6F79D7B-627B-4136-AE17-B7108F1D22B9}" type="presParOf" srcId="{51BDA68E-DEF0-4984-AD7A-9A1FEAE2F21C}" destId="{9A837A0D-B646-411D-B192-563114F4F549}" srcOrd="0" destOrd="0" presId="urn:microsoft.com/office/officeart/2005/8/layout/vProcess5"/>
    <dgm:cxn modelId="{A47C7B83-477B-4038-9D7E-4023C6474D9E}" type="presParOf" srcId="{51BDA68E-DEF0-4984-AD7A-9A1FEAE2F21C}" destId="{8D0B1555-8F11-4AE1-A4E9-3D169280FF49}" srcOrd="1" destOrd="0" presId="urn:microsoft.com/office/officeart/2005/8/layout/vProcess5"/>
    <dgm:cxn modelId="{8B257FA5-AAAB-4766-A11F-B52E5305E655}" type="presParOf" srcId="{51BDA68E-DEF0-4984-AD7A-9A1FEAE2F21C}" destId="{82253AB6-B23F-41BC-8608-272D3B19EFE8}" srcOrd="2" destOrd="0" presId="urn:microsoft.com/office/officeart/2005/8/layout/vProcess5"/>
    <dgm:cxn modelId="{07DA29C9-5759-409F-A539-4B50A0C09C8E}" type="presParOf" srcId="{51BDA68E-DEF0-4984-AD7A-9A1FEAE2F21C}" destId="{9F5BEE2D-E61D-461C-9EF0-48EAC7A21940}" srcOrd="3" destOrd="0" presId="urn:microsoft.com/office/officeart/2005/8/layout/vProcess5"/>
    <dgm:cxn modelId="{CC8C77DC-FDB1-4767-A735-D2A375F72177}" type="presParOf" srcId="{51BDA68E-DEF0-4984-AD7A-9A1FEAE2F21C}" destId="{1E318A8D-3D5D-4AE2-835F-2C83AA847FAC}" srcOrd="4" destOrd="0" presId="urn:microsoft.com/office/officeart/2005/8/layout/vProcess5"/>
    <dgm:cxn modelId="{8B8E8084-D0F4-4DD7-A019-501F8A6CB4CB}" type="presParOf" srcId="{51BDA68E-DEF0-4984-AD7A-9A1FEAE2F21C}" destId="{EE2095E9-43E6-4571-85FF-8C93545BB9D1}" srcOrd="5" destOrd="0" presId="urn:microsoft.com/office/officeart/2005/8/layout/vProcess5"/>
    <dgm:cxn modelId="{1DBC896A-3B62-48DE-A42D-0DC2405CFD3A}" type="presParOf" srcId="{51BDA68E-DEF0-4984-AD7A-9A1FEAE2F21C}" destId="{42298B67-C3BC-458B-ACB2-5A2E458FDF80}" srcOrd="6" destOrd="0" presId="urn:microsoft.com/office/officeart/2005/8/layout/vProcess5"/>
    <dgm:cxn modelId="{33665FF6-C0E7-4DE8-9D68-8CD94C158FF1}" type="presParOf" srcId="{51BDA68E-DEF0-4984-AD7A-9A1FEAE2F21C}" destId="{9AE2952F-55B8-4952-BD8A-2FEF46A7B837}" srcOrd="7" destOrd="0" presId="urn:microsoft.com/office/officeart/2005/8/layout/vProcess5"/>
    <dgm:cxn modelId="{321FC1E7-DED9-4DDC-AC33-30EDE96D2720}" type="presParOf" srcId="{51BDA68E-DEF0-4984-AD7A-9A1FEAE2F21C}" destId="{5E0FBCBA-0400-40BB-81DF-0F2E3EAEE010}" srcOrd="8" destOrd="0" presId="urn:microsoft.com/office/officeart/2005/8/layout/vProcess5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45.xml><?xml version="1.0" encoding="utf-8"?>
<dgm:dataModel xmlns:dgm="http://schemas.openxmlformats.org/drawingml/2006/diagram" xmlns:a="http://schemas.openxmlformats.org/drawingml/2006/main">
  <dgm:ptLst>
    <dgm:pt modelId="{17168C23-2DBF-49DE-A441-4A7F2B4061FD}" type="doc">
      <dgm:prSet loTypeId="urn:microsoft.com/office/officeart/2005/8/layout/process4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x-none"/>
        </a:p>
      </dgm:t>
    </dgm:pt>
    <dgm:pt modelId="{9823259A-AA15-4A1F-BACD-12C270CEDE15}">
      <dgm:prSet custT="1"/>
      <dgm:spPr>
        <a:solidFill>
          <a:schemeClr val="accent2">
            <a:lumMod val="75000"/>
          </a:schemeClr>
        </a:solidFill>
      </dgm:spPr>
      <dgm:t>
        <a:bodyPr/>
        <a:lstStyle/>
        <a:p>
          <a:r>
            <a:rPr lang="en-US" altLang="en-PK" sz="2000" dirty="0">
              <a:latin typeface="Arial" panose="020B0604020202020204" pitchFamily="34" charset="0"/>
              <a:cs typeface="Arial" panose="020B0604020202020204" pitchFamily="34" charset="0"/>
            </a:rPr>
            <a:t>If the metric is speed, algorithm A1 is the best, followed by A3, A4, and A2 (in order of increasing </a:t>
          </a:r>
          <a:r>
            <a:rPr lang="en-US" altLang="en-PK" sz="2000" b="1" i="1" dirty="0">
              <a:latin typeface="Arial" panose="020B0604020202020204" pitchFamily="34" charset="0"/>
              <a:cs typeface="Arial" panose="020B0604020202020204" pitchFamily="34" charset="0"/>
            </a:rPr>
            <a:t>T</a:t>
          </a:r>
          <a:r>
            <a:rPr lang="en-US" altLang="en-PK" sz="2000" b="1" i="1" baseline="-25000" dirty="0">
              <a:latin typeface="Arial" panose="020B0604020202020204" pitchFamily="34" charset="0"/>
              <a:cs typeface="Arial" panose="020B0604020202020204" pitchFamily="34" charset="0"/>
            </a:rPr>
            <a:t>P</a:t>
          </a:r>
          <a:r>
            <a:rPr lang="en-US" altLang="en-PK" sz="2000" dirty="0">
              <a:latin typeface="Arial" panose="020B0604020202020204" pitchFamily="34" charset="0"/>
              <a:cs typeface="Arial" panose="020B0604020202020204" pitchFamily="34" charset="0"/>
            </a:rPr>
            <a:t>).</a:t>
          </a:r>
          <a:endParaRPr lang="x-none" sz="2000" dirty="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222FED03-270F-46D5-9072-3A25F3F5F977}" type="parTrans" cxnId="{BD748E67-F3D4-45CF-B30A-F24DE6F1CEE7}">
      <dgm:prSet/>
      <dgm:spPr/>
      <dgm:t>
        <a:bodyPr/>
        <a:lstStyle/>
        <a:p>
          <a:endParaRPr lang="x-none"/>
        </a:p>
      </dgm:t>
    </dgm:pt>
    <dgm:pt modelId="{304F09EF-F223-41BF-B047-C3856237C8FE}" type="sibTrans" cxnId="{BD748E67-F3D4-45CF-B30A-F24DE6F1CEE7}">
      <dgm:prSet/>
      <dgm:spPr/>
      <dgm:t>
        <a:bodyPr/>
        <a:lstStyle/>
        <a:p>
          <a:endParaRPr lang="x-none"/>
        </a:p>
      </dgm:t>
    </dgm:pt>
    <dgm:pt modelId="{82630518-62FC-4A5D-B04E-6C2EA6CD7F81}">
      <dgm:prSet custT="1"/>
      <dgm:spPr>
        <a:solidFill>
          <a:schemeClr val="accent2">
            <a:lumMod val="75000"/>
          </a:schemeClr>
        </a:solidFill>
      </dgm:spPr>
      <dgm:t>
        <a:bodyPr/>
        <a:lstStyle/>
        <a:p>
          <a:r>
            <a:rPr lang="en-US" altLang="en-PK" sz="2000" dirty="0">
              <a:latin typeface="Arial" panose="020B0604020202020204" pitchFamily="34" charset="0"/>
              <a:cs typeface="Arial" panose="020B0604020202020204" pitchFamily="34" charset="0"/>
            </a:rPr>
            <a:t>In terms of efficiency, A2 and A4 are the best, followed by A3 and A1</a:t>
          </a:r>
          <a:r>
            <a:rPr lang="en-US" altLang="en-PK" sz="2000" dirty="0"/>
            <a:t>. </a:t>
          </a:r>
          <a:endParaRPr lang="x-none" sz="2000" dirty="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43E00624-897B-48EE-B203-52C95B5B08DB}" type="parTrans" cxnId="{2CE95A89-EAE5-4C69-898F-8B4CD55B1443}">
      <dgm:prSet/>
      <dgm:spPr/>
      <dgm:t>
        <a:bodyPr/>
        <a:lstStyle/>
        <a:p>
          <a:endParaRPr lang="x-none"/>
        </a:p>
      </dgm:t>
    </dgm:pt>
    <dgm:pt modelId="{B2A2FE83-8F54-4E54-87D8-0133A924F6AE}" type="sibTrans" cxnId="{2CE95A89-EAE5-4C69-898F-8B4CD55B1443}">
      <dgm:prSet/>
      <dgm:spPr/>
      <dgm:t>
        <a:bodyPr/>
        <a:lstStyle/>
        <a:p>
          <a:endParaRPr lang="x-none"/>
        </a:p>
      </dgm:t>
    </dgm:pt>
    <dgm:pt modelId="{BCD5BD22-5522-4D58-A607-BE0619271024}">
      <dgm:prSet/>
      <dgm:spPr>
        <a:solidFill>
          <a:schemeClr val="accent3">
            <a:lumMod val="75000"/>
          </a:schemeClr>
        </a:solidFill>
      </dgm:spPr>
      <dgm:t>
        <a:bodyPr/>
        <a:lstStyle/>
        <a:p>
          <a:r>
            <a:rPr lang="en-US" altLang="en-PK" dirty="0">
              <a:latin typeface="Arial" panose="020B0604020202020204" pitchFamily="34" charset="0"/>
              <a:cs typeface="Arial" panose="020B0604020202020204" pitchFamily="34" charset="0"/>
            </a:rPr>
            <a:t>In terms of cost, algorithms A2 and A4 are cost optimal, A1 and A3 are not. </a:t>
          </a:r>
          <a:endParaRPr lang="x-none" dirty="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8A3E6E94-9350-421D-B4A2-0D32699E50C2}" type="parTrans" cxnId="{1318112A-EA16-47F4-BE95-2122292BA3B4}">
      <dgm:prSet/>
      <dgm:spPr/>
      <dgm:t>
        <a:bodyPr/>
        <a:lstStyle/>
        <a:p>
          <a:endParaRPr lang="x-none"/>
        </a:p>
      </dgm:t>
    </dgm:pt>
    <dgm:pt modelId="{9ED4D512-38F4-48E2-9539-EF912F0B1F0C}" type="sibTrans" cxnId="{1318112A-EA16-47F4-BE95-2122292BA3B4}">
      <dgm:prSet/>
      <dgm:spPr/>
      <dgm:t>
        <a:bodyPr/>
        <a:lstStyle/>
        <a:p>
          <a:endParaRPr lang="x-none"/>
        </a:p>
      </dgm:t>
    </dgm:pt>
    <dgm:pt modelId="{65E7354C-65FC-4CA1-BBD4-95DEF91DD450}">
      <dgm:prSet/>
      <dgm:spPr>
        <a:solidFill>
          <a:schemeClr val="accent4">
            <a:lumMod val="75000"/>
          </a:schemeClr>
        </a:solidFill>
      </dgm:spPr>
      <dgm:t>
        <a:bodyPr/>
        <a:lstStyle/>
        <a:p>
          <a:r>
            <a:rPr lang="en-US" altLang="en-PK" dirty="0">
              <a:latin typeface="Arial" panose="020B0604020202020204" pitchFamily="34" charset="0"/>
              <a:cs typeface="Arial" panose="020B0604020202020204" pitchFamily="34" charset="0"/>
            </a:rPr>
            <a:t>It is important to identify the objectives of analysis and to use appropriate metrics! </a:t>
          </a:r>
          <a:endParaRPr lang="x-none" dirty="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7F4B805B-5262-4D56-8223-0CF840198441}" type="parTrans" cxnId="{94AB32A8-1F7D-4222-BE8B-E1137297D326}">
      <dgm:prSet/>
      <dgm:spPr/>
      <dgm:t>
        <a:bodyPr/>
        <a:lstStyle/>
        <a:p>
          <a:endParaRPr lang="x-none"/>
        </a:p>
      </dgm:t>
    </dgm:pt>
    <dgm:pt modelId="{7D1A142C-8A6C-42A2-9CE6-419D0F110D79}" type="sibTrans" cxnId="{94AB32A8-1F7D-4222-BE8B-E1137297D326}">
      <dgm:prSet/>
      <dgm:spPr/>
      <dgm:t>
        <a:bodyPr/>
        <a:lstStyle/>
        <a:p>
          <a:endParaRPr lang="x-none"/>
        </a:p>
      </dgm:t>
    </dgm:pt>
    <dgm:pt modelId="{38FEA595-6563-4C51-98F9-15ABF43B091B}" type="pres">
      <dgm:prSet presAssocID="{17168C23-2DBF-49DE-A441-4A7F2B4061FD}" presName="Name0" presStyleCnt="0">
        <dgm:presLayoutVars>
          <dgm:dir/>
          <dgm:animLvl val="lvl"/>
          <dgm:resizeHandles val="exact"/>
        </dgm:presLayoutVars>
      </dgm:prSet>
      <dgm:spPr/>
    </dgm:pt>
    <dgm:pt modelId="{510F5E42-DFB5-4072-83FA-AA52E330E258}" type="pres">
      <dgm:prSet presAssocID="{65E7354C-65FC-4CA1-BBD4-95DEF91DD450}" presName="boxAndChildren" presStyleCnt="0"/>
      <dgm:spPr/>
    </dgm:pt>
    <dgm:pt modelId="{13E7A576-731C-4304-99BF-E64AC8B09198}" type="pres">
      <dgm:prSet presAssocID="{65E7354C-65FC-4CA1-BBD4-95DEF91DD450}" presName="parentTextBox" presStyleLbl="node1" presStyleIdx="0" presStyleCnt="4"/>
      <dgm:spPr/>
    </dgm:pt>
    <dgm:pt modelId="{748FCC29-6295-4219-8697-C498BE4E9E38}" type="pres">
      <dgm:prSet presAssocID="{9ED4D512-38F4-48E2-9539-EF912F0B1F0C}" presName="sp" presStyleCnt="0"/>
      <dgm:spPr/>
    </dgm:pt>
    <dgm:pt modelId="{312CF646-F55A-41C7-82F1-7E9E416B57B4}" type="pres">
      <dgm:prSet presAssocID="{BCD5BD22-5522-4D58-A607-BE0619271024}" presName="arrowAndChildren" presStyleCnt="0"/>
      <dgm:spPr/>
    </dgm:pt>
    <dgm:pt modelId="{0F4FAD0A-C418-4DEE-A843-F5CE15F7CD85}" type="pres">
      <dgm:prSet presAssocID="{BCD5BD22-5522-4D58-A607-BE0619271024}" presName="parentTextArrow" presStyleLbl="node1" presStyleIdx="1" presStyleCnt="4"/>
      <dgm:spPr/>
    </dgm:pt>
    <dgm:pt modelId="{5D5F72E1-E590-4DBC-9F4F-87ADE9E146AB}" type="pres">
      <dgm:prSet presAssocID="{B2A2FE83-8F54-4E54-87D8-0133A924F6AE}" presName="sp" presStyleCnt="0"/>
      <dgm:spPr/>
    </dgm:pt>
    <dgm:pt modelId="{80C704FD-9E16-4B99-914A-7787BB246C27}" type="pres">
      <dgm:prSet presAssocID="{82630518-62FC-4A5D-B04E-6C2EA6CD7F81}" presName="arrowAndChildren" presStyleCnt="0"/>
      <dgm:spPr/>
    </dgm:pt>
    <dgm:pt modelId="{DAFAC9E6-7644-42D6-BD53-5E20E0850837}" type="pres">
      <dgm:prSet presAssocID="{82630518-62FC-4A5D-B04E-6C2EA6CD7F81}" presName="parentTextArrow" presStyleLbl="node1" presStyleIdx="2" presStyleCnt="4"/>
      <dgm:spPr/>
    </dgm:pt>
    <dgm:pt modelId="{BA92116C-68D3-4421-A4E4-0AE4F2DBE7D5}" type="pres">
      <dgm:prSet presAssocID="{304F09EF-F223-41BF-B047-C3856237C8FE}" presName="sp" presStyleCnt="0"/>
      <dgm:spPr/>
    </dgm:pt>
    <dgm:pt modelId="{BA71347C-6E36-4F9E-9552-5016FF35D955}" type="pres">
      <dgm:prSet presAssocID="{9823259A-AA15-4A1F-BACD-12C270CEDE15}" presName="arrowAndChildren" presStyleCnt="0"/>
      <dgm:spPr/>
    </dgm:pt>
    <dgm:pt modelId="{4090C6FD-020A-4444-86D5-2A19DE9C5D92}" type="pres">
      <dgm:prSet presAssocID="{9823259A-AA15-4A1F-BACD-12C270CEDE15}" presName="parentTextArrow" presStyleLbl="node1" presStyleIdx="3" presStyleCnt="4"/>
      <dgm:spPr/>
    </dgm:pt>
  </dgm:ptLst>
  <dgm:cxnLst>
    <dgm:cxn modelId="{598CFA01-98CA-463F-A4B2-010B5BB266FF}" type="presOf" srcId="{BCD5BD22-5522-4D58-A607-BE0619271024}" destId="{0F4FAD0A-C418-4DEE-A843-F5CE15F7CD85}" srcOrd="0" destOrd="0" presId="urn:microsoft.com/office/officeart/2005/8/layout/process4"/>
    <dgm:cxn modelId="{8FDAA507-948D-4576-A56F-C082A78952B1}" type="presOf" srcId="{17168C23-2DBF-49DE-A441-4A7F2B4061FD}" destId="{38FEA595-6563-4C51-98F9-15ABF43B091B}" srcOrd="0" destOrd="0" presId="urn:microsoft.com/office/officeart/2005/8/layout/process4"/>
    <dgm:cxn modelId="{F96FA323-1D7C-4A3D-9C50-57848D494A6E}" type="presOf" srcId="{65E7354C-65FC-4CA1-BBD4-95DEF91DD450}" destId="{13E7A576-731C-4304-99BF-E64AC8B09198}" srcOrd="0" destOrd="0" presId="urn:microsoft.com/office/officeart/2005/8/layout/process4"/>
    <dgm:cxn modelId="{1318112A-EA16-47F4-BE95-2122292BA3B4}" srcId="{17168C23-2DBF-49DE-A441-4A7F2B4061FD}" destId="{BCD5BD22-5522-4D58-A607-BE0619271024}" srcOrd="2" destOrd="0" parTransId="{8A3E6E94-9350-421D-B4A2-0D32699E50C2}" sibTransId="{9ED4D512-38F4-48E2-9539-EF912F0B1F0C}"/>
    <dgm:cxn modelId="{AEEDF137-8FA1-4339-B1F3-A5A47A0A90C6}" type="presOf" srcId="{9823259A-AA15-4A1F-BACD-12C270CEDE15}" destId="{4090C6FD-020A-4444-86D5-2A19DE9C5D92}" srcOrd="0" destOrd="0" presId="urn:microsoft.com/office/officeart/2005/8/layout/process4"/>
    <dgm:cxn modelId="{BD748E67-F3D4-45CF-B30A-F24DE6F1CEE7}" srcId="{17168C23-2DBF-49DE-A441-4A7F2B4061FD}" destId="{9823259A-AA15-4A1F-BACD-12C270CEDE15}" srcOrd="0" destOrd="0" parTransId="{222FED03-270F-46D5-9072-3A25F3F5F977}" sibTransId="{304F09EF-F223-41BF-B047-C3856237C8FE}"/>
    <dgm:cxn modelId="{2CE95A89-EAE5-4C69-898F-8B4CD55B1443}" srcId="{17168C23-2DBF-49DE-A441-4A7F2B4061FD}" destId="{82630518-62FC-4A5D-B04E-6C2EA6CD7F81}" srcOrd="1" destOrd="0" parTransId="{43E00624-897B-48EE-B203-52C95B5B08DB}" sibTransId="{B2A2FE83-8F54-4E54-87D8-0133A924F6AE}"/>
    <dgm:cxn modelId="{94AB32A8-1F7D-4222-BE8B-E1137297D326}" srcId="{17168C23-2DBF-49DE-A441-4A7F2B4061FD}" destId="{65E7354C-65FC-4CA1-BBD4-95DEF91DD450}" srcOrd="3" destOrd="0" parTransId="{7F4B805B-5262-4D56-8223-0CF840198441}" sibTransId="{7D1A142C-8A6C-42A2-9CE6-419D0F110D79}"/>
    <dgm:cxn modelId="{37DBC8F9-797E-44F3-AC55-E821340DFB86}" type="presOf" srcId="{82630518-62FC-4A5D-B04E-6C2EA6CD7F81}" destId="{DAFAC9E6-7644-42D6-BD53-5E20E0850837}" srcOrd="0" destOrd="0" presId="urn:microsoft.com/office/officeart/2005/8/layout/process4"/>
    <dgm:cxn modelId="{B98E5180-52E4-42B7-9CA2-579251F2007B}" type="presParOf" srcId="{38FEA595-6563-4C51-98F9-15ABF43B091B}" destId="{510F5E42-DFB5-4072-83FA-AA52E330E258}" srcOrd="0" destOrd="0" presId="urn:microsoft.com/office/officeart/2005/8/layout/process4"/>
    <dgm:cxn modelId="{58043E34-E267-489F-8F5B-08A56F03D564}" type="presParOf" srcId="{510F5E42-DFB5-4072-83FA-AA52E330E258}" destId="{13E7A576-731C-4304-99BF-E64AC8B09198}" srcOrd="0" destOrd="0" presId="urn:microsoft.com/office/officeart/2005/8/layout/process4"/>
    <dgm:cxn modelId="{9B4C2C22-B480-4508-92B2-73210EDBF3C4}" type="presParOf" srcId="{38FEA595-6563-4C51-98F9-15ABF43B091B}" destId="{748FCC29-6295-4219-8697-C498BE4E9E38}" srcOrd="1" destOrd="0" presId="urn:microsoft.com/office/officeart/2005/8/layout/process4"/>
    <dgm:cxn modelId="{A207F48E-5235-4410-81E8-EE75F0FBCBA9}" type="presParOf" srcId="{38FEA595-6563-4C51-98F9-15ABF43B091B}" destId="{312CF646-F55A-41C7-82F1-7E9E416B57B4}" srcOrd="2" destOrd="0" presId="urn:microsoft.com/office/officeart/2005/8/layout/process4"/>
    <dgm:cxn modelId="{61A2377F-4188-43F1-9F0D-AC14B4221A3D}" type="presParOf" srcId="{312CF646-F55A-41C7-82F1-7E9E416B57B4}" destId="{0F4FAD0A-C418-4DEE-A843-F5CE15F7CD85}" srcOrd="0" destOrd="0" presId="urn:microsoft.com/office/officeart/2005/8/layout/process4"/>
    <dgm:cxn modelId="{B946BCD4-BE64-466B-BB4D-26FFDBF5F185}" type="presParOf" srcId="{38FEA595-6563-4C51-98F9-15ABF43B091B}" destId="{5D5F72E1-E590-4DBC-9F4F-87ADE9E146AB}" srcOrd="3" destOrd="0" presId="urn:microsoft.com/office/officeart/2005/8/layout/process4"/>
    <dgm:cxn modelId="{F6C6D008-E4C4-49A0-BE84-6F2E48C59B2A}" type="presParOf" srcId="{38FEA595-6563-4C51-98F9-15ABF43B091B}" destId="{80C704FD-9E16-4B99-914A-7787BB246C27}" srcOrd="4" destOrd="0" presId="urn:microsoft.com/office/officeart/2005/8/layout/process4"/>
    <dgm:cxn modelId="{10A1D7C0-0E48-41FB-90B0-B2652B07477B}" type="presParOf" srcId="{80C704FD-9E16-4B99-914A-7787BB246C27}" destId="{DAFAC9E6-7644-42D6-BD53-5E20E0850837}" srcOrd="0" destOrd="0" presId="urn:microsoft.com/office/officeart/2005/8/layout/process4"/>
    <dgm:cxn modelId="{ACE52F06-BD8B-44A9-BA32-3C90FC9D33C1}" type="presParOf" srcId="{38FEA595-6563-4C51-98F9-15ABF43B091B}" destId="{BA92116C-68D3-4421-A4E4-0AE4F2DBE7D5}" srcOrd="5" destOrd="0" presId="urn:microsoft.com/office/officeart/2005/8/layout/process4"/>
    <dgm:cxn modelId="{C371C025-9B96-4D1D-A549-D09E956B98BA}" type="presParOf" srcId="{38FEA595-6563-4C51-98F9-15ABF43B091B}" destId="{BA71347C-6E36-4F9E-9552-5016FF35D955}" srcOrd="6" destOrd="0" presId="urn:microsoft.com/office/officeart/2005/8/layout/process4"/>
    <dgm:cxn modelId="{EB02826D-7211-422E-940F-8F0A08DB54F8}" type="presParOf" srcId="{BA71347C-6E36-4F9E-9552-5016FF35D955}" destId="{4090C6FD-020A-4444-86D5-2A19DE9C5D92}" srcOrd="0" destOrd="0" presId="urn:microsoft.com/office/officeart/2005/8/layout/process4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186141A-C351-4DED-9869-55A4A97D84AA}">
      <dsp:nvSpPr>
        <dsp:cNvPr id="0" name=""/>
        <dsp:cNvSpPr/>
      </dsp:nvSpPr>
      <dsp:spPr>
        <a:xfrm>
          <a:off x="0" y="949585"/>
          <a:ext cx="7003777" cy="1753081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881F5EF-E907-4B70-B27C-A1BEE31A375E}">
      <dsp:nvSpPr>
        <dsp:cNvPr id="0" name=""/>
        <dsp:cNvSpPr/>
      </dsp:nvSpPr>
      <dsp:spPr>
        <a:xfrm>
          <a:off x="530307" y="1344029"/>
          <a:ext cx="964194" cy="964194"/>
        </a:xfrm>
        <a:prstGeom prst="rect">
          <a:avLst/>
        </a:prstGeom>
        <a:blipFill>
          <a:blip xmlns:r="http://schemas.openxmlformats.org/officeDocument/2006/relationships" r:embed="rId1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2AC5C86-20CD-4005-B020-941F6711844F}">
      <dsp:nvSpPr>
        <dsp:cNvPr id="0" name=""/>
        <dsp:cNvSpPr/>
      </dsp:nvSpPr>
      <dsp:spPr>
        <a:xfrm>
          <a:off x="2024809" y="949585"/>
          <a:ext cx="4978967" cy="175308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85534" tIns="185534" rIns="185534" bIns="185534" numCol="1" spcCol="1270" anchor="ctr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 dirty="0">
              <a:latin typeface="Arial" panose="020B0604020202020204" pitchFamily="34" charset="0"/>
              <a:cs typeface="Arial" panose="020B0604020202020204" pitchFamily="34" charset="0"/>
            </a:rPr>
            <a:t>What is </a:t>
          </a:r>
          <a:r>
            <a:rPr lang="en-US" sz="2500" kern="1200" dirty="0">
              <a:solidFill>
                <a:schemeClr val="tx1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rPr>
            <a:t>performance?</a:t>
          </a:r>
          <a:endParaRPr lang="x-none" sz="2500" kern="1200" dirty="0"/>
        </a:p>
      </dsp:txBody>
      <dsp:txXfrm>
        <a:off x="2024809" y="949585"/>
        <a:ext cx="4978967" cy="1753081"/>
      </dsp:txXfrm>
    </dsp:sp>
    <dsp:sp modelId="{86AFC238-F655-46AB-B4B9-6CFAB4EEE339}">
      <dsp:nvSpPr>
        <dsp:cNvPr id="0" name=""/>
        <dsp:cNvSpPr/>
      </dsp:nvSpPr>
      <dsp:spPr>
        <a:xfrm>
          <a:off x="0" y="3140937"/>
          <a:ext cx="7003777" cy="1753081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06C0FB1-07FE-4287-8822-A312BB62CC32}">
      <dsp:nvSpPr>
        <dsp:cNvPr id="0" name=""/>
        <dsp:cNvSpPr/>
      </dsp:nvSpPr>
      <dsp:spPr>
        <a:xfrm>
          <a:off x="530307" y="3535381"/>
          <a:ext cx="964194" cy="964194"/>
        </a:xfrm>
        <a:prstGeom prst="rect">
          <a:avLst/>
        </a:prstGeom>
        <a:blipFill>
          <a:blip xmlns:r="http://schemas.openxmlformats.org/officeDocument/2006/relationships"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9721C85-6656-4AF3-AE8E-BA79FACC6864}">
      <dsp:nvSpPr>
        <dsp:cNvPr id="0" name=""/>
        <dsp:cNvSpPr/>
      </dsp:nvSpPr>
      <dsp:spPr>
        <a:xfrm>
          <a:off x="2024809" y="3140937"/>
          <a:ext cx="4978967" cy="175308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85534" tIns="185534" rIns="185534" bIns="185534" numCol="1" spcCol="1270" anchor="ctr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 dirty="0">
              <a:latin typeface="Arial" panose="020B0604020202020204" pitchFamily="34" charset="0"/>
              <a:cs typeface="Arial" panose="020B0604020202020204" pitchFamily="34" charset="0"/>
            </a:rPr>
            <a:t>Introduction to Analytical Modeling</a:t>
          </a:r>
          <a:endParaRPr lang="x-none" sz="2500" kern="1200" dirty="0"/>
        </a:p>
      </dsp:txBody>
      <dsp:txXfrm>
        <a:off x="2024809" y="3140937"/>
        <a:ext cx="4978967" cy="1753081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70A8F72-A6D5-42E4-9054-9C0CDA50F558}">
      <dsp:nvSpPr>
        <dsp:cNvPr id="0" name=""/>
        <dsp:cNvSpPr/>
      </dsp:nvSpPr>
      <dsp:spPr>
        <a:xfrm>
          <a:off x="714726" y="0"/>
          <a:ext cx="8100235" cy="4814250"/>
        </a:xfrm>
        <a:prstGeom prst="rightArrow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FCF39A3-3026-452C-BF79-E3E835A13F4C}">
      <dsp:nvSpPr>
        <dsp:cNvPr id="0" name=""/>
        <dsp:cNvSpPr/>
      </dsp:nvSpPr>
      <dsp:spPr>
        <a:xfrm>
          <a:off x="378" y="1288928"/>
          <a:ext cx="4536228" cy="2236392"/>
        </a:xfrm>
        <a:prstGeom prst="roundRect">
          <a:avLst/>
        </a:prstGeom>
        <a:solidFill>
          <a:schemeClr val="accent2">
            <a:lumMod val="75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/>
            <a:t>The parallel runtime of a program depends on the input size, the number of processors, and the communication parameters of the machine</a:t>
          </a:r>
          <a:r>
            <a:rPr lang="en-US" sz="2400" kern="12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rPr>
            <a:t>.</a:t>
          </a:r>
          <a:endParaRPr lang="x-none" sz="2400" kern="1200" dirty="0">
            <a:solidFill>
              <a:schemeClr val="bg1"/>
            </a:solidFill>
          </a:endParaRPr>
        </a:p>
      </dsp:txBody>
      <dsp:txXfrm>
        <a:off x="109550" y="1398100"/>
        <a:ext cx="4317884" cy="2018048"/>
      </dsp:txXfrm>
    </dsp:sp>
    <dsp:sp modelId="{4B476F36-8D56-45A3-B896-37EE7469962A}">
      <dsp:nvSpPr>
        <dsp:cNvPr id="0" name=""/>
        <dsp:cNvSpPr/>
      </dsp:nvSpPr>
      <dsp:spPr>
        <a:xfrm>
          <a:off x="4993082" y="1444274"/>
          <a:ext cx="4536228" cy="1925700"/>
        </a:xfrm>
        <a:prstGeom prst="roundRect">
          <a:avLst/>
        </a:prstGeom>
        <a:solidFill>
          <a:schemeClr val="accent3">
            <a:lumMod val="75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/>
            <a:t>A sequential algorithm is evaluated by its runtime (in general, asymptotic runtime as a function of input size).</a:t>
          </a:r>
          <a:endParaRPr lang="x-none" sz="2400" kern="1200" dirty="0">
            <a:solidFill>
              <a:schemeClr val="bg1"/>
            </a:solidFill>
          </a:endParaRPr>
        </a:p>
      </dsp:txBody>
      <dsp:txXfrm>
        <a:off x="5087087" y="1538279"/>
        <a:ext cx="4348218" cy="1737690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81F5D51-6515-45BC-8E93-C8405E9FD1A3}">
      <dsp:nvSpPr>
        <dsp:cNvPr id="0" name=""/>
        <dsp:cNvSpPr/>
      </dsp:nvSpPr>
      <dsp:spPr>
        <a:xfrm>
          <a:off x="0" y="3388132"/>
          <a:ext cx="9529689" cy="1424529"/>
        </a:xfrm>
        <a:prstGeom prst="rect">
          <a:avLst/>
        </a:prstGeom>
        <a:solidFill>
          <a:schemeClr val="accent4">
            <a:lumMod val="75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0688" tIns="170688" rIns="170688" bIns="170688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/>
            <a:t>The parallel runtime of a program depends on the input size, the number of processors, and the communication parameters of the machine</a:t>
          </a:r>
          <a:r>
            <a:rPr lang="en-US" sz="2400" kern="12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rPr>
            <a:t>.</a:t>
          </a:r>
        </a:p>
      </dsp:txBody>
      <dsp:txXfrm>
        <a:off x="0" y="3388132"/>
        <a:ext cx="9529689" cy="1424529"/>
      </dsp:txXfrm>
    </dsp:sp>
    <dsp:sp modelId="{A9835A19-555A-4CCB-99A5-5D2DBB9E0C79}">
      <dsp:nvSpPr>
        <dsp:cNvPr id="0" name=""/>
        <dsp:cNvSpPr/>
      </dsp:nvSpPr>
      <dsp:spPr>
        <a:xfrm rot="10800000">
          <a:off x="0" y="1595611"/>
          <a:ext cx="9529689" cy="1813889"/>
        </a:xfrm>
        <a:prstGeom prst="upArrowCallout">
          <a:avLst/>
        </a:prstGeom>
        <a:solidFill>
          <a:schemeClr val="accent3">
            <a:lumMod val="75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0688" tIns="170688" rIns="170688" bIns="170688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/>
            <a:t>The asymptotic runtime of a sequential program is identical on any serial platform. </a:t>
          </a:r>
          <a:endParaRPr lang="en-US" sz="2400" kern="1200" dirty="0">
            <a:solidFill>
              <a:schemeClr val="bg1"/>
            </a:solidFill>
            <a:latin typeface="Arial" panose="020B0604020202020204" pitchFamily="34" charset="0"/>
            <a:cs typeface="Arial" panose="020B0604020202020204" pitchFamily="34" charset="0"/>
          </a:endParaRPr>
        </a:p>
      </dsp:txBody>
      <dsp:txXfrm rot="10800000">
        <a:off x="0" y="1595611"/>
        <a:ext cx="9529689" cy="1178611"/>
      </dsp:txXfrm>
    </dsp:sp>
    <dsp:sp modelId="{77FFFAF0-02A3-4A5F-AEB3-B0DA389158A8}">
      <dsp:nvSpPr>
        <dsp:cNvPr id="0" name=""/>
        <dsp:cNvSpPr/>
      </dsp:nvSpPr>
      <dsp:spPr>
        <a:xfrm rot="10800000">
          <a:off x="0" y="1588"/>
          <a:ext cx="9529689" cy="1615391"/>
        </a:xfrm>
        <a:prstGeom prst="upArrowCallout">
          <a:avLst/>
        </a:prstGeom>
        <a:solidFill>
          <a:schemeClr val="accent2">
            <a:lumMod val="75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0688" tIns="170688" rIns="170688" bIns="170688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/>
            <a:t>An algorithm must therefore be analyzed in the context of the underlying platform. </a:t>
          </a:r>
          <a:endParaRPr lang="x-none" sz="2400" kern="1200" dirty="0">
            <a:solidFill>
              <a:schemeClr val="bg1"/>
            </a:solidFill>
          </a:endParaRPr>
        </a:p>
      </dsp:txBody>
      <dsp:txXfrm rot="10800000">
        <a:off x="0" y="1588"/>
        <a:ext cx="9529689" cy="1049633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0360388-DC28-4255-9125-BC82C60B9129}">
      <dsp:nvSpPr>
        <dsp:cNvPr id="0" name=""/>
        <dsp:cNvSpPr/>
      </dsp:nvSpPr>
      <dsp:spPr>
        <a:xfrm>
          <a:off x="0" y="4870161"/>
          <a:ext cx="7003777" cy="970364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2240" tIns="142240" rIns="142240" bIns="14224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>
              <a:solidFill>
                <a:srgbClr val="FFFFFF"/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</a:rPr>
            <a:t>Raw FLOP count - What good are FLOP counts when they don't solve a problem? </a:t>
          </a:r>
        </a:p>
      </dsp:txBody>
      <dsp:txXfrm>
        <a:off x="0" y="4870161"/>
        <a:ext cx="7003777" cy="970364"/>
      </dsp:txXfrm>
    </dsp:sp>
    <dsp:sp modelId="{B037029F-467A-4175-ACCD-5BB0BAD5F108}">
      <dsp:nvSpPr>
        <dsp:cNvPr id="0" name=""/>
        <dsp:cNvSpPr/>
      </dsp:nvSpPr>
      <dsp:spPr>
        <a:xfrm rot="10800000">
          <a:off x="0" y="2436620"/>
          <a:ext cx="7003777" cy="2457509"/>
        </a:xfrm>
        <a:prstGeom prst="upArrowCallout">
          <a:avLst/>
        </a:prstGeom>
        <a:solidFill>
          <a:schemeClr val="accent2">
            <a:hueOff val="-752677"/>
            <a:satOff val="-3174"/>
            <a:lumOff val="1569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2240" tIns="142240" rIns="142240" bIns="14224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>
              <a:solidFill>
                <a:srgbClr val="FFFFFF"/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</a:rPr>
            <a:t>How much faster is the parallel version? </a:t>
          </a:r>
          <a:br>
            <a:rPr lang="en-US" sz="2000" kern="1200" dirty="0">
              <a:solidFill>
                <a:srgbClr val="FFFFFF"/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</a:rPr>
          </a:br>
          <a:r>
            <a:rPr lang="en-US" sz="2000" kern="1200" dirty="0">
              <a:solidFill>
                <a:srgbClr val="FFFFFF"/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</a:rPr>
            <a:t>This begs the obvious follow up question – </a:t>
          </a:r>
          <a:br>
            <a:rPr lang="en-US" sz="2000" kern="1200" dirty="0">
              <a:solidFill>
                <a:srgbClr val="FFFFFF"/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</a:rPr>
          </a:br>
          <a:r>
            <a:rPr lang="en-US" sz="2000" kern="1200" dirty="0">
              <a:solidFill>
                <a:srgbClr val="FFFFFF"/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</a:rPr>
            <a:t>what's the baseline serial version with which we compare? </a:t>
          </a:r>
          <a:br>
            <a:rPr lang="en-US" sz="2000" kern="1200" dirty="0">
              <a:solidFill>
                <a:srgbClr val="FFFFFF"/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</a:rPr>
          </a:br>
          <a:r>
            <a:rPr lang="en-US" sz="2000" kern="1200" dirty="0">
              <a:solidFill>
                <a:srgbClr val="FFFFFF"/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</a:rPr>
            <a:t>Can we use a suboptimal serial program to make our parallel program look .</a:t>
          </a:r>
        </a:p>
      </dsp:txBody>
      <dsp:txXfrm rot="10800000">
        <a:off x="0" y="2436620"/>
        <a:ext cx="7003777" cy="1596816"/>
      </dsp:txXfrm>
    </dsp:sp>
    <dsp:sp modelId="{91A80EC5-5433-486D-A2A1-39BF10E8DFEC}">
      <dsp:nvSpPr>
        <dsp:cNvPr id="0" name=""/>
        <dsp:cNvSpPr/>
      </dsp:nvSpPr>
      <dsp:spPr>
        <a:xfrm rot="10800000">
          <a:off x="0" y="3078"/>
          <a:ext cx="7003777" cy="2457509"/>
        </a:xfrm>
        <a:prstGeom prst="upArrowCallout">
          <a:avLst/>
        </a:prstGeom>
        <a:solidFill>
          <a:schemeClr val="accent2">
            <a:hueOff val="-1505353"/>
            <a:satOff val="-6347"/>
            <a:lumOff val="3137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2240" tIns="142240" rIns="142240" bIns="14224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>
              <a:latin typeface="Arial" panose="020B0604020202020204" pitchFamily="34" charset="0"/>
              <a:cs typeface="Arial" panose="020B0604020202020204" pitchFamily="34" charset="0"/>
            </a:rPr>
            <a:t>Wall clock time - the time from the start of the first processor to the stopping time of the last processor in a parallel ensemble. But how does this scale when the number of processors is changed of the program is ported to another machine altogether? </a:t>
          </a:r>
        </a:p>
      </dsp:txBody>
      <dsp:txXfrm rot="10800000">
        <a:off x="0" y="3078"/>
        <a:ext cx="7003777" cy="1596816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186141A-C351-4DED-9869-55A4A97D84AA}">
      <dsp:nvSpPr>
        <dsp:cNvPr id="0" name=""/>
        <dsp:cNvSpPr/>
      </dsp:nvSpPr>
      <dsp:spPr>
        <a:xfrm>
          <a:off x="0" y="949585"/>
          <a:ext cx="7003777" cy="1753081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881F5EF-E907-4B70-B27C-A1BEE31A375E}">
      <dsp:nvSpPr>
        <dsp:cNvPr id="0" name=""/>
        <dsp:cNvSpPr/>
      </dsp:nvSpPr>
      <dsp:spPr>
        <a:xfrm>
          <a:off x="530307" y="1344029"/>
          <a:ext cx="964194" cy="964194"/>
        </a:xfrm>
        <a:prstGeom prst="rect">
          <a:avLst/>
        </a:prstGeom>
        <a:blipFill>
          <a:blip xmlns:r="http://schemas.openxmlformats.org/officeDocument/2006/relationships" r:embed="rId1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2AC5C86-20CD-4005-B020-941F6711844F}">
      <dsp:nvSpPr>
        <dsp:cNvPr id="0" name=""/>
        <dsp:cNvSpPr/>
      </dsp:nvSpPr>
      <dsp:spPr>
        <a:xfrm>
          <a:off x="2024809" y="949585"/>
          <a:ext cx="4978967" cy="175308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85534" tIns="185534" rIns="185534" bIns="185534" numCol="1" spcCol="1270" anchor="ctr" anchorCtr="0">
          <a:noAutofit/>
        </a:bodyPr>
        <a:lstStyle/>
        <a:p>
          <a:pPr marL="0" lvl="0" indent="0" algn="ctr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 dirty="0">
              <a:latin typeface="Arial" panose="020B0604020202020204" pitchFamily="34" charset="0"/>
              <a:cs typeface="Arial" panose="020B0604020202020204" pitchFamily="34" charset="0"/>
            </a:rPr>
            <a:t>Introduction Execution Overhead.</a:t>
          </a:r>
          <a:endParaRPr lang="x-none" sz="2500" kern="1200" dirty="0"/>
        </a:p>
      </dsp:txBody>
      <dsp:txXfrm>
        <a:off x="2024809" y="949585"/>
        <a:ext cx="4978967" cy="1753081"/>
      </dsp:txXfrm>
    </dsp:sp>
    <dsp:sp modelId="{86AFC238-F655-46AB-B4B9-6CFAB4EEE339}">
      <dsp:nvSpPr>
        <dsp:cNvPr id="0" name=""/>
        <dsp:cNvSpPr/>
      </dsp:nvSpPr>
      <dsp:spPr>
        <a:xfrm>
          <a:off x="0" y="3140937"/>
          <a:ext cx="7003777" cy="1753081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06C0FB1-07FE-4287-8822-A312BB62CC32}">
      <dsp:nvSpPr>
        <dsp:cNvPr id="0" name=""/>
        <dsp:cNvSpPr/>
      </dsp:nvSpPr>
      <dsp:spPr>
        <a:xfrm>
          <a:off x="530307" y="3535381"/>
          <a:ext cx="964194" cy="964194"/>
        </a:xfrm>
        <a:prstGeom prst="rect">
          <a:avLst/>
        </a:prstGeom>
        <a:blipFill>
          <a:blip xmlns:r="http://schemas.openxmlformats.org/officeDocument/2006/relationships"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9721C85-6656-4AF3-AE8E-BA79FACC6864}">
      <dsp:nvSpPr>
        <dsp:cNvPr id="0" name=""/>
        <dsp:cNvSpPr/>
      </dsp:nvSpPr>
      <dsp:spPr>
        <a:xfrm>
          <a:off x="2024809" y="3140937"/>
          <a:ext cx="4978967" cy="175308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85534" tIns="185534" rIns="185534" bIns="185534" numCol="1" spcCol="1270" anchor="ctr" anchorCtr="0">
          <a:noAutofit/>
        </a:bodyPr>
        <a:lstStyle/>
        <a:p>
          <a:pPr marL="0" lvl="0" indent="0" algn="ctr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b="0" kern="1200" dirty="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rPr>
            <a:t>Sources of Overhead in Parallel Programs</a:t>
          </a:r>
          <a:endParaRPr lang="x-none" sz="2500" b="0" kern="1200" dirty="0"/>
        </a:p>
      </dsp:txBody>
      <dsp:txXfrm>
        <a:off x="2024809" y="3140937"/>
        <a:ext cx="4978967" cy="1753081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9B6DFAE-A343-4267-BBF8-7F4B9C4449A6}">
      <dsp:nvSpPr>
        <dsp:cNvPr id="0" name=""/>
        <dsp:cNvSpPr/>
      </dsp:nvSpPr>
      <dsp:spPr>
        <a:xfrm>
          <a:off x="0" y="2886492"/>
          <a:ext cx="9529689" cy="1927580"/>
        </a:xfrm>
        <a:prstGeom prst="rect">
          <a:avLst/>
        </a:prstGeom>
        <a:solidFill>
          <a:schemeClr val="accent3">
            <a:lumMod val="75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0688" tIns="170688" rIns="170688" bIns="170688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/>
            <a:t>No - a number of overheads, including wasted computation, communication, idling, and contention cause degradation in performance.</a:t>
          </a:r>
          <a:endParaRPr lang="en-US" sz="2400" kern="1200" dirty="0">
            <a:solidFill>
              <a:schemeClr val="bg1"/>
            </a:solidFill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0" y="2886492"/>
        <a:ext cx="9529689" cy="1927580"/>
      </dsp:txXfrm>
    </dsp:sp>
    <dsp:sp modelId="{77FFFAF0-02A3-4A5F-AEB3-B0DA389158A8}">
      <dsp:nvSpPr>
        <dsp:cNvPr id="0" name=""/>
        <dsp:cNvSpPr/>
      </dsp:nvSpPr>
      <dsp:spPr>
        <a:xfrm rot="10800000">
          <a:off x="0" y="177"/>
          <a:ext cx="9529689" cy="2915228"/>
        </a:xfrm>
        <a:prstGeom prst="upArrowCallout">
          <a:avLst/>
        </a:prstGeom>
        <a:solidFill>
          <a:schemeClr val="accent2">
            <a:lumMod val="75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0688" tIns="170688" rIns="170688" bIns="170688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/>
            <a:t>If I use two processors, should not my program run twice as fast? </a:t>
          </a:r>
        </a:p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400" kern="1200" dirty="0"/>
        </a:p>
      </dsp:txBody>
      <dsp:txXfrm rot="10800000">
        <a:off x="0" y="177"/>
        <a:ext cx="9529689" cy="1894228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8B5BD65-91AC-4458-9B1F-C57B6A6EF593}">
      <dsp:nvSpPr>
        <dsp:cNvPr id="0" name=""/>
        <dsp:cNvSpPr/>
      </dsp:nvSpPr>
      <dsp:spPr>
        <a:xfrm>
          <a:off x="0" y="2631784"/>
          <a:ext cx="9669597" cy="1726735"/>
        </a:xfrm>
        <a:prstGeom prst="rect">
          <a:avLst/>
        </a:prstGeom>
        <a:solidFill>
          <a:schemeClr val="accent3">
            <a:lumMod val="75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8016" tIns="128016" rIns="128016" bIns="128016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 dirty="0"/>
            <a:t>Idling: </a:t>
          </a:r>
          <a:endParaRPr lang="x-none" sz="1800" b="1" kern="1200"/>
        </a:p>
      </dsp:txBody>
      <dsp:txXfrm>
        <a:off x="0" y="2631784"/>
        <a:ext cx="9669597" cy="932437"/>
      </dsp:txXfrm>
    </dsp:sp>
    <dsp:sp modelId="{773B02EB-2AAA-4886-9BBB-11886050F749}">
      <dsp:nvSpPr>
        <dsp:cNvPr id="0" name=""/>
        <dsp:cNvSpPr/>
      </dsp:nvSpPr>
      <dsp:spPr>
        <a:xfrm>
          <a:off x="0" y="3529687"/>
          <a:ext cx="9669597" cy="794298"/>
        </a:xfrm>
        <a:prstGeom prst="rect">
          <a:avLst/>
        </a:prstGeom>
        <a:solidFill>
          <a:schemeClr val="accent1">
            <a:lumMod val="40000"/>
            <a:lumOff val="60000"/>
            <a:alpha val="9000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2240" tIns="25400" rIns="142240" bIns="25400" numCol="1" spcCol="1270" anchor="ctr" anchorCtr="0">
          <a:noAutofit/>
        </a:bodyPr>
        <a:lstStyle/>
        <a:p>
          <a:pPr marL="0" lvl="1" indent="0" algn="ctr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US" sz="2000" kern="1200" dirty="0">
              <a:latin typeface="Arial" panose="020B0604020202020204" pitchFamily="34" charset="0"/>
              <a:cs typeface="Arial" panose="020B0604020202020204" pitchFamily="34" charset="0"/>
            </a:rPr>
            <a:t>Processes may idle because of load imbalance, synchronization, or serial components</a:t>
          </a:r>
          <a:r>
            <a:rPr lang="en-US" sz="2000" kern="1200" dirty="0"/>
            <a:t>. </a:t>
          </a:r>
          <a:endParaRPr lang="en-US" sz="2000" kern="1200" dirty="0">
            <a:solidFill>
              <a:srgbClr val="000000">
                <a:hueOff val="0"/>
                <a:satOff val="0"/>
                <a:lumOff val="0"/>
                <a:alphaOff val="0"/>
              </a:srgbClr>
            </a:solidFill>
            <a:latin typeface="Arial" panose="020B0604020202020204" pitchFamily="34" charset="0"/>
            <a:ea typeface="+mn-ea"/>
            <a:cs typeface="Arial" panose="020B0604020202020204" pitchFamily="34" charset="0"/>
          </a:endParaRPr>
        </a:p>
      </dsp:txBody>
      <dsp:txXfrm>
        <a:off x="0" y="3529687"/>
        <a:ext cx="9669597" cy="794298"/>
      </dsp:txXfrm>
    </dsp:sp>
    <dsp:sp modelId="{4E8A2FA1-D44E-431E-B4BE-568B7AA6D041}">
      <dsp:nvSpPr>
        <dsp:cNvPr id="0" name=""/>
        <dsp:cNvSpPr/>
      </dsp:nvSpPr>
      <dsp:spPr>
        <a:xfrm rot="10800000">
          <a:off x="0" y="1966"/>
          <a:ext cx="9669597" cy="2655719"/>
        </a:xfrm>
        <a:prstGeom prst="upArrowCallout">
          <a:avLst/>
        </a:prstGeom>
        <a:solidFill>
          <a:schemeClr val="accent2">
            <a:lumMod val="75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8016" tIns="128016" rIns="128016" bIns="128016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 dirty="0"/>
            <a:t>Inter-process interactions:</a:t>
          </a:r>
          <a:br>
            <a:rPr lang="en-US" sz="500" kern="1200" dirty="0"/>
          </a:br>
          <a:endParaRPr lang="x-none" sz="500" kern="1200"/>
        </a:p>
      </dsp:txBody>
      <dsp:txXfrm rot="-10800000">
        <a:off x="0" y="1966"/>
        <a:ext cx="9669597" cy="932157"/>
      </dsp:txXfrm>
    </dsp:sp>
    <dsp:sp modelId="{F065C856-0FC1-4DCD-B6C9-453168947EB4}">
      <dsp:nvSpPr>
        <dsp:cNvPr id="0" name=""/>
        <dsp:cNvSpPr/>
      </dsp:nvSpPr>
      <dsp:spPr>
        <a:xfrm>
          <a:off x="0" y="934123"/>
          <a:ext cx="9669597" cy="794060"/>
        </a:xfrm>
        <a:prstGeom prst="rect">
          <a:avLst/>
        </a:prstGeom>
        <a:solidFill>
          <a:schemeClr val="accent1">
            <a:lumMod val="40000"/>
            <a:lumOff val="60000"/>
            <a:alpha val="9000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2240" tIns="25400" rIns="142240" bIns="25400" numCol="1" spcCol="1270" anchor="ctr" anchorCtr="0">
          <a:noAutofit/>
        </a:bodyPr>
        <a:lstStyle/>
        <a:p>
          <a:pPr marL="0" lvl="1" indent="0" algn="ctr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US" sz="2000" kern="1200" dirty="0"/>
            <a:t> </a:t>
          </a:r>
          <a:r>
            <a:rPr lang="en-US" sz="2000" kern="1200" dirty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</a:rPr>
            <a:t>Processors working on any non-trivial parallel problem will need to talk to each other. </a:t>
          </a:r>
        </a:p>
      </dsp:txBody>
      <dsp:txXfrm>
        <a:off x="0" y="934123"/>
        <a:ext cx="9669597" cy="794060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AF676BA-F013-48D5-AD15-62CE0451E6C3}">
      <dsp:nvSpPr>
        <dsp:cNvPr id="0" name=""/>
        <dsp:cNvSpPr/>
      </dsp:nvSpPr>
      <dsp:spPr>
        <a:xfrm rot="5400000">
          <a:off x="-634841" y="634841"/>
          <a:ext cx="4232275" cy="2962592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>
              <a:solidFill>
                <a:srgbClr val="FFFFFF"/>
              </a:solidFill>
              <a:latin typeface="Avenir Next LT Pro"/>
              <a:ea typeface="+mn-ea"/>
              <a:cs typeface="+mn-cs"/>
            </a:rPr>
            <a:t>Excess</a:t>
          </a:r>
          <a:r>
            <a:rPr lang="en-US" sz="3400" kern="1200" dirty="0">
              <a:solidFill>
                <a:srgbClr val="FFFFFF"/>
              </a:solidFill>
              <a:latin typeface="Avenir Next LT Pro"/>
              <a:ea typeface="+mn-ea"/>
              <a:cs typeface="+mn-cs"/>
            </a:rPr>
            <a:t> </a:t>
          </a:r>
          <a:r>
            <a:rPr lang="en-US" sz="2800" kern="1200" dirty="0">
              <a:solidFill>
                <a:srgbClr val="FFFFFF"/>
              </a:solidFill>
              <a:latin typeface="Avenir Next LT Pro"/>
              <a:ea typeface="+mn-ea"/>
              <a:cs typeface="+mn-cs"/>
            </a:rPr>
            <a:t>Computation</a:t>
          </a:r>
          <a:r>
            <a:rPr lang="en-US" sz="3400" kern="1200" dirty="0">
              <a:solidFill>
                <a:schemeClr val="bg1"/>
              </a:solidFill>
            </a:rPr>
            <a:t>: </a:t>
          </a:r>
          <a:endParaRPr lang="x-none" sz="3400" kern="1200" dirty="0">
            <a:solidFill>
              <a:schemeClr val="bg1"/>
            </a:solidFill>
          </a:endParaRPr>
        </a:p>
      </dsp:txBody>
      <dsp:txXfrm rot="-5400000">
        <a:off x="1" y="1481295"/>
        <a:ext cx="2962592" cy="1269683"/>
      </dsp:txXfrm>
    </dsp:sp>
    <dsp:sp modelId="{2E2D3930-9034-48AA-9262-13608BCB0882}">
      <dsp:nvSpPr>
        <dsp:cNvPr id="0" name=""/>
        <dsp:cNvSpPr/>
      </dsp:nvSpPr>
      <dsp:spPr>
        <a:xfrm rot="5400000">
          <a:off x="5363606" y="-2401014"/>
          <a:ext cx="2750978" cy="7553007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2240" tIns="12700" rIns="12700" bIns="12700" numCol="1" spcCol="1270" anchor="ctr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000" kern="1200" dirty="0">
              <a:solidFill>
                <a:srgbClr val="000000"/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</a:rPr>
            <a:t>The difference in computation performed by the parallel program and the best serial program is the excess computation overhead incurred by the parallel program.</a:t>
          </a:r>
          <a:br>
            <a:rPr lang="en-US" sz="2000" kern="1200" dirty="0">
              <a:solidFill>
                <a:srgbClr val="000000"/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</a:rPr>
          </a:br>
          <a:endParaRPr lang="x-none" sz="2000" kern="1200" dirty="0">
            <a:solidFill>
              <a:srgbClr val="000000"/>
            </a:solidFill>
            <a:latin typeface="Arial" panose="020B0604020202020204" pitchFamily="34" charset="0"/>
            <a:ea typeface="+mn-ea"/>
            <a:cs typeface="Arial" panose="020B0604020202020204" pitchFamily="34" charset="0"/>
          </a:endParaRP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altLang="en-PK" sz="2000" kern="1200" dirty="0">
              <a:latin typeface="Arial" panose="020B0604020202020204" pitchFamily="34" charset="0"/>
              <a:cs typeface="Arial" panose="020B0604020202020204" pitchFamily="34" charset="0"/>
            </a:rPr>
            <a:t>This is computation not performed by the serial version. </a:t>
          </a:r>
          <a:br>
            <a:rPr lang="en-US" altLang="en-PK" sz="2000" kern="1200" dirty="0">
              <a:latin typeface="Arial" panose="020B0604020202020204" pitchFamily="34" charset="0"/>
              <a:cs typeface="Arial" panose="020B0604020202020204" pitchFamily="34" charset="0"/>
            </a:rPr>
          </a:br>
          <a:endParaRPr lang="x-none" sz="2000" kern="1200" dirty="0">
            <a:solidFill>
              <a:schemeClr val="tx1"/>
            </a:solidFill>
            <a:latin typeface="Arial" panose="020B0604020202020204" pitchFamily="34" charset="0"/>
            <a:cs typeface="Arial" panose="020B0604020202020204" pitchFamily="34" charset="0"/>
          </a:endParaRP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altLang="en-PK" sz="2000" kern="1200" dirty="0">
              <a:latin typeface="Arial" panose="020B0604020202020204" pitchFamily="34" charset="0"/>
              <a:cs typeface="Arial" panose="020B0604020202020204" pitchFamily="34" charset="0"/>
            </a:rPr>
            <a:t>This might be because the serial algorithm is difficult to parallelize, or that some computations are repeated across processors to minimize communication. </a:t>
          </a:r>
          <a:endParaRPr lang="x-none" sz="2000" kern="1200" dirty="0">
            <a:solidFill>
              <a:schemeClr val="tx1"/>
            </a:solidFill>
            <a:latin typeface="Arial" panose="020B0604020202020204" pitchFamily="34" charset="0"/>
            <a:cs typeface="Arial" panose="020B0604020202020204" pitchFamily="34" charset="0"/>
          </a:endParaRPr>
        </a:p>
      </dsp:txBody>
      <dsp:txXfrm rot="-5400000">
        <a:off x="2962592" y="134292"/>
        <a:ext cx="7418715" cy="2482394"/>
      </dsp:txXfrm>
    </dsp:sp>
  </dsp:spTree>
</dsp:drawing>
</file>

<file path=ppt/diagrams/drawing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186141A-C351-4DED-9869-55A4A97D84AA}">
      <dsp:nvSpPr>
        <dsp:cNvPr id="0" name=""/>
        <dsp:cNvSpPr/>
      </dsp:nvSpPr>
      <dsp:spPr>
        <a:xfrm>
          <a:off x="0" y="949585"/>
          <a:ext cx="7003777" cy="1753081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881F5EF-E907-4B70-B27C-A1BEE31A375E}">
      <dsp:nvSpPr>
        <dsp:cNvPr id="0" name=""/>
        <dsp:cNvSpPr/>
      </dsp:nvSpPr>
      <dsp:spPr>
        <a:xfrm>
          <a:off x="530307" y="1344029"/>
          <a:ext cx="964194" cy="964194"/>
        </a:xfrm>
        <a:prstGeom prst="rect">
          <a:avLst/>
        </a:prstGeom>
        <a:blipFill>
          <a:blip xmlns:r="http://schemas.openxmlformats.org/officeDocument/2006/relationships" r:embed="rId1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2AC5C86-20CD-4005-B020-941F6711844F}">
      <dsp:nvSpPr>
        <dsp:cNvPr id="0" name=""/>
        <dsp:cNvSpPr/>
      </dsp:nvSpPr>
      <dsp:spPr>
        <a:xfrm>
          <a:off x="2024809" y="949585"/>
          <a:ext cx="4978967" cy="175308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85534" tIns="185534" rIns="185534" bIns="185534" numCol="1" spcCol="1270" anchor="ctr" anchorCtr="0">
          <a:noAutofit/>
        </a:bodyPr>
        <a:lstStyle/>
        <a:p>
          <a:pPr marL="0" lvl="0" indent="0" algn="ctr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 dirty="0">
              <a:latin typeface="Arial" panose="020B0604020202020204" pitchFamily="34" charset="0"/>
              <a:cs typeface="Arial" panose="020B0604020202020204" pitchFamily="34" charset="0"/>
            </a:rPr>
            <a:t>Serial vs Parallel Performance.</a:t>
          </a:r>
          <a:endParaRPr lang="x-none" sz="2500" kern="1200" dirty="0"/>
        </a:p>
      </dsp:txBody>
      <dsp:txXfrm>
        <a:off x="2024809" y="949585"/>
        <a:ext cx="4978967" cy="1753081"/>
      </dsp:txXfrm>
    </dsp:sp>
    <dsp:sp modelId="{86AFC238-F655-46AB-B4B9-6CFAB4EEE339}">
      <dsp:nvSpPr>
        <dsp:cNvPr id="0" name=""/>
        <dsp:cNvSpPr/>
      </dsp:nvSpPr>
      <dsp:spPr>
        <a:xfrm>
          <a:off x="0" y="3140937"/>
          <a:ext cx="7003777" cy="1753081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06C0FB1-07FE-4287-8822-A312BB62CC32}">
      <dsp:nvSpPr>
        <dsp:cNvPr id="0" name=""/>
        <dsp:cNvSpPr/>
      </dsp:nvSpPr>
      <dsp:spPr>
        <a:xfrm>
          <a:off x="530307" y="3535381"/>
          <a:ext cx="964194" cy="964194"/>
        </a:xfrm>
        <a:prstGeom prst="rect">
          <a:avLst/>
        </a:prstGeom>
        <a:blipFill>
          <a:blip xmlns:r="http://schemas.openxmlformats.org/officeDocument/2006/relationships"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9721C85-6656-4AF3-AE8E-BA79FACC6864}">
      <dsp:nvSpPr>
        <dsp:cNvPr id="0" name=""/>
        <dsp:cNvSpPr/>
      </dsp:nvSpPr>
      <dsp:spPr>
        <a:xfrm>
          <a:off x="2024809" y="3140937"/>
          <a:ext cx="4978967" cy="175308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85534" tIns="185534" rIns="185534" bIns="185534" numCol="1" spcCol="1270" anchor="ctr" anchorCtr="0">
          <a:noAutofit/>
        </a:bodyPr>
        <a:lstStyle/>
        <a:p>
          <a:pPr marL="0" lvl="0" indent="0" algn="ctr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b="0" kern="1200" dirty="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rPr>
            <a:t>Performance Metrics</a:t>
          </a:r>
          <a:endParaRPr lang="x-none" sz="2500" b="0" kern="1200" dirty="0"/>
        </a:p>
      </dsp:txBody>
      <dsp:txXfrm>
        <a:off x="2024809" y="3140937"/>
        <a:ext cx="4978967" cy="1753081"/>
      </dsp:txXfrm>
    </dsp:sp>
  </dsp:spTree>
</dsp:drawing>
</file>

<file path=ppt/diagrams/drawing1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592BC26-33F9-4460-8183-6EC44E7BD357}">
      <dsp:nvSpPr>
        <dsp:cNvPr id="0" name=""/>
        <dsp:cNvSpPr/>
      </dsp:nvSpPr>
      <dsp:spPr>
        <a:xfrm>
          <a:off x="0" y="3615825"/>
          <a:ext cx="9529689" cy="1196510"/>
        </a:xfrm>
        <a:prstGeom prst="rect">
          <a:avLst/>
        </a:prstGeom>
        <a:solidFill>
          <a:schemeClr val="accent4">
            <a:lumMod val="75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2240" tIns="142240" rIns="142240" bIns="14224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en-PK" sz="2000" kern="1200" dirty="0">
              <a:solidFill>
                <a:srgbClr val="FFFFFF"/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</a:rPr>
            <a:t>We denote the serial runtime by </a:t>
          </a:r>
          <a:r>
            <a:rPr lang="en-US" altLang="en-PK" sz="2000" b="1" i="1" kern="1200" dirty="0"/>
            <a:t>T</a:t>
          </a:r>
          <a:r>
            <a:rPr lang="en-US" altLang="en-PK" sz="2000" b="1" i="1" kern="1200" baseline="-25000" dirty="0"/>
            <a:t>S </a:t>
          </a:r>
          <a:r>
            <a:rPr lang="en-US" altLang="en-PK" sz="2000" kern="1200" dirty="0">
              <a:solidFill>
                <a:srgbClr val="FFFFFF"/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</a:rPr>
            <a:t>and the parallel runtime by T</a:t>
          </a:r>
          <a:r>
            <a:rPr lang="en-US" altLang="en-PK" sz="2000" b="1" i="1" kern="1200" baseline="-25000" dirty="0">
              <a:solidFill>
                <a:srgbClr val="FFFFFF"/>
              </a:solidFill>
              <a:latin typeface="Avenir Next LT Pro"/>
              <a:ea typeface="+mn-ea"/>
              <a:cs typeface="+mn-cs"/>
            </a:rPr>
            <a:t>P</a:t>
          </a:r>
          <a:r>
            <a:rPr lang="en-US" altLang="en-PK" sz="2000" kern="1200" dirty="0">
              <a:solidFill>
                <a:srgbClr val="FFFFFF"/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</a:rPr>
            <a:t> .</a:t>
          </a:r>
          <a:endParaRPr lang="en-US" sz="2000" kern="1200" dirty="0">
            <a:solidFill>
              <a:srgbClr val="FFFFFF"/>
            </a:solidFill>
            <a:latin typeface="Arial" panose="020B0604020202020204" pitchFamily="34" charset="0"/>
            <a:ea typeface="+mn-ea"/>
            <a:cs typeface="Arial" panose="020B0604020202020204" pitchFamily="34" charset="0"/>
          </a:endParaRPr>
        </a:p>
      </dsp:txBody>
      <dsp:txXfrm>
        <a:off x="0" y="3615825"/>
        <a:ext cx="9529689" cy="1196510"/>
      </dsp:txXfrm>
    </dsp:sp>
    <dsp:sp modelId="{FE6F8DB8-44A0-4A2D-AB9F-17E9492F9DB4}">
      <dsp:nvSpPr>
        <dsp:cNvPr id="0" name=""/>
        <dsp:cNvSpPr/>
      </dsp:nvSpPr>
      <dsp:spPr>
        <a:xfrm rot="10800000">
          <a:off x="0" y="1793540"/>
          <a:ext cx="9529689" cy="1840232"/>
        </a:xfrm>
        <a:prstGeom prst="upArrowCallout">
          <a:avLst/>
        </a:prstGeom>
        <a:solidFill>
          <a:schemeClr val="accent3">
            <a:lumMod val="75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2240" tIns="142240" rIns="142240" bIns="14224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en-PK" sz="2000" kern="1200" dirty="0">
              <a:solidFill>
                <a:srgbClr val="FFFFFF"/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</a:rPr>
            <a:t>The parallel runtime is the time that elapses from the moment the first processor starts to the moment the last processor finishes execution. </a:t>
          </a:r>
          <a:endParaRPr lang="en-US" sz="2000" kern="1200" dirty="0">
            <a:solidFill>
              <a:srgbClr val="FFFFFF"/>
            </a:solidFill>
            <a:latin typeface="Arial" panose="020B0604020202020204" pitchFamily="34" charset="0"/>
            <a:ea typeface="+mn-ea"/>
            <a:cs typeface="Arial" panose="020B0604020202020204" pitchFamily="34" charset="0"/>
          </a:endParaRPr>
        </a:p>
      </dsp:txBody>
      <dsp:txXfrm rot="10800000">
        <a:off x="0" y="1793540"/>
        <a:ext cx="9529689" cy="1195728"/>
      </dsp:txXfrm>
    </dsp:sp>
    <dsp:sp modelId="{77FFFAF0-02A3-4A5F-AEB3-B0DA389158A8}">
      <dsp:nvSpPr>
        <dsp:cNvPr id="0" name=""/>
        <dsp:cNvSpPr/>
      </dsp:nvSpPr>
      <dsp:spPr>
        <a:xfrm rot="10800000">
          <a:off x="0" y="0"/>
          <a:ext cx="9529689" cy="1809574"/>
        </a:xfrm>
        <a:prstGeom prst="upArrowCallout">
          <a:avLst/>
        </a:prstGeom>
        <a:solidFill>
          <a:schemeClr val="accent2">
            <a:lumMod val="75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2240" tIns="142240" rIns="142240" bIns="14224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altLang="en-PK" sz="2000" kern="1200" dirty="0">
            <a:latin typeface="Arial" panose="020B0604020202020204" pitchFamily="34" charset="0"/>
            <a:cs typeface="Arial" panose="020B0604020202020204" pitchFamily="34" charset="0"/>
          </a:endParaRPr>
        </a:p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en-PK" sz="2000" kern="1200" dirty="0">
              <a:latin typeface="Arial" panose="020B0604020202020204" pitchFamily="34" charset="0"/>
              <a:cs typeface="Arial" panose="020B0604020202020204" pitchFamily="34" charset="0"/>
            </a:rPr>
            <a:t>Serial runtime of a program is the time elapsed between the beginning and the end of its execution on a sequential computer. </a:t>
          </a:r>
          <a:endParaRPr lang="en-US" sz="2000" kern="1200" dirty="0">
            <a:latin typeface="Arial" panose="020B0604020202020204" pitchFamily="34" charset="0"/>
            <a:cs typeface="Arial" panose="020B0604020202020204" pitchFamily="34" charset="0"/>
          </a:endParaRPr>
        </a:p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400" kern="1200" dirty="0"/>
        </a:p>
      </dsp:txBody>
      <dsp:txXfrm rot="10800000">
        <a:off x="0" y="0"/>
        <a:ext cx="9529689" cy="1175807"/>
      </dsp:txXfrm>
    </dsp:sp>
  </dsp:spTree>
</dsp:drawing>
</file>

<file path=ppt/diagrams/drawing1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592BC26-33F9-4460-8183-6EC44E7BD357}">
      <dsp:nvSpPr>
        <dsp:cNvPr id="0" name=""/>
        <dsp:cNvSpPr/>
      </dsp:nvSpPr>
      <dsp:spPr>
        <a:xfrm>
          <a:off x="0" y="3615825"/>
          <a:ext cx="9529689" cy="1196510"/>
        </a:xfrm>
        <a:prstGeom prst="rect">
          <a:avLst/>
        </a:prstGeom>
        <a:solidFill>
          <a:schemeClr val="accent4">
            <a:lumMod val="75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2240" tIns="142240" rIns="142240" bIns="14224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en-PK" sz="2000" b="1" i="1" kern="1200" dirty="0"/>
            <a:t>T</a:t>
          </a:r>
          <a:r>
            <a:rPr lang="en-US" altLang="en-PK" sz="2000" b="1" i="1" kern="1200" baseline="-25000" dirty="0"/>
            <a:t>all</a:t>
          </a:r>
          <a:r>
            <a:rPr lang="en-US" altLang="en-PK" sz="2000" kern="1200" dirty="0"/>
            <a:t>  - </a:t>
          </a:r>
          <a:r>
            <a:rPr lang="en-US" altLang="en-PK" sz="2000" b="1" i="1" kern="1200" dirty="0"/>
            <a:t>T</a:t>
          </a:r>
          <a:r>
            <a:rPr lang="en-US" altLang="en-PK" sz="2000" b="1" i="1" kern="1200" baseline="-25000" dirty="0"/>
            <a:t>S</a:t>
          </a:r>
          <a:r>
            <a:rPr lang="en-US" altLang="en-PK" sz="2000" kern="1200" dirty="0"/>
            <a:t> </a:t>
          </a:r>
          <a:r>
            <a:rPr lang="en-US" altLang="en-PK" sz="2000" kern="1200" dirty="0">
              <a:solidFill>
                <a:srgbClr val="FFFFFF"/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</a:rPr>
            <a:t>is then the total time spend by all processors combined in non-useful work. This is called the total overhead.</a:t>
          </a:r>
          <a:endParaRPr lang="en-US" sz="2000" kern="1200" dirty="0">
            <a:solidFill>
              <a:srgbClr val="FFFFFF"/>
            </a:solidFill>
            <a:latin typeface="Arial" panose="020B0604020202020204" pitchFamily="34" charset="0"/>
            <a:ea typeface="+mn-ea"/>
            <a:cs typeface="Arial" panose="020B0604020202020204" pitchFamily="34" charset="0"/>
          </a:endParaRPr>
        </a:p>
      </dsp:txBody>
      <dsp:txXfrm>
        <a:off x="0" y="3615825"/>
        <a:ext cx="9529689" cy="1196510"/>
      </dsp:txXfrm>
    </dsp:sp>
    <dsp:sp modelId="{FE6F8DB8-44A0-4A2D-AB9F-17E9492F9DB4}">
      <dsp:nvSpPr>
        <dsp:cNvPr id="0" name=""/>
        <dsp:cNvSpPr/>
      </dsp:nvSpPr>
      <dsp:spPr>
        <a:xfrm rot="10800000">
          <a:off x="0" y="1793540"/>
          <a:ext cx="9529689" cy="1840232"/>
        </a:xfrm>
        <a:prstGeom prst="upArrowCallout">
          <a:avLst/>
        </a:prstGeom>
        <a:solidFill>
          <a:schemeClr val="accent3">
            <a:lumMod val="75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2240" tIns="142240" rIns="142240" bIns="14224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en-PK" sz="2000" kern="1200" dirty="0">
              <a:solidFill>
                <a:srgbClr val="FFFFFF"/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</a:rPr>
            <a:t>Let </a:t>
          </a:r>
          <a:r>
            <a:rPr lang="en-US" altLang="en-PK" sz="2000" b="1" i="1" kern="1200" dirty="0"/>
            <a:t>T</a:t>
          </a:r>
          <a:r>
            <a:rPr lang="en-US" altLang="en-PK" sz="2000" b="1" i="1" kern="1200" baseline="-25000" dirty="0"/>
            <a:t>all </a:t>
          </a:r>
          <a:r>
            <a:rPr lang="en-US" altLang="en-PK" sz="2000" kern="1200" dirty="0">
              <a:solidFill>
                <a:srgbClr val="FFFFFF"/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</a:rPr>
            <a:t>be the total time collectively spent by all the processing elements and </a:t>
          </a:r>
          <a:r>
            <a:rPr lang="en-US" altLang="en-PK" sz="2000" b="1" i="1" kern="1200" dirty="0"/>
            <a:t>T</a:t>
          </a:r>
          <a:r>
            <a:rPr lang="en-US" altLang="en-PK" sz="2000" b="1" i="1" kern="1200" baseline="-25000" dirty="0"/>
            <a:t>S</a:t>
          </a:r>
          <a:r>
            <a:rPr lang="en-US" altLang="en-PK" sz="2000" kern="1200" dirty="0"/>
            <a:t>  </a:t>
          </a:r>
          <a:r>
            <a:rPr lang="en-US" altLang="en-PK" sz="2000" kern="1200" dirty="0">
              <a:solidFill>
                <a:srgbClr val="FFFFFF"/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</a:rPr>
            <a:t>is the serial time. </a:t>
          </a:r>
          <a:endParaRPr lang="en-US" sz="2000" kern="1200" dirty="0">
            <a:solidFill>
              <a:srgbClr val="FFFFFF"/>
            </a:solidFill>
            <a:latin typeface="Arial" panose="020B0604020202020204" pitchFamily="34" charset="0"/>
            <a:ea typeface="+mn-ea"/>
            <a:cs typeface="Arial" panose="020B0604020202020204" pitchFamily="34" charset="0"/>
          </a:endParaRPr>
        </a:p>
      </dsp:txBody>
      <dsp:txXfrm rot="10800000">
        <a:off x="0" y="1793540"/>
        <a:ext cx="9529689" cy="1195728"/>
      </dsp:txXfrm>
    </dsp:sp>
    <dsp:sp modelId="{77FFFAF0-02A3-4A5F-AEB3-B0DA389158A8}">
      <dsp:nvSpPr>
        <dsp:cNvPr id="0" name=""/>
        <dsp:cNvSpPr/>
      </dsp:nvSpPr>
      <dsp:spPr>
        <a:xfrm rot="10800000">
          <a:off x="0" y="0"/>
          <a:ext cx="9529689" cy="1809574"/>
        </a:xfrm>
        <a:prstGeom prst="upArrowCallout">
          <a:avLst/>
        </a:prstGeom>
        <a:solidFill>
          <a:schemeClr val="accent2">
            <a:lumMod val="75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2240" tIns="142240" rIns="142240" bIns="14224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altLang="en-PK" sz="2000" kern="1200" dirty="0">
            <a:latin typeface="Arial" panose="020B0604020202020204" pitchFamily="34" charset="0"/>
            <a:cs typeface="Arial" panose="020B0604020202020204" pitchFamily="34" charset="0"/>
          </a:endParaRPr>
        </a:p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en-PK" sz="2000" kern="1200" dirty="0">
              <a:latin typeface="Arial" panose="020B0604020202020204" pitchFamily="34" charset="0"/>
              <a:cs typeface="Arial" panose="020B0604020202020204" pitchFamily="34" charset="0"/>
            </a:rPr>
            <a:t>The total time collectively spent by all the processing elements over and above that required by the fastest known sequential algorithm for solving the same problem on a single processing element.</a:t>
          </a:r>
          <a:endParaRPr lang="en-US" sz="2000" kern="1200" dirty="0">
            <a:latin typeface="Arial" panose="020B0604020202020204" pitchFamily="34" charset="0"/>
            <a:cs typeface="Arial" panose="020B0604020202020204" pitchFamily="34" charset="0"/>
          </a:endParaRPr>
        </a:p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400" kern="1200" dirty="0"/>
        </a:p>
      </dsp:txBody>
      <dsp:txXfrm rot="10800000">
        <a:off x="0" y="0"/>
        <a:ext cx="9529689" cy="1175807"/>
      </dsp:txXfrm>
    </dsp:sp>
  </dsp:spTree>
</dsp:drawing>
</file>

<file path=ppt/diagrams/drawing1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AF7D40D-FD0A-4EE9-B27B-9BF3588A7121}">
      <dsp:nvSpPr>
        <dsp:cNvPr id="0" name=""/>
        <dsp:cNvSpPr/>
      </dsp:nvSpPr>
      <dsp:spPr>
        <a:xfrm>
          <a:off x="0" y="2886492"/>
          <a:ext cx="9529689" cy="1927580"/>
        </a:xfrm>
        <a:prstGeom prst="rect">
          <a:avLst/>
        </a:prstGeom>
        <a:solidFill>
          <a:schemeClr val="accent3">
            <a:lumMod val="75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2240" tIns="142240" rIns="142240" bIns="14224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en-PK" sz="2000" kern="1200" dirty="0">
              <a:solidFill>
                <a:srgbClr val="FFFFFF"/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</a:rPr>
            <a:t>The overhead function (</a:t>
          </a:r>
          <a:r>
            <a:rPr lang="en-US" altLang="en-PK" sz="2000" b="1" i="1" kern="1200" dirty="0"/>
            <a:t>T</a:t>
          </a:r>
          <a:r>
            <a:rPr lang="en-US" altLang="en-PK" sz="2000" b="1" i="1" kern="1200" baseline="-25000" dirty="0"/>
            <a:t>o</a:t>
          </a:r>
          <a:r>
            <a:rPr lang="en-US" altLang="en-PK" sz="2000" kern="1200" dirty="0">
              <a:solidFill>
                <a:srgbClr val="FFFFFF"/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</a:rPr>
            <a:t>) is therefore given by </a:t>
          </a:r>
        </a:p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FontTx/>
            <a:buNone/>
          </a:pPr>
          <a:r>
            <a:rPr lang="en-US" altLang="en-PK" sz="2000" b="1" i="1" kern="1200" dirty="0"/>
            <a:t>T</a:t>
          </a:r>
          <a:r>
            <a:rPr lang="en-US" altLang="en-PK" sz="2000" b="1" i="1" kern="1200" baseline="-25000" dirty="0"/>
            <a:t>o</a:t>
          </a:r>
          <a:r>
            <a:rPr lang="en-US" altLang="en-PK" sz="2000" kern="1200" dirty="0"/>
            <a:t> = </a:t>
          </a:r>
          <a:r>
            <a:rPr lang="en-US" altLang="en-PK" sz="2000" b="1" i="1" kern="1200" dirty="0"/>
            <a:t>p T</a:t>
          </a:r>
          <a:r>
            <a:rPr lang="en-US" altLang="en-PK" sz="2000" b="1" i="1" kern="1200" baseline="-25000" dirty="0"/>
            <a:t>P</a:t>
          </a:r>
          <a:r>
            <a:rPr lang="en-US" altLang="en-PK" sz="2000" kern="1200" dirty="0"/>
            <a:t> - </a:t>
          </a:r>
          <a:r>
            <a:rPr lang="en-US" altLang="en-PK" sz="2000" b="1" i="1" kern="1200" dirty="0"/>
            <a:t>T</a:t>
          </a:r>
          <a:r>
            <a:rPr lang="en-US" altLang="en-PK" sz="2000" b="1" i="1" kern="1200" baseline="-25000" dirty="0"/>
            <a:t>S</a:t>
          </a:r>
          <a:r>
            <a:rPr lang="en-US" altLang="en-PK" sz="2000" kern="1200" dirty="0"/>
            <a:t> </a:t>
          </a:r>
          <a:endParaRPr lang="en-US" sz="2000" kern="1200" dirty="0">
            <a:solidFill>
              <a:srgbClr val="FFFFFF"/>
            </a:solidFill>
            <a:latin typeface="Arial" panose="020B0604020202020204" pitchFamily="34" charset="0"/>
            <a:ea typeface="+mn-ea"/>
            <a:cs typeface="Arial" panose="020B0604020202020204" pitchFamily="34" charset="0"/>
          </a:endParaRPr>
        </a:p>
      </dsp:txBody>
      <dsp:txXfrm>
        <a:off x="0" y="2886492"/>
        <a:ext cx="9529689" cy="1927580"/>
      </dsp:txXfrm>
    </dsp:sp>
    <dsp:sp modelId="{77FFFAF0-02A3-4A5F-AEB3-B0DA389158A8}">
      <dsp:nvSpPr>
        <dsp:cNvPr id="0" name=""/>
        <dsp:cNvSpPr/>
      </dsp:nvSpPr>
      <dsp:spPr>
        <a:xfrm rot="10800000">
          <a:off x="0" y="0"/>
          <a:ext cx="9529689" cy="2915228"/>
        </a:xfrm>
        <a:prstGeom prst="upArrowCallout">
          <a:avLst/>
        </a:prstGeom>
        <a:solidFill>
          <a:schemeClr val="accent2">
            <a:lumMod val="75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2240" tIns="142240" rIns="142240" bIns="14224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en-PK" sz="2000" kern="1200" dirty="0">
              <a:solidFill>
                <a:srgbClr val="FFFFFF"/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</a:rPr>
            <a:t>The total time collectively spent by all the processing elements </a:t>
          </a:r>
        </a:p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FontTx/>
            <a:buNone/>
          </a:pPr>
          <a:r>
            <a:rPr lang="en-US" altLang="en-PK" sz="2000" b="1" i="1" kern="1200" dirty="0"/>
            <a:t>T</a:t>
          </a:r>
          <a:r>
            <a:rPr lang="en-US" altLang="en-PK" sz="2000" b="1" i="1" kern="1200" baseline="-25000" dirty="0"/>
            <a:t>all</a:t>
          </a:r>
          <a:r>
            <a:rPr lang="en-US" altLang="en-PK" sz="2000" kern="1200" dirty="0"/>
            <a:t> = </a:t>
          </a:r>
          <a:r>
            <a:rPr lang="en-US" altLang="en-PK" sz="2000" b="1" i="1" kern="1200" dirty="0"/>
            <a:t>p T</a:t>
          </a:r>
          <a:r>
            <a:rPr lang="en-US" altLang="en-PK" sz="2000" b="1" i="1" kern="1200" baseline="-25000" dirty="0"/>
            <a:t>P  	</a:t>
          </a:r>
          <a:r>
            <a:rPr lang="en-US" altLang="en-PK" sz="2000" kern="1200" dirty="0">
              <a:solidFill>
                <a:srgbClr val="FFFFFF"/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</a:rPr>
            <a:t>(</a:t>
          </a:r>
          <a:r>
            <a:rPr lang="en-US" altLang="en-PK" sz="2000" b="1" i="1" kern="1200" dirty="0"/>
            <a:t>p</a:t>
          </a:r>
          <a:r>
            <a:rPr lang="en-US" altLang="en-PK" sz="2000" kern="1200" dirty="0"/>
            <a:t> </a:t>
          </a:r>
          <a:r>
            <a:rPr lang="en-US" altLang="en-PK" sz="2000" kern="1200" dirty="0">
              <a:solidFill>
                <a:srgbClr val="FFFFFF"/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</a:rPr>
            <a:t>is the number of processors). </a:t>
          </a:r>
          <a:endParaRPr lang="en-US" sz="2000" kern="1200" dirty="0">
            <a:solidFill>
              <a:srgbClr val="FFFFFF"/>
            </a:solidFill>
            <a:latin typeface="Arial" panose="020B0604020202020204" pitchFamily="34" charset="0"/>
            <a:ea typeface="+mn-ea"/>
            <a:cs typeface="Arial" panose="020B0604020202020204" pitchFamily="34" charset="0"/>
          </a:endParaRPr>
        </a:p>
      </dsp:txBody>
      <dsp:txXfrm rot="10800000">
        <a:off x="0" y="0"/>
        <a:ext cx="9529689" cy="1894228"/>
      </dsp:txXfrm>
    </dsp:sp>
  </dsp:spTree>
</dsp:drawing>
</file>

<file path=ppt/diagrams/drawing1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186141A-C351-4DED-9869-55A4A97D84AA}">
      <dsp:nvSpPr>
        <dsp:cNvPr id="0" name=""/>
        <dsp:cNvSpPr/>
      </dsp:nvSpPr>
      <dsp:spPr>
        <a:xfrm>
          <a:off x="0" y="949585"/>
          <a:ext cx="7003777" cy="1753081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881F5EF-E907-4B70-B27C-A1BEE31A375E}">
      <dsp:nvSpPr>
        <dsp:cNvPr id="0" name=""/>
        <dsp:cNvSpPr/>
      </dsp:nvSpPr>
      <dsp:spPr>
        <a:xfrm>
          <a:off x="530307" y="1344029"/>
          <a:ext cx="964194" cy="964194"/>
        </a:xfrm>
        <a:prstGeom prst="rect">
          <a:avLst/>
        </a:prstGeom>
        <a:blipFill>
          <a:blip xmlns:r="http://schemas.openxmlformats.org/officeDocument/2006/relationships" r:embed="rId1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2AC5C86-20CD-4005-B020-941F6711844F}">
      <dsp:nvSpPr>
        <dsp:cNvPr id="0" name=""/>
        <dsp:cNvSpPr/>
      </dsp:nvSpPr>
      <dsp:spPr>
        <a:xfrm>
          <a:off x="2024809" y="949585"/>
          <a:ext cx="4978967" cy="175308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85534" tIns="185534" rIns="185534" bIns="185534" numCol="1" spcCol="1270" anchor="ctr" anchorCtr="0">
          <a:noAutofit/>
        </a:bodyPr>
        <a:lstStyle/>
        <a:p>
          <a:pPr marL="0" lvl="0" indent="0" algn="ctr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 dirty="0">
              <a:latin typeface="Arial" panose="020B0604020202020204" pitchFamily="34" charset="0"/>
              <a:cs typeface="Arial" panose="020B0604020202020204" pitchFamily="34" charset="0"/>
            </a:rPr>
            <a:t>Introduction to Speedup.</a:t>
          </a:r>
          <a:endParaRPr lang="x-none" sz="2500" kern="1200" dirty="0"/>
        </a:p>
      </dsp:txBody>
      <dsp:txXfrm>
        <a:off x="2024809" y="949585"/>
        <a:ext cx="4978967" cy="1753081"/>
      </dsp:txXfrm>
    </dsp:sp>
    <dsp:sp modelId="{86AFC238-F655-46AB-B4B9-6CFAB4EEE339}">
      <dsp:nvSpPr>
        <dsp:cNvPr id="0" name=""/>
        <dsp:cNvSpPr/>
      </dsp:nvSpPr>
      <dsp:spPr>
        <a:xfrm>
          <a:off x="0" y="3140937"/>
          <a:ext cx="7003777" cy="1753081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06C0FB1-07FE-4287-8822-A312BB62CC32}">
      <dsp:nvSpPr>
        <dsp:cNvPr id="0" name=""/>
        <dsp:cNvSpPr/>
      </dsp:nvSpPr>
      <dsp:spPr>
        <a:xfrm>
          <a:off x="530307" y="3535381"/>
          <a:ext cx="964194" cy="964194"/>
        </a:xfrm>
        <a:prstGeom prst="rect">
          <a:avLst/>
        </a:prstGeom>
        <a:blipFill>
          <a:blip xmlns:r="http://schemas.openxmlformats.org/officeDocument/2006/relationships"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9721C85-6656-4AF3-AE8E-BA79FACC6864}">
      <dsp:nvSpPr>
        <dsp:cNvPr id="0" name=""/>
        <dsp:cNvSpPr/>
      </dsp:nvSpPr>
      <dsp:spPr>
        <a:xfrm>
          <a:off x="2024809" y="3140937"/>
          <a:ext cx="4978967" cy="175308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85534" tIns="185534" rIns="185534" bIns="185534" numCol="1" spcCol="1270" anchor="ctr" anchorCtr="0">
          <a:noAutofit/>
        </a:bodyPr>
        <a:lstStyle/>
        <a:p>
          <a:pPr marL="0" lvl="0" indent="0" algn="ctr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b="0" kern="1200" dirty="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rPr>
            <a:t>Speedup Example</a:t>
          </a:r>
          <a:endParaRPr lang="x-none" sz="2500" b="0" kern="1200" dirty="0"/>
        </a:p>
      </dsp:txBody>
      <dsp:txXfrm>
        <a:off x="2024809" y="3140937"/>
        <a:ext cx="4978967" cy="1753081"/>
      </dsp:txXfrm>
    </dsp:sp>
  </dsp:spTree>
</dsp:drawing>
</file>

<file path=ppt/diagrams/drawing1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FCA9D39-C6BB-4395-9481-7D11F4C6909F}">
      <dsp:nvSpPr>
        <dsp:cNvPr id="0" name=""/>
        <dsp:cNvSpPr/>
      </dsp:nvSpPr>
      <dsp:spPr>
        <a:xfrm>
          <a:off x="2" y="0"/>
          <a:ext cx="9669593" cy="4255712"/>
        </a:xfrm>
        <a:prstGeom prst="rightArrow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47A4F0A-0B8D-48BA-9910-E99A2C2A8EFF}">
      <dsp:nvSpPr>
        <dsp:cNvPr id="0" name=""/>
        <dsp:cNvSpPr/>
      </dsp:nvSpPr>
      <dsp:spPr>
        <a:xfrm>
          <a:off x="136875" y="1276713"/>
          <a:ext cx="4450295" cy="1702284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en-PK" sz="2000" kern="1200" dirty="0"/>
            <a:t>Consider the problem of adding </a:t>
          </a:r>
          <a:r>
            <a:rPr lang="en-US" altLang="en-PK" sz="2000" b="1" i="1" kern="1200" dirty="0"/>
            <a:t>n</a:t>
          </a:r>
          <a:r>
            <a:rPr lang="en-US" altLang="en-PK" sz="2000" kern="1200" dirty="0"/>
            <a:t> numbers by using </a:t>
          </a:r>
          <a:r>
            <a:rPr lang="en-US" altLang="en-PK" sz="2000" b="1" i="1" kern="1200" dirty="0"/>
            <a:t>n</a:t>
          </a:r>
          <a:r>
            <a:rPr lang="en-US" altLang="en-PK" sz="2000" kern="1200" dirty="0"/>
            <a:t> processing elements. </a:t>
          </a:r>
          <a:endParaRPr lang="x-none" sz="2000" kern="1200" dirty="0"/>
        </a:p>
      </dsp:txBody>
      <dsp:txXfrm>
        <a:off x="219974" y="1359812"/>
        <a:ext cx="4284097" cy="1536086"/>
      </dsp:txXfrm>
    </dsp:sp>
    <dsp:sp modelId="{418CB92C-366C-4FF8-97AC-66FBD22B220C}">
      <dsp:nvSpPr>
        <dsp:cNvPr id="0" name=""/>
        <dsp:cNvSpPr/>
      </dsp:nvSpPr>
      <dsp:spPr>
        <a:xfrm>
          <a:off x="4842130" y="1276713"/>
          <a:ext cx="4690591" cy="1702284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en-PK" sz="2000" kern="1200" dirty="0"/>
            <a:t>If </a:t>
          </a:r>
          <a:r>
            <a:rPr lang="en-US" altLang="en-PK" sz="2000" b="1" i="1" kern="1200" dirty="0"/>
            <a:t>n</a:t>
          </a:r>
          <a:r>
            <a:rPr lang="en-US" altLang="en-PK" sz="2000" kern="1200" dirty="0"/>
            <a:t> is a power of two, we can perform this operation in </a:t>
          </a:r>
          <a:r>
            <a:rPr lang="en-US" altLang="en-PK" sz="2000" b="1" kern="1200" dirty="0"/>
            <a:t>log</a:t>
          </a:r>
          <a:r>
            <a:rPr lang="en-US" altLang="en-PK" sz="2000" b="1" i="1" kern="1200" dirty="0"/>
            <a:t> n</a:t>
          </a:r>
          <a:r>
            <a:rPr lang="en-US" altLang="en-PK" sz="2000" kern="1200" dirty="0"/>
            <a:t> steps by propagating partial sums up a logical binary tree of processors. </a:t>
          </a:r>
          <a:endParaRPr lang="x-none" sz="2000" kern="1200" dirty="0"/>
        </a:p>
      </dsp:txBody>
      <dsp:txXfrm>
        <a:off x="4925229" y="1359812"/>
        <a:ext cx="4524393" cy="1536086"/>
      </dsp:txXfrm>
    </dsp:sp>
  </dsp:spTree>
</dsp:drawing>
</file>

<file path=ppt/diagrams/drawing1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0360388-DC28-4255-9125-BC82C60B9129}">
      <dsp:nvSpPr>
        <dsp:cNvPr id="0" name=""/>
        <dsp:cNvSpPr/>
      </dsp:nvSpPr>
      <dsp:spPr>
        <a:xfrm>
          <a:off x="0" y="4610335"/>
          <a:ext cx="7003777" cy="1232020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2240" tIns="142240" rIns="142240" bIns="14224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en-PK" sz="2000" kern="1200" dirty="0">
              <a:solidFill>
                <a:srgbClr val="FFFFFF"/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</a:rPr>
            <a:t>Speedup</a:t>
          </a:r>
          <a:r>
            <a:rPr lang="en-US" altLang="en-PK" sz="2000" kern="1200" dirty="0"/>
            <a:t> </a:t>
          </a:r>
          <a:r>
            <a:rPr lang="en-US" altLang="en-PK" sz="2000" b="1" i="1" kern="1200" dirty="0"/>
            <a:t>S</a:t>
          </a:r>
          <a:r>
            <a:rPr lang="en-US" altLang="en-PK" sz="2000" kern="1200" dirty="0"/>
            <a:t> </a:t>
          </a:r>
          <a:r>
            <a:rPr lang="en-US" altLang="en-PK" sz="2000" kern="1200" dirty="0">
              <a:solidFill>
                <a:srgbClr val="FFFFFF"/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</a:rPr>
            <a:t>is given by </a:t>
          </a:r>
          <a:r>
            <a:rPr lang="en-US" altLang="en-PK" sz="2000" b="1" i="1" kern="1200" dirty="0"/>
            <a:t>S</a:t>
          </a:r>
          <a:r>
            <a:rPr lang="en-US" altLang="en-PK" sz="2000" kern="1200" dirty="0"/>
            <a:t> = </a:t>
          </a:r>
          <a:r>
            <a:rPr lang="el-GR" altLang="en-PK" sz="2000" kern="1200" dirty="0">
              <a:cs typeface="Arial" panose="020B0604020202020204" pitchFamily="34" charset="0"/>
            </a:rPr>
            <a:t>Θ</a:t>
          </a:r>
          <a:r>
            <a:rPr lang="en-US" altLang="en-PK" sz="2000" kern="1200" dirty="0"/>
            <a:t> (</a:t>
          </a:r>
          <a:r>
            <a:rPr lang="en-US" altLang="en-PK" sz="2000" b="1" i="1" kern="1200" dirty="0"/>
            <a:t>n </a:t>
          </a:r>
          <a:r>
            <a:rPr lang="en-US" altLang="en-PK" sz="2000" i="1" kern="1200" dirty="0"/>
            <a:t>/</a:t>
          </a:r>
          <a:r>
            <a:rPr lang="en-US" altLang="en-PK" sz="2000" b="1" i="1" kern="1200" dirty="0"/>
            <a:t> </a:t>
          </a:r>
          <a:r>
            <a:rPr lang="en-US" altLang="en-PK" sz="2000" b="1" kern="1200" dirty="0"/>
            <a:t>log</a:t>
          </a:r>
          <a:r>
            <a:rPr lang="en-US" altLang="en-PK" sz="2000" b="1" i="1" kern="1200" dirty="0"/>
            <a:t> n</a:t>
          </a:r>
          <a:r>
            <a:rPr lang="en-US" altLang="en-PK" sz="2000" kern="1200" dirty="0"/>
            <a:t>)</a:t>
          </a:r>
          <a:endParaRPr lang="en-US" sz="2000" kern="1200" dirty="0">
            <a:solidFill>
              <a:srgbClr val="FFFFFF"/>
            </a:solidFill>
            <a:latin typeface="Arial" panose="020B0604020202020204" pitchFamily="34" charset="0"/>
            <a:ea typeface="+mn-ea"/>
            <a:cs typeface="Arial" panose="020B0604020202020204" pitchFamily="34" charset="0"/>
          </a:endParaRPr>
        </a:p>
      </dsp:txBody>
      <dsp:txXfrm>
        <a:off x="0" y="4610335"/>
        <a:ext cx="7003777" cy="1232020"/>
      </dsp:txXfrm>
    </dsp:sp>
    <dsp:sp modelId="{B037029F-467A-4175-ACCD-5BB0BAD5F108}">
      <dsp:nvSpPr>
        <dsp:cNvPr id="0" name=""/>
        <dsp:cNvSpPr/>
      </dsp:nvSpPr>
      <dsp:spPr>
        <a:xfrm rot="10800000">
          <a:off x="0" y="2843545"/>
          <a:ext cx="7003777" cy="1781684"/>
        </a:xfrm>
        <a:prstGeom prst="upArrowCallout">
          <a:avLst/>
        </a:prstGeom>
        <a:solidFill>
          <a:schemeClr val="accent2">
            <a:hueOff val="-752677"/>
            <a:satOff val="-3174"/>
            <a:lumOff val="1569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2240" tIns="142240" rIns="142240" bIns="14224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en-PK" sz="2000" kern="1200" dirty="0">
              <a:solidFill>
                <a:srgbClr val="FFFFFF"/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</a:rPr>
            <a:t>We know that </a:t>
          </a:r>
          <a:r>
            <a:rPr lang="en-US" altLang="en-PK" sz="2000" b="1" i="1" kern="1200" dirty="0"/>
            <a:t>T</a:t>
          </a:r>
          <a:r>
            <a:rPr lang="en-US" altLang="en-PK" sz="2000" b="1" i="1" kern="1200" baseline="-25000" dirty="0"/>
            <a:t>S </a:t>
          </a:r>
          <a:r>
            <a:rPr lang="en-US" altLang="en-PK" sz="2000" kern="1200" dirty="0"/>
            <a:t>= </a:t>
          </a:r>
          <a:r>
            <a:rPr lang="el-GR" altLang="en-PK" sz="2000" kern="1200" dirty="0">
              <a:cs typeface="Arial" panose="020B0604020202020204" pitchFamily="34" charset="0"/>
            </a:rPr>
            <a:t>Θ</a:t>
          </a:r>
          <a:r>
            <a:rPr lang="en-US" altLang="en-PK" sz="2000" kern="1200" dirty="0"/>
            <a:t> (</a:t>
          </a:r>
          <a:r>
            <a:rPr lang="en-US" altLang="en-PK" sz="2000" b="1" i="1" kern="1200" dirty="0"/>
            <a:t>n</a:t>
          </a:r>
          <a:r>
            <a:rPr lang="en-US" altLang="en-PK" sz="2000" kern="1200" dirty="0"/>
            <a:t>)</a:t>
          </a:r>
          <a:endParaRPr lang="en-US" sz="2000" kern="1200" dirty="0">
            <a:solidFill>
              <a:srgbClr val="FFFFFF"/>
            </a:solidFill>
            <a:latin typeface="Arial" panose="020B0604020202020204" pitchFamily="34" charset="0"/>
            <a:ea typeface="+mn-ea"/>
            <a:cs typeface="Arial" panose="020B0604020202020204" pitchFamily="34" charset="0"/>
          </a:endParaRPr>
        </a:p>
      </dsp:txBody>
      <dsp:txXfrm rot="10800000">
        <a:off x="0" y="2843545"/>
        <a:ext cx="7003777" cy="1157685"/>
      </dsp:txXfrm>
    </dsp:sp>
    <dsp:sp modelId="{91A80EC5-5433-486D-A2A1-39BF10E8DFEC}">
      <dsp:nvSpPr>
        <dsp:cNvPr id="0" name=""/>
        <dsp:cNvSpPr/>
      </dsp:nvSpPr>
      <dsp:spPr>
        <a:xfrm rot="10800000">
          <a:off x="0" y="1248"/>
          <a:ext cx="7003777" cy="2857191"/>
        </a:xfrm>
        <a:prstGeom prst="upArrowCallout">
          <a:avLst/>
        </a:prstGeom>
        <a:solidFill>
          <a:schemeClr val="accent2">
            <a:hueOff val="-1505353"/>
            <a:satOff val="-6347"/>
            <a:lumOff val="3137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2240" tIns="142240" rIns="142240" bIns="14224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en-PK" sz="2000" kern="1200" dirty="0">
              <a:solidFill>
                <a:srgbClr val="FFFFFF"/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</a:rPr>
            <a:t>If an addition takes constant time, say, </a:t>
          </a:r>
          <a:r>
            <a:rPr lang="en-US" altLang="en-PK" sz="2000" b="1" i="1" kern="1200" dirty="0" err="1"/>
            <a:t>t</a:t>
          </a:r>
          <a:r>
            <a:rPr lang="en-US" altLang="en-PK" sz="2000" b="1" i="1" kern="1200" baseline="-25000" dirty="0" err="1"/>
            <a:t>c</a:t>
          </a:r>
          <a:r>
            <a:rPr lang="en-US" altLang="en-PK" sz="2000" b="1" i="1" kern="1200" baseline="-25000" dirty="0"/>
            <a:t> </a:t>
          </a:r>
          <a:r>
            <a:rPr lang="en-US" altLang="en-PK" sz="2000" kern="1200" dirty="0">
              <a:solidFill>
                <a:srgbClr val="FFFFFF"/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</a:rPr>
            <a:t>and communication of a single word takes time </a:t>
          </a:r>
          <a:r>
            <a:rPr lang="en-US" altLang="en-PK" sz="2000" b="1" i="1" kern="1200" dirty="0" err="1"/>
            <a:t>t</a:t>
          </a:r>
          <a:r>
            <a:rPr lang="en-US" altLang="en-PK" sz="2000" b="1" i="1" kern="1200" baseline="-25000" dirty="0" err="1"/>
            <a:t>s</a:t>
          </a:r>
          <a:r>
            <a:rPr lang="en-US" altLang="en-PK" sz="2000" kern="1200" dirty="0"/>
            <a:t> + </a:t>
          </a:r>
          <a:r>
            <a:rPr lang="en-US" altLang="en-PK" sz="2000" b="1" i="1" kern="1200" dirty="0" err="1"/>
            <a:t>t</a:t>
          </a:r>
          <a:r>
            <a:rPr lang="en-US" altLang="en-PK" sz="2000" b="1" i="1" kern="1200" baseline="-25000" dirty="0" err="1"/>
            <a:t>w</a:t>
          </a:r>
          <a:r>
            <a:rPr lang="en-US" altLang="en-PK" sz="2000" kern="1200" dirty="0"/>
            <a:t>, </a:t>
          </a:r>
        </a:p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en-PK" sz="2000" kern="1200" dirty="0">
              <a:solidFill>
                <a:srgbClr val="FFFFFF"/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</a:rPr>
            <a:t>we have the parallel time </a:t>
          </a:r>
        </a:p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FontTx/>
            <a:buNone/>
          </a:pPr>
          <a:r>
            <a:rPr lang="en-US" altLang="en-PK" sz="2000" b="1" i="1" kern="1200" dirty="0"/>
            <a:t>T</a:t>
          </a:r>
          <a:r>
            <a:rPr lang="en-US" altLang="en-PK" sz="2000" b="1" i="1" kern="1200" baseline="-25000" dirty="0"/>
            <a:t>P</a:t>
          </a:r>
          <a:r>
            <a:rPr lang="en-US" altLang="en-PK" sz="2000" kern="1200" dirty="0"/>
            <a:t> = </a:t>
          </a:r>
          <a:r>
            <a:rPr lang="el-GR" altLang="en-PK" sz="2000" kern="1200" dirty="0">
              <a:cs typeface="Arial" panose="020B0604020202020204" pitchFamily="34" charset="0"/>
            </a:rPr>
            <a:t>Θ</a:t>
          </a:r>
          <a:r>
            <a:rPr lang="en-US" altLang="en-PK" sz="2000" kern="1200" dirty="0"/>
            <a:t> (</a:t>
          </a:r>
          <a:r>
            <a:rPr lang="en-US" altLang="en-PK" sz="2000" b="1" kern="1200" dirty="0"/>
            <a:t>log</a:t>
          </a:r>
          <a:r>
            <a:rPr lang="en-US" altLang="en-PK" sz="2000" b="1" i="1" kern="1200" dirty="0"/>
            <a:t> n</a:t>
          </a:r>
          <a:r>
            <a:rPr lang="en-US" altLang="en-PK" sz="2000" kern="1200" dirty="0"/>
            <a:t>)</a:t>
          </a:r>
          <a:endParaRPr lang="en-US" sz="2000" kern="1200" dirty="0">
            <a:latin typeface="Arial" panose="020B0604020202020204" pitchFamily="34" charset="0"/>
            <a:cs typeface="Arial" panose="020B0604020202020204" pitchFamily="34" charset="0"/>
          </a:endParaRPr>
        </a:p>
      </dsp:txBody>
      <dsp:txXfrm rot="10800000">
        <a:off x="0" y="1248"/>
        <a:ext cx="7003777" cy="1856517"/>
      </dsp:txXfrm>
    </dsp:sp>
  </dsp:spTree>
</dsp:drawing>
</file>

<file path=ppt/diagrams/drawing1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AF7D40D-FD0A-4EE9-B27B-9BF3588A7121}">
      <dsp:nvSpPr>
        <dsp:cNvPr id="0" name=""/>
        <dsp:cNvSpPr/>
      </dsp:nvSpPr>
      <dsp:spPr>
        <a:xfrm>
          <a:off x="0" y="2886492"/>
          <a:ext cx="9529689" cy="1927580"/>
        </a:xfrm>
        <a:prstGeom prst="rect">
          <a:avLst/>
        </a:prstGeom>
        <a:solidFill>
          <a:schemeClr val="accent3">
            <a:lumMod val="75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2240" tIns="142240" rIns="142240" bIns="14224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en-PK" sz="2000" kern="1200" dirty="0"/>
            <a:t>For the purpose of computing speedup, we always consider the best sequential program as the baseline. </a:t>
          </a:r>
          <a:endParaRPr lang="en-US" sz="2000" kern="1200" dirty="0">
            <a:solidFill>
              <a:srgbClr val="FFFFFF"/>
            </a:solidFill>
            <a:latin typeface="Arial" panose="020B0604020202020204" pitchFamily="34" charset="0"/>
            <a:ea typeface="+mn-ea"/>
            <a:cs typeface="Arial" panose="020B0604020202020204" pitchFamily="34" charset="0"/>
          </a:endParaRPr>
        </a:p>
      </dsp:txBody>
      <dsp:txXfrm>
        <a:off x="0" y="2886492"/>
        <a:ext cx="9529689" cy="1927580"/>
      </dsp:txXfrm>
    </dsp:sp>
    <dsp:sp modelId="{77FFFAF0-02A3-4A5F-AEB3-B0DA389158A8}">
      <dsp:nvSpPr>
        <dsp:cNvPr id="0" name=""/>
        <dsp:cNvSpPr/>
      </dsp:nvSpPr>
      <dsp:spPr>
        <a:xfrm rot="10800000">
          <a:off x="0" y="0"/>
          <a:ext cx="9529689" cy="2915228"/>
        </a:xfrm>
        <a:prstGeom prst="upArrowCallout">
          <a:avLst/>
        </a:prstGeom>
        <a:solidFill>
          <a:schemeClr val="accent2">
            <a:lumMod val="75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2240" tIns="142240" rIns="142240" bIns="14224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en-PK" sz="2000" kern="1200" dirty="0"/>
            <a:t>For a given problem, there might be many serial algorithms available. These algorithms may have different asymptotic runtimes and may be parallelizable to different degrees. </a:t>
          </a:r>
          <a:endParaRPr lang="en-US" sz="2000" kern="1200" dirty="0">
            <a:solidFill>
              <a:srgbClr val="FFFFFF"/>
            </a:solidFill>
            <a:latin typeface="Arial" panose="020B0604020202020204" pitchFamily="34" charset="0"/>
            <a:ea typeface="+mn-ea"/>
            <a:cs typeface="Arial" panose="020B0604020202020204" pitchFamily="34" charset="0"/>
          </a:endParaRPr>
        </a:p>
      </dsp:txBody>
      <dsp:txXfrm rot="10800000">
        <a:off x="0" y="0"/>
        <a:ext cx="9529689" cy="1894228"/>
      </dsp:txXfrm>
    </dsp:sp>
  </dsp:spTree>
</dsp:drawing>
</file>

<file path=ppt/diagrams/drawing1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CF87A8B-6974-4FF8-BF5C-B3F335C201FC}">
      <dsp:nvSpPr>
        <dsp:cNvPr id="0" name=""/>
        <dsp:cNvSpPr/>
      </dsp:nvSpPr>
      <dsp:spPr>
        <a:xfrm rot="16200000">
          <a:off x="-550045" y="551586"/>
          <a:ext cx="4146488" cy="3043315"/>
        </a:xfrm>
        <a:prstGeom prst="flowChartManualOperati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1750" tIns="0" rIns="31750" bIns="0" numCol="1" spcCol="1270" anchor="t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x-none" sz="500" kern="1200" dirty="0"/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altLang="en-PK" sz="2000" kern="1200" dirty="0"/>
            <a:t>Consider the problem of parallel bubble sort. </a:t>
          </a:r>
          <a:endParaRPr lang="en-US" sz="2000" kern="1200" dirty="0">
            <a:solidFill>
              <a:srgbClr val="FFFFFF"/>
            </a:solidFill>
            <a:latin typeface="Avenir Next LT Pro"/>
            <a:ea typeface="+mn-ea"/>
            <a:cs typeface="+mn-cs"/>
          </a:endParaRP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altLang="en-PK" sz="2000" kern="1200" dirty="0">
              <a:solidFill>
                <a:srgbClr val="FFFFFF"/>
              </a:solidFill>
              <a:latin typeface="Avenir Next LT Pro"/>
              <a:ea typeface="+mn-ea"/>
              <a:cs typeface="+mn-cs"/>
            </a:rPr>
            <a:t>The serial time for bubble sort is 150 seconds. </a:t>
          </a:r>
          <a:endParaRPr lang="en-US" altLang="en-PK" sz="3600" kern="1200" dirty="0"/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altLang="en-PK" sz="2000" kern="1200" dirty="0">
              <a:solidFill>
                <a:srgbClr val="FFFFFF"/>
              </a:solidFill>
              <a:latin typeface="Avenir Next LT Pro"/>
              <a:ea typeface="+mn-ea"/>
              <a:cs typeface="+mn-cs"/>
            </a:rPr>
            <a:t>The parallel time for odd-even sort (efficient parallelization of bubble sort) is 40 seconds</a:t>
          </a:r>
        </a:p>
      </dsp:txBody>
      <dsp:txXfrm rot="5400000">
        <a:off x="1542" y="829297"/>
        <a:ext cx="3043315" cy="2487892"/>
      </dsp:txXfrm>
    </dsp:sp>
    <dsp:sp modelId="{1B80FFBE-81BA-4EB0-ABC7-F13EE4F4863E}">
      <dsp:nvSpPr>
        <dsp:cNvPr id="0" name=""/>
        <dsp:cNvSpPr/>
      </dsp:nvSpPr>
      <dsp:spPr>
        <a:xfrm rot="16200000">
          <a:off x="2462056" y="832110"/>
          <a:ext cx="4146488" cy="2482267"/>
        </a:xfrm>
        <a:prstGeom prst="flowChartManualOperati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0" rIns="114300" bIns="0" numCol="1" spcCol="1270" anchor="t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x-none" sz="1800" b="1" kern="1200" dirty="0"/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altLang="en-PK" sz="2000" kern="1200" dirty="0"/>
            <a:t>The speedup would appear to be 150/40 = 3.75.</a:t>
          </a:r>
          <a:endParaRPr lang="en-US" sz="2000" kern="1200" dirty="0">
            <a:solidFill>
              <a:srgbClr val="000000">
                <a:hueOff val="0"/>
                <a:satOff val="0"/>
                <a:lumOff val="0"/>
                <a:alphaOff val="0"/>
              </a:srgbClr>
            </a:solidFill>
            <a:latin typeface="Arial" panose="020B0604020202020204" pitchFamily="34" charset="0"/>
            <a:ea typeface="+mn-ea"/>
            <a:cs typeface="Arial" panose="020B0604020202020204" pitchFamily="34" charset="0"/>
          </a:endParaRP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endParaRPr lang="en-US" sz="2000" kern="1200" dirty="0">
            <a:solidFill>
              <a:srgbClr val="000000">
                <a:hueOff val="0"/>
                <a:satOff val="0"/>
                <a:lumOff val="0"/>
                <a:alphaOff val="0"/>
              </a:srgbClr>
            </a:solidFill>
            <a:latin typeface="Arial" panose="020B0604020202020204" pitchFamily="34" charset="0"/>
            <a:ea typeface="+mn-ea"/>
            <a:cs typeface="Arial" panose="020B0604020202020204" pitchFamily="34" charset="0"/>
          </a:endParaRP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altLang="en-PK" sz="2000" kern="1200" dirty="0"/>
            <a:t>But is this really a fair assessment of the system?  </a:t>
          </a:r>
          <a:endParaRPr lang="en-US" sz="2000" kern="1200" dirty="0">
            <a:solidFill>
              <a:srgbClr val="000000">
                <a:hueOff val="0"/>
                <a:satOff val="0"/>
                <a:lumOff val="0"/>
                <a:alphaOff val="0"/>
              </a:srgbClr>
            </a:solidFill>
            <a:latin typeface="Arial" panose="020B0604020202020204" pitchFamily="34" charset="0"/>
            <a:ea typeface="+mn-ea"/>
            <a:cs typeface="Arial" panose="020B0604020202020204" pitchFamily="34" charset="0"/>
          </a:endParaRPr>
        </a:p>
      </dsp:txBody>
      <dsp:txXfrm rot="5400000">
        <a:off x="3294166" y="829298"/>
        <a:ext cx="2482267" cy="2487892"/>
      </dsp:txXfrm>
    </dsp:sp>
    <dsp:sp modelId="{524A9591-C461-490C-9F7E-92ACB6E448BE}">
      <dsp:nvSpPr>
        <dsp:cNvPr id="0" name=""/>
        <dsp:cNvSpPr/>
      </dsp:nvSpPr>
      <dsp:spPr>
        <a:xfrm rot="16200000">
          <a:off x="5614570" y="411174"/>
          <a:ext cx="4146488" cy="3324138"/>
        </a:xfrm>
        <a:prstGeom prst="flowChartManualOperati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0" rIns="114300" bIns="0" numCol="1" spcCol="1270" anchor="t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x-none" sz="1800" b="1" kern="1200" dirty="0"/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altLang="en-PK" sz="2000" kern="1200" dirty="0"/>
            <a:t>What if serial quicksort only took 30 seconds? In this case, the speedup is 30/40 = 0.75. This is a more realistic assessment of the system. </a:t>
          </a:r>
          <a:r>
            <a:rPr lang="en-US" sz="2000" kern="1200" dirty="0"/>
            <a:t>.</a:t>
          </a:r>
          <a:endParaRPr lang="en-US" sz="2000" kern="1200" dirty="0">
            <a:latin typeface="Arial" panose="020B0604020202020204" pitchFamily="34" charset="0"/>
            <a:cs typeface="Arial" panose="020B0604020202020204" pitchFamily="34" charset="0"/>
          </a:endParaRPr>
        </a:p>
      </dsp:txBody>
      <dsp:txXfrm rot="5400000">
        <a:off x="6025745" y="829297"/>
        <a:ext cx="3324138" cy="2487892"/>
      </dsp:txXfrm>
    </dsp:sp>
  </dsp:spTree>
</dsp:drawing>
</file>

<file path=ppt/diagrams/drawing1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7C93D51-3073-46CB-952D-CB673EFA8DD6}">
      <dsp:nvSpPr>
        <dsp:cNvPr id="0" name=""/>
        <dsp:cNvSpPr/>
      </dsp:nvSpPr>
      <dsp:spPr>
        <a:xfrm>
          <a:off x="0" y="4865933"/>
          <a:ext cx="7003777" cy="1085603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2240" tIns="142240" rIns="142240" bIns="14224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en-PK" sz="2000" kern="1200" dirty="0">
              <a:solidFill>
                <a:srgbClr val="FFFFFF"/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</a:rPr>
            <a:t>In this case, a single processor could be time-</a:t>
          </a:r>
          <a:r>
            <a:rPr lang="en-US" altLang="en-PK" sz="2000" kern="1200" dirty="0" err="1">
              <a:solidFill>
                <a:srgbClr val="FFFFFF"/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</a:rPr>
            <a:t>slided</a:t>
          </a:r>
          <a:r>
            <a:rPr lang="en-US" altLang="en-PK" sz="2000" kern="1200" dirty="0">
              <a:solidFill>
                <a:srgbClr val="FFFFFF"/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</a:rPr>
            <a:t> to achieve a faster serial program, which contradicts our assumption of fastest serial program as basis for speedup. </a:t>
          </a:r>
        </a:p>
      </dsp:txBody>
      <dsp:txXfrm>
        <a:off x="0" y="4865933"/>
        <a:ext cx="7003777" cy="1085603"/>
      </dsp:txXfrm>
    </dsp:sp>
    <dsp:sp modelId="{578A2B33-A1A4-4F17-867C-0187B6F47F1E}">
      <dsp:nvSpPr>
        <dsp:cNvPr id="0" name=""/>
        <dsp:cNvSpPr/>
      </dsp:nvSpPr>
      <dsp:spPr>
        <a:xfrm rot="10800000">
          <a:off x="0" y="3102028"/>
          <a:ext cx="7003777" cy="1780189"/>
        </a:xfrm>
        <a:prstGeom prst="upArrowCallout">
          <a:avLst/>
        </a:prstGeom>
        <a:solidFill>
          <a:schemeClr val="accent2">
            <a:hueOff val="-501784"/>
            <a:satOff val="-2116"/>
            <a:lumOff val="1046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2240" tIns="142240" rIns="142240" bIns="14224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en-PK" sz="2000" kern="1200" dirty="0">
              <a:solidFill>
                <a:srgbClr val="FFFFFF"/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</a:rPr>
            <a:t>A speedup greater than p is possible only if each processing element spends less than time </a:t>
          </a:r>
          <a:r>
            <a:rPr lang="en-US" altLang="en-PK" sz="2000" b="1" i="1" kern="1200" dirty="0">
              <a:latin typeface="Arial" panose="020B0604020202020204" pitchFamily="34" charset="0"/>
              <a:cs typeface="Arial" panose="020B0604020202020204" pitchFamily="34" charset="0"/>
            </a:rPr>
            <a:t>T</a:t>
          </a:r>
          <a:r>
            <a:rPr lang="en-US" altLang="en-PK" sz="2000" b="1" i="1" kern="1200" baseline="-25000" dirty="0">
              <a:latin typeface="Arial" panose="020B0604020202020204" pitchFamily="34" charset="0"/>
              <a:cs typeface="Arial" panose="020B0604020202020204" pitchFamily="34" charset="0"/>
            </a:rPr>
            <a:t>S</a:t>
          </a:r>
          <a:r>
            <a:rPr lang="en-US" altLang="en-PK" sz="2000" b="1" i="1" kern="1200" baseline="-25000" dirty="0"/>
            <a:t> </a:t>
          </a:r>
          <a:r>
            <a:rPr lang="en-US" altLang="en-PK" sz="2000" kern="1200" dirty="0">
              <a:solidFill>
                <a:srgbClr val="FFFFFF"/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</a:rPr>
            <a:t> / </a:t>
          </a:r>
          <a:r>
            <a:rPr lang="en-US" altLang="en-PK" sz="2000" b="1" kern="1200" dirty="0">
              <a:solidFill>
                <a:srgbClr val="FFFFFF"/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</a:rPr>
            <a:t>p</a:t>
          </a:r>
          <a:r>
            <a:rPr lang="en-US" altLang="en-PK" sz="2000" kern="1200" dirty="0">
              <a:solidFill>
                <a:srgbClr val="FFFFFF"/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</a:rPr>
            <a:t> solving the problem</a:t>
          </a:r>
          <a:endParaRPr lang="en-US" sz="2000" kern="1200" dirty="0">
            <a:solidFill>
              <a:srgbClr val="FFFFFF"/>
            </a:solidFill>
            <a:latin typeface="Arial" panose="020B0604020202020204" pitchFamily="34" charset="0"/>
            <a:ea typeface="+mn-ea"/>
            <a:cs typeface="Arial" panose="020B0604020202020204" pitchFamily="34" charset="0"/>
          </a:endParaRPr>
        </a:p>
      </dsp:txBody>
      <dsp:txXfrm rot="10800000">
        <a:off x="0" y="3102028"/>
        <a:ext cx="7003777" cy="1156713"/>
      </dsp:txXfrm>
    </dsp:sp>
    <dsp:sp modelId="{B037029F-467A-4175-ACCD-5BB0BAD5F108}">
      <dsp:nvSpPr>
        <dsp:cNvPr id="0" name=""/>
        <dsp:cNvSpPr/>
      </dsp:nvSpPr>
      <dsp:spPr>
        <a:xfrm rot="10800000">
          <a:off x="0" y="1750077"/>
          <a:ext cx="7003777" cy="1368234"/>
        </a:xfrm>
        <a:prstGeom prst="upArrowCallout">
          <a:avLst/>
        </a:prstGeom>
        <a:solidFill>
          <a:schemeClr val="accent2">
            <a:hueOff val="-1003569"/>
            <a:satOff val="-4231"/>
            <a:lumOff val="2091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2240" tIns="142240" rIns="142240" bIns="14224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en-PK" sz="2000" kern="1200" dirty="0">
              <a:solidFill>
                <a:srgbClr val="FFFFFF"/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</a:rPr>
            <a:t>Speedup can never exceed the number of processing elements, </a:t>
          </a:r>
          <a:r>
            <a:rPr lang="en-US" altLang="en-PK" sz="2000" b="1" i="1" kern="1200" dirty="0">
              <a:solidFill>
                <a:srgbClr val="FFFFFF"/>
              </a:solidFill>
              <a:latin typeface="Avenir Next LT Pro"/>
              <a:ea typeface="+mn-ea"/>
              <a:cs typeface="+mn-cs"/>
            </a:rPr>
            <a:t>p</a:t>
          </a:r>
          <a:r>
            <a:rPr lang="en-US" altLang="en-PK" sz="2000" kern="1200" dirty="0">
              <a:solidFill>
                <a:srgbClr val="FFFFFF"/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</a:rPr>
            <a:t>.</a:t>
          </a:r>
          <a:endParaRPr lang="en-US" sz="2000" kern="1200" dirty="0">
            <a:solidFill>
              <a:srgbClr val="FFFFFF"/>
            </a:solidFill>
            <a:latin typeface="Arial" panose="020B0604020202020204" pitchFamily="34" charset="0"/>
            <a:ea typeface="+mn-ea"/>
            <a:cs typeface="Arial" panose="020B0604020202020204" pitchFamily="34" charset="0"/>
          </a:endParaRPr>
        </a:p>
      </dsp:txBody>
      <dsp:txXfrm rot="10800000">
        <a:off x="0" y="1750077"/>
        <a:ext cx="7003777" cy="889037"/>
      </dsp:txXfrm>
    </dsp:sp>
    <dsp:sp modelId="{91A80EC5-5433-486D-A2A1-39BF10E8DFEC}">
      <dsp:nvSpPr>
        <dsp:cNvPr id="0" name=""/>
        <dsp:cNvSpPr/>
      </dsp:nvSpPr>
      <dsp:spPr>
        <a:xfrm rot="10800000">
          <a:off x="0" y="1115"/>
          <a:ext cx="7003777" cy="1765246"/>
        </a:xfrm>
        <a:prstGeom prst="upArrowCallout">
          <a:avLst/>
        </a:prstGeom>
        <a:solidFill>
          <a:schemeClr val="accent2">
            <a:hueOff val="-1505353"/>
            <a:satOff val="-6347"/>
            <a:lumOff val="3137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2240" tIns="142240" rIns="142240" bIns="14224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en-PK" sz="2000" kern="1200" dirty="0">
              <a:solidFill>
                <a:srgbClr val="FFFFFF"/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</a:rPr>
            <a:t>Speedup can be as low as 0 (the parallel program never terminates). </a:t>
          </a:r>
          <a:endParaRPr lang="en-US" sz="2000" kern="1200" dirty="0">
            <a:solidFill>
              <a:srgbClr val="FFFFFF"/>
            </a:solidFill>
            <a:latin typeface="Arial" panose="020B0604020202020204" pitchFamily="34" charset="0"/>
            <a:ea typeface="+mn-ea"/>
            <a:cs typeface="Arial" panose="020B0604020202020204" pitchFamily="34" charset="0"/>
          </a:endParaRPr>
        </a:p>
      </dsp:txBody>
      <dsp:txXfrm rot="10800000">
        <a:off x="0" y="1115"/>
        <a:ext cx="7003777" cy="1147004"/>
      </dsp:txXfrm>
    </dsp:sp>
  </dsp:spTree>
</dsp:drawing>
</file>

<file path=ppt/diagrams/drawing1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9329B47-3E1E-47F8-9672-48D741F834F4}">
      <dsp:nvSpPr>
        <dsp:cNvPr id="0" name=""/>
        <dsp:cNvSpPr/>
      </dsp:nvSpPr>
      <dsp:spPr>
        <a:xfrm rot="16200000">
          <a:off x="-721088" y="722448"/>
          <a:ext cx="4469457" cy="3024559"/>
        </a:xfrm>
        <a:prstGeom prst="flowChartManualOperati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3350" tIns="0" rIns="135000" bIns="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en-PK" sz="2100" b="1" kern="1200" dirty="0"/>
            <a:t>Resource-based super-linearity:                                          </a:t>
          </a:r>
        </a:p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en-PK" sz="2100" kern="1200" dirty="0"/>
            <a:t>The higher aggregate cache/memory bandwidth can result in better cache-hit ratios, and therefore super-linearity. </a:t>
          </a:r>
          <a:endParaRPr lang="x-none" sz="2100" kern="1200" dirty="0">
            <a:solidFill>
              <a:schemeClr val="bg1"/>
            </a:solidFill>
          </a:endParaRPr>
        </a:p>
      </dsp:txBody>
      <dsp:txXfrm rot="5400000">
        <a:off x="1361" y="893890"/>
        <a:ext cx="3024559" cy="2681675"/>
      </dsp:txXfrm>
    </dsp:sp>
    <dsp:sp modelId="{3CF1A793-F08D-49BF-A132-1099A4A4DB9D}">
      <dsp:nvSpPr>
        <dsp:cNvPr id="0" name=""/>
        <dsp:cNvSpPr/>
      </dsp:nvSpPr>
      <dsp:spPr>
        <a:xfrm rot="16200000">
          <a:off x="2530312" y="722448"/>
          <a:ext cx="4469457" cy="3024559"/>
        </a:xfrm>
        <a:prstGeom prst="flowChartManualOperati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0650" tIns="0" rIns="120650" bIns="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en-PK" sz="1900" b="1" kern="1200" dirty="0">
              <a:latin typeface="Arial" panose="020B0604020202020204" pitchFamily="34" charset="0"/>
              <a:cs typeface="Arial" panose="020B0604020202020204" pitchFamily="34" charset="0"/>
            </a:rPr>
            <a:t>Example: </a:t>
          </a:r>
        </a:p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en-PK" sz="1900" kern="1200" dirty="0">
              <a:latin typeface="Arial" panose="020B0604020202020204" pitchFamily="34" charset="0"/>
              <a:cs typeface="Arial" panose="020B0604020202020204" pitchFamily="34" charset="0"/>
            </a:rPr>
            <a:t>A processor with 64KB of cache yields an 80% hit ratio. If two processors are used, since the problem size/processor is smaller, the hit ratio goes up to 90%. Of the remaining 10% access, 8% come from local memory and 2% from remote memory. </a:t>
          </a:r>
          <a:endParaRPr lang="x-none" sz="1900" kern="1200" dirty="0">
            <a:solidFill>
              <a:schemeClr val="bg1"/>
            </a:solidFill>
            <a:latin typeface="Arial" panose="020B0604020202020204" pitchFamily="34" charset="0"/>
            <a:cs typeface="Arial" panose="020B0604020202020204" pitchFamily="34" charset="0"/>
          </a:endParaRPr>
        </a:p>
      </dsp:txBody>
      <dsp:txXfrm rot="5400000">
        <a:off x="3252761" y="893890"/>
        <a:ext cx="3024559" cy="2681675"/>
      </dsp:txXfrm>
    </dsp:sp>
    <dsp:sp modelId="{E655F3A2-4939-44BF-83DD-3F317909E84E}">
      <dsp:nvSpPr>
        <dsp:cNvPr id="0" name=""/>
        <dsp:cNvSpPr/>
      </dsp:nvSpPr>
      <dsp:spPr>
        <a:xfrm rot="16200000">
          <a:off x="5968675" y="722645"/>
          <a:ext cx="4095139" cy="3024166"/>
        </a:xfrm>
        <a:prstGeom prst="flowChartManualOperati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7000" tIns="0" rIns="127000" bIns="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en-PK" sz="2000" kern="1200" dirty="0"/>
            <a:t>If DRAM access time is 100 ns, cache access time is 2 ns, and remote memory access time is 400ns, this corresponds to a speedup of 2.43! </a:t>
          </a:r>
          <a:endParaRPr lang="x-none" sz="2000" kern="1200" dirty="0">
            <a:solidFill>
              <a:schemeClr val="bg1"/>
            </a:solidFill>
            <a:latin typeface="Arial" panose="020B0604020202020204" pitchFamily="34" charset="0"/>
            <a:cs typeface="Arial" panose="020B0604020202020204" pitchFamily="34" charset="0"/>
          </a:endParaRPr>
        </a:p>
      </dsp:txBody>
      <dsp:txXfrm rot="5400000">
        <a:off x="6504162" y="1006186"/>
        <a:ext cx="3024166" cy="2457083"/>
      </dsp:txXfrm>
    </dsp:sp>
  </dsp:spTree>
</dsp:drawing>
</file>

<file path=ppt/diagrams/drawing2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259CBCA-8D40-4EB8-B00B-D6DA44CE6EB8}">
      <dsp:nvSpPr>
        <dsp:cNvPr id="0" name=""/>
        <dsp:cNvSpPr/>
      </dsp:nvSpPr>
      <dsp:spPr>
        <a:xfrm>
          <a:off x="0" y="4231696"/>
          <a:ext cx="7003777" cy="1447873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2240" tIns="142240" rIns="142240" bIns="14224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en-PK" sz="2000" kern="1200" dirty="0"/>
            <a:t>Following the bounds on speedup, efficiency can be as low as 0 and as high as 1. </a:t>
          </a:r>
          <a:endParaRPr lang="en-US" sz="2000" kern="1200" dirty="0">
            <a:solidFill>
              <a:srgbClr val="FFFFFF"/>
            </a:solidFill>
            <a:latin typeface="Arial" panose="020B0604020202020204" pitchFamily="34" charset="0"/>
            <a:ea typeface="+mn-ea"/>
            <a:cs typeface="Arial" panose="020B0604020202020204" pitchFamily="34" charset="0"/>
          </a:endParaRPr>
        </a:p>
      </dsp:txBody>
      <dsp:txXfrm>
        <a:off x="0" y="4231696"/>
        <a:ext cx="7003777" cy="1447873"/>
      </dsp:txXfrm>
    </dsp:sp>
    <dsp:sp modelId="{B037029F-467A-4175-ACCD-5BB0BAD5F108}">
      <dsp:nvSpPr>
        <dsp:cNvPr id="0" name=""/>
        <dsp:cNvSpPr/>
      </dsp:nvSpPr>
      <dsp:spPr>
        <a:xfrm rot="10800000">
          <a:off x="0" y="1906803"/>
          <a:ext cx="7003777" cy="2346611"/>
        </a:xfrm>
        <a:prstGeom prst="upArrowCallout">
          <a:avLst/>
        </a:prstGeom>
        <a:solidFill>
          <a:schemeClr val="accent2">
            <a:hueOff val="-752677"/>
            <a:satOff val="-3174"/>
            <a:lumOff val="1569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2240" tIns="142240" rIns="142240" bIns="14224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en-PK" sz="2000" kern="1200" dirty="0"/>
            <a:t>Mathematically, it is given by</a:t>
          </a:r>
        </a:p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en-PK" sz="2000" kern="1200" dirty="0"/>
            <a:t> </a:t>
          </a:r>
          <a14:m xmlns:a14="http://schemas.microsoft.com/office/drawing/2010/main">
            <m:oMath xmlns:m="http://schemas.openxmlformats.org/officeDocument/2006/math">
              <m:r>
                <a:rPr lang="en-US" altLang="en-PK" sz="2800" b="0" i="1" kern="1200" smtClean="0">
                  <a:latin typeface="Cambria Math" panose="02040503050406030204" pitchFamily="18" charset="0"/>
                </a:rPr>
                <m:t>𝐸</m:t>
              </m:r>
              <m:r>
                <a:rPr lang="en-US" altLang="en-PK" sz="2800" i="1" kern="1200" smtClean="0">
                  <a:latin typeface="Cambria Math" panose="02040503050406030204" pitchFamily="18" charset="0"/>
                </a:rPr>
                <m:t>=</m:t>
              </m:r>
              <m:f>
                <m:fPr>
                  <m:ctrlPr>
                    <a:rPr lang="en-US" altLang="en-PK" sz="2800" i="1" kern="1200" smtClean="0">
                      <a:latin typeface="Cambria Math" panose="02040503050406030204" pitchFamily="18" charset="0"/>
                    </a:rPr>
                  </m:ctrlPr>
                </m:fPr>
                <m:num>
                  <m:r>
                    <a:rPr lang="en-US" altLang="en-PK" sz="2800" b="0" i="1" kern="1200" smtClean="0">
                      <a:latin typeface="Cambria Math" panose="02040503050406030204" pitchFamily="18" charset="0"/>
                    </a:rPr>
                    <m:t>𝑆</m:t>
                  </m:r>
                </m:num>
                <m:den>
                  <m:r>
                    <a:rPr lang="en-US" altLang="en-PK" sz="2800" b="0" i="1" kern="1200" smtClean="0">
                      <a:latin typeface="Cambria Math" panose="02040503050406030204" pitchFamily="18" charset="0"/>
                    </a:rPr>
                    <m:t>𝑇</m:t>
                  </m:r>
                </m:den>
              </m:f>
            </m:oMath>
          </a14:m>
          <a:r>
            <a:rPr lang="en-US" altLang="en-PK" sz="2000" kern="1200" dirty="0"/>
            <a:t>	</a:t>
          </a:r>
          <a:endParaRPr lang="en-US" sz="2000" kern="1200" dirty="0">
            <a:solidFill>
              <a:srgbClr val="FFFFFF"/>
            </a:solidFill>
            <a:latin typeface="Arial" panose="020B0604020202020204" pitchFamily="34" charset="0"/>
            <a:ea typeface="+mn-ea"/>
            <a:cs typeface="Arial" panose="020B0604020202020204" pitchFamily="34" charset="0"/>
          </a:endParaRPr>
        </a:p>
      </dsp:txBody>
      <dsp:txXfrm rot="10800000">
        <a:off x="0" y="1906803"/>
        <a:ext cx="7003777" cy="1524757"/>
      </dsp:txXfrm>
    </dsp:sp>
    <dsp:sp modelId="{91A80EC5-5433-486D-A2A1-39BF10E8DFEC}">
      <dsp:nvSpPr>
        <dsp:cNvPr id="0" name=""/>
        <dsp:cNvSpPr/>
      </dsp:nvSpPr>
      <dsp:spPr>
        <a:xfrm rot="10800000">
          <a:off x="0" y="977"/>
          <a:ext cx="7003777" cy="1927543"/>
        </a:xfrm>
        <a:prstGeom prst="upArrowCallout">
          <a:avLst/>
        </a:prstGeom>
        <a:solidFill>
          <a:schemeClr val="accent2">
            <a:hueOff val="-1505353"/>
            <a:satOff val="-6347"/>
            <a:lumOff val="3137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2240" tIns="142240" rIns="142240" bIns="14224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en-PK" sz="2000" kern="1200" dirty="0"/>
            <a:t>Efficiency is a measure of the fraction of time for which a processing element is usefully employed </a:t>
          </a:r>
          <a:endParaRPr lang="en-US" sz="2000" kern="1200" dirty="0">
            <a:solidFill>
              <a:srgbClr val="FFFFFF"/>
            </a:solidFill>
            <a:latin typeface="Arial" panose="020B0604020202020204" pitchFamily="34" charset="0"/>
            <a:ea typeface="+mn-ea"/>
            <a:cs typeface="Arial" panose="020B0604020202020204" pitchFamily="34" charset="0"/>
          </a:endParaRPr>
        </a:p>
      </dsp:txBody>
      <dsp:txXfrm rot="10800000">
        <a:off x="0" y="977"/>
        <a:ext cx="7003777" cy="1252460"/>
      </dsp:txXfrm>
    </dsp:sp>
  </dsp:spTree>
</dsp:drawing>
</file>

<file path=ppt/diagrams/drawing2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0EBDBD1-8590-43EA-A0CF-CDB38E31A616}">
      <dsp:nvSpPr>
        <dsp:cNvPr id="0" name=""/>
        <dsp:cNvSpPr/>
      </dsp:nvSpPr>
      <dsp:spPr>
        <a:xfrm>
          <a:off x="0" y="4221565"/>
          <a:ext cx="9529689" cy="592378"/>
        </a:xfrm>
        <a:prstGeom prst="rect">
          <a:avLst/>
        </a:prstGeom>
        <a:solidFill>
          <a:schemeClr val="accent6">
            <a:lumMod val="75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2240" tIns="142240" rIns="142240" bIns="14224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en-PK" sz="2000" kern="1200" dirty="0"/>
            <a:t>Cost is sometimes referred to as </a:t>
          </a:r>
          <a:r>
            <a:rPr lang="en-US" altLang="en-PK" sz="2000" i="1" kern="1200" dirty="0"/>
            <a:t>work</a:t>
          </a:r>
          <a:r>
            <a:rPr lang="en-US" altLang="en-PK" sz="2000" kern="1200" dirty="0"/>
            <a:t> or </a:t>
          </a:r>
          <a:r>
            <a:rPr lang="en-US" altLang="en-PK" sz="2000" i="1" kern="1200" dirty="0"/>
            <a:t>processor-time product</a:t>
          </a:r>
          <a:endParaRPr lang="en-US" sz="2000" kern="1200" dirty="0">
            <a:solidFill>
              <a:srgbClr val="FFFFFF"/>
            </a:solidFill>
            <a:latin typeface="Arial" panose="020B0604020202020204" pitchFamily="34" charset="0"/>
            <a:ea typeface="+mn-ea"/>
            <a:cs typeface="Arial" panose="020B0604020202020204" pitchFamily="34" charset="0"/>
          </a:endParaRPr>
        </a:p>
      </dsp:txBody>
      <dsp:txXfrm>
        <a:off x="0" y="4221565"/>
        <a:ext cx="9529689" cy="592378"/>
      </dsp:txXfrm>
    </dsp:sp>
    <dsp:sp modelId="{5F7414F6-55E9-4FA9-86B4-D1F96E47B2C4}">
      <dsp:nvSpPr>
        <dsp:cNvPr id="0" name=""/>
        <dsp:cNvSpPr/>
      </dsp:nvSpPr>
      <dsp:spPr>
        <a:xfrm rot="10800000">
          <a:off x="0" y="3319373"/>
          <a:ext cx="9529689" cy="911078"/>
        </a:xfrm>
        <a:prstGeom prst="upArrowCallout">
          <a:avLst/>
        </a:prstGeom>
        <a:solidFill>
          <a:schemeClr val="accent5">
            <a:lumMod val="75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2240" tIns="142240" rIns="142240" bIns="14224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en-PK" sz="2000" kern="1200" dirty="0"/>
            <a:t>Since </a:t>
          </a:r>
          <a:r>
            <a:rPr lang="en-US" altLang="en-PK" sz="2000" b="1" i="1" kern="1200" dirty="0"/>
            <a:t>E</a:t>
          </a:r>
          <a:r>
            <a:rPr lang="en-US" altLang="en-PK" sz="2000" kern="1200" dirty="0"/>
            <a:t> = </a:t>
          </a:r>
          <a:r>
            <a:rPr lang="en-US" altLang="en-PK" sz="2000" b="1" i="1" kern="1200" dirty="0"/>
            <a:t>T</a:t>
          </a:r>
          <a:r>
            <a:rPr lang="en-US" altLang="en-PK" sz="2000" b="1" i="1" kern="1200" baseline="-25000" dirty="0"/>
            <a:t>S</a:t>
          </a:r>
          <a:r>
            <a:rPr lang="en-US" altLang="en-PK" sz="2000" kern="1200" dirty="0"/>
            <a:t> / </a:t>
          </a:r>
          <a:r>
            <a:rPr lang="en-US" altLang="en-PK" sz="2000" b="1" i="1" kern="1200" dirty="0"/>
            <a:t>p</a:t>
          </a:r>
          <a:r>
            <a:rPr lang="en-US" altLang="en-PK" sz="2000" kern="1200" dirty="0"/>
            <a:t> </a:t>
          </a:r>
          <a:r>
            <a:rPr lang="en-US" altLang="en-PK" sz="2000" b="1" i="1" kern="1200" dirty="0"/>
            <a:t>T</a:t>
          </a:r>
          <a:r>
            <a:rPr lang="en-US" altLang="en-PK" sz="2000" b="1" i="1" kern="1200" baseline="-25000" dirty="0"/>
            <a:t>P</a:t>
          </a:r>
          <a:r>
            <a:rPr lang="en-US" altLang="en-PK" sz="2000" kern="1200" dirty="0"/>
            <a:t>, for cost optimal systems, </a:t>
          </a:r>
          <a:r>
            <a:rPr lang="en-US" altLang="en-PK" sz="2000" b="1" i="1" kern="1200" dirty="0"/>
            <a:t>E</a:t>
          </a:r>
          <a:r>
            <a:rPr lang="en-US" altLang="en-PK" sz="2000" kern="1200" dirty="0"/>
            <a:t> = </a:t>
          </a:r>
          <a:r>
            <a:rPr lang="en-US" altLang="en-PK" sz="2000" i="1" kern="1200" dirty="0"/>
            <a:t>O</a:t>
          </a:r>
          <a:r>
            <a:rPr lang="en-US" altLang="en-PK" sz="2000" kern="1200" dirty="0"/>
            <a:t>(1). </a:t>
          </a:r>
          <a:endParaRPr lang="en-US" sz="2000" kern="1200" dirty="0">
            <a:solidFill>
              <a:srgbClr val="FFFFFF"/>
            </a:solidFill>
            <a:latin typeface="Arial" panose="020B0604020202020204" pitchFamily="34" charset="0"/>
            <a:ea typeface="+mn-ea"/>
            <a:cs typeface="Arial" panose="020B0604020202020204" pitchFamily="34" charset="0"/>
          </a:endParaRPr>
        </a:p>
      </dsp:txBody>
      <dsp:txXfrm rot="10800000">
        <a:off x="0" y="3319373"/>
        <a:ext cx="9529689" cy="591991"/>
      </dsp:txXfrm>
    </dsp:sp>
    <dsp:sp modelId="{E059191C-B71B-4E0A-9E4B-F4D7FC8E50B9}">
      <dsp:nvSpPr>
        <dsp:cNvPr id="0" name=""/>
        <dsp:cNvSpPr/>
      </dsp:nvSpPr>
      <dsp:spPr>
        <a:xfrm rot="10800000">
          <a:off x="0" y="2210266"/>
          <a:ext cx="9529689" cy="1117992"/>
        </a:xfrm>
        <a:prstGeom prst="upArrowCallout">
          <a:avLst/>
        </a:prstGeom>
        <a:solidFill>
          <a:schemeClr val="accent4">
            <a:lumMod val="75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2240" tIns="142240" rIns="142240" bIns="14224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en-PK" sz="2000" kern="1200" dirty="0"/>
            <a:t>A parallel system is said to be </a:t>
          </a:r>
          <a:r>
            <a:rPr lang="en-US" altLang="en-PK" sz="2000" i="1" kern="1200" dirty="0"/>
            <a:t>cost-optimal</a:t>
          </a:r>
          <a:r>
            <a:rPr lang="en-US" altLang="en-PK" sz="2000" kern="1200" dirty="0"/>
            <a:t> if the cost of solving a problem on a parallel computer is asymptotically identical to serial cost. </a:t>
          </a:r>
          <a:endParaRPr lang="en-US" sz="2000" kern="1200" dirty="0">
            <a:solidFill>
              <a:srgbClr val="FFFFFF"/>
            </a:solidFill>
            <a:latin typeface="Arial" panose="020B0604020202020204" pitchFamily="34" charset="0"/>
            <a:ea typeface="+mn-ea"/>
            <a:cs typeface="Arial" panose="020B0604020202020204" pitchFamily="34" charset="0"/>
          </a:endParaRPr>
        </a:p>
      </dsp:txBody>
      <dsp:txXfrm rot="10800000">
        <a:off x="0" y="2210266"/>
        <a:ext cx="9529689" cy="726438"/>
      </dsp:txXfrm>
    </dsp:sp>
    <dsp:sp modelId="{9F7DF6E7-133C-4236-9818-3D5166290A87}">
      <dsp:nvSpPr>
        <dsp:cNvPr id="0" name=""/>
        <dsp:cNvSpPr/>
      </dsp:nvSpPr>
      <dsp:spPr>
        <a:xfrm rot="10800000">
          <a:off x="0" y="1003163"/>
          <a:ext cx="9529689" cy="1215988"/>
        </a:xfrm>
        <a:prstGeom prst="upArrowCallout">
          <a:avLst/>
        </a:prstGeom>
        <a:solidFill>
          <a:schemeClr val="accent3">
            <a:lumMod val="75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2240" tIns="142240" rIns="142240" bIns="14224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en-PK" sz="2000" kern="1200" dirty="0"/>
            <a:t>Cost reflects the sum of the time that each processing element spends solving the problem. </a:t>
          </a:r>
          <a:endParaRPr lang="en-US" sz="2000" kern="1200" dirty="0">
            <a:solidFill>
              <a:srgbClr val="FFFFFF"/>
            </a:solidFill>
            <a:latin typeface="Arial" panose="020B0604020202020204" pitchFamily="34" charset="0"/>
            <a:ea typeface="+mn-ea"/>
            <a:cs typeface="Arial" panose="020B0604020202020204" pitchFamily="34" charset="0"/>
          </a:endParaRPr>
        </a:p>
      </dsp:txBody>
      <dsp:txXfrm rot="10800000">
        <a:off x="0" y="1003163"/>
        <a:ext cx="9529689" cy="790113"/>
      </dsp:txXfrm>
    </dsp:sp>
    <dsp:sp modelId="{77FFFAF0-02A3-4A5F-AEB3-B0DA389158A8}">
      <dsp:nvSpPr>
        <dsp:cNvPr id="0" name=""/>
        <dsp:cNvSpPr/>
      </dsp:nvSpPr>
      <dsp:spPr>
        <a:xfrm rot="10800000">
          <a:off x="0" y="0"/>
          <a:ext cx="9529689" cy="1011743"/>
        </a:xfrm>
        <a:prstGeom prst="upArrowCallout">
          <a:avLst/>
        </a:prstGeom>
        <a:solidFill>
          <a:schemeClr val="accent2">
            <a:lumMod val="75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2240" tIns="142240" rIns="142240" bIns="14224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en-PK" sz="2000" kern="1200" dirty="0"/>
            <a:t>Cost is the product of parallel runtime and the number of processing elements used (</a:t>
          </a:r>
          <a:r>
            <a:rPr lang="en-US" altLang="en-PK" sz="2000" b="1" i="1" kern="1200" dirty="0"/>
            <a:t>p</a:t>
          </a:r>
          <a:r>
            <a:rPr lang="en-US" altLang="en-PK" sz="2000" kern="1200" dirty="0"/>
            <a:t> x </a:t>
          </a:r>
          <a:r>
            <a:rPr lang="en-US" altLang="en-PK" sz="2000" b="1" i="1" kern="1200" dirty="0"/>
            <a:t>T</a:t>
          </a:r>
          <a:r>
            <a:rPr lang="en-US" altLang="en-PK" sz="2000" b="1" i="1" kern="1200" baseline="-25000" dirty="0"/>
            <a:t>P</a:t>
          </a:r>
          <a:r>
            <a:rPr lang="en-US" altLang="en-PK" sz="2000" kern="1200" dirty="0"/>
            <a:t> ). </a:t>
          </a:r>
          <a:endParaRPr lang="en-US" sz="2000" kern="1200" dirty="0">
            <a:solidFill>
              <a:srgbClr val="FFFFFF"/>
            </a:solidFill>
            <a:latin typeface="Arial" panose="020B0604020202020204" pitchFamily="34" charset="0"/>
            <a:ea typeface="+mn-ea"/>
            <a:cs typeface="Arial" panose="020B0604020202020204" pitchFamily="34" charset="0"/>
          </a:endParaRPr>
        </a:p>
      </dsp:txBody>
      <dsp:txXfrm rot="10800000">
        <a:off x="0" y="0"/>
        <a:ext cx="9529689" cy="657400"/>
      </dsp:txXfrm>
    </dsp:sp>
  </dsp:spTree>
</dsp:drawing>
</file>

<file path=ppt/diagrams/drawing2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CDFA492-0ACF-4A23-A29A-2B9D9470CF72}">
      <dsp:nvSpPr>
        <dsp:cNvPr id="0" name=""/>
        <dsp:cNvSpPr/>
      </dsp:nvSpPr>
      <dsp:spPr>
        <a:xfrm>
          <a:off x="0" y="3948728"/>
          <a:ext cx="9529689" cy="863885"/>
        </a:xfrm>
        <a:prstGeom prst="rect">
          <a:avLst/>
        </a:prstGeom>
        <a:solidFill>
          <a:schemeClr val="accent6">
            <a:lumMod val="75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2240" tIns="142240" rIns="142240" bIns="14224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en-PK" sz="2000" kern="1200" dirty="0"/>
            <a:t>Since the serial runtime of this operation is </a:t>
          </a:r>
          <a:r>
            <a:rPr lang="el-GR" altLang="en-PK" sz="2000" kern="1200" dirty="0">
              <a:cs typeface="Arial" panose="020B0604020202020204" pitchFamily="34" charset="0"/>
            </a:rPr>
            <a:t>Θ</a:t>
          </a:r>
          <a:r>
            <a:rPr lang="en-US" altLang="en-PK" sz="2000" kern="1200" dirty="0">
              <a:cs typeface="Arial" panose="020B0604020202020204" pitchFamily="34" charset="0"/>
            </a:rPr>
            <a:t>(</a:t>
          </a:r>
          <a:r>
            <a:rPr lang="en-US" altLang="en-PK" sz="2000" b="1" i="1" kern="1200" dirty="0">
              <a:cs typeface="Arial" panose="020B0604020202020204" pitchFamily="34" charset="0"/>
            </a:rPr>
            <a:t>n</a:t>
          </a:r>
          <a:r>
            <a:rPr lang="en-US" altLang="en-PK" sz="2000" kern="1200" dirty="0">
              <a:cs typeface="Arial" panose="020B0604020202020204" pitchFamily="34" charset="0"/>
            </a:rPr>
            <a:t>)</a:t>
          </a:r>
          <a:r>
            <a:rPr lang="en-US" altLang="en-PK" sz="2000" kern="1200" dirty="0"/>
            <a:t>, the algorithm is not cost optimal. </a:t>
          </a:r>
          <a:endParaRPr lang="en-US" sz="2000" kern="1200" dirty="0">
            <a:solidFill>
              <a:srgbClr val="FFFFFF"/>
            </a:solidFill>
            <a:latin typeface="Arial" panose="020B0604020202020204" pitchFamily="34" charset="0"/>
            <a:ea typeface="+mn-ea"/>
            <a:cs typeface="Arial" panose="020B0604020202020204" pitchFamily="34" charset="0"/>
          </a:endParaRPr>
        </a:p>
      </dsp:txBody>
      <dsp:txXfrm>
        <a:off x="0" y="3948728"/>
        <a:ext cx="9529689" cy="863885"/>
      </dsp:txXfrm>
    </dsp:sp>
    <dsp:sp modelId="{65D81846-C9EB-4D7A-8FB3-6CB7CAFD992A}">
      <dsp:nvSpPr>
        <dsp:cNvPr id="0" name=""/>
        <dsp:cNvSpPr/>
      </dsp:nvSpPr>
      <dsp:spPr>
        <a:xfrm rot="10800000">
          <a:off x="0" y="2633030"/>
          <a:ext cx="9529689" cy="1328655"/>
        </a:xfrm>
        <a:prstGeom prst="upArrowCallout">
          <a:avLst/>
        </a:prstGeom>
        <a:solidFill>
          <a:schemeClr val="accent5">
            <a:lumMod val="75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2240" tIns="142240" rIns="142240" bIns="14224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en-PK" sz="2000" kern="1200" dirty="0"/>
            <a:t>The cost of this system is given by </a:t>
          </a:r>
          <a:r>
            <a:rPr lang="en-US" altLang="en-PK" sz="2000" b="1" i="1" kern="1200" dirty="0"/>
            <a:t>p</a:t>
          </a:r>
          <a:r>
            <a:rPr lang="en-US" altLang="en-PK" sz="2000" kern="1200" dirty="0"/>
            <a:t> </a:t>
          </a:r>
          <a:r>
            <a:rPr lang="en-US" altLang="en-PK" sz="2000" b="1" i="1" kern="1200" dirty="0"/>
            <a:t>T</a:t>
          </a:r>
          <a:r>
            <a:rPr lang="en-US" altLang="en-PK" sz="2000" b="1" i="1" kern="1200" baseline="-25000" dirty="0"/>
            <a:t>P</a:t>
          </a:r>
          <a:r>
            <a:rPr lang="en-US" altLang="en-PK" sz="2000" kern="1200" dirty="0"/>
            <a:t> = </a:t>
          </a:r>
          <a:r>
            <a:rPr lang="en-US" altLang="en-PK" sz="2000" b="1" i="1" kern="1200" dirty="0"/>
            <a:t>n </a:t>
          </a:r>
          <a:r>
            <a:rPr lang="en-US" altLang="en-PK" sz="2000" b="1" kern="1200" dirty="0"/>
            <a:t>log</a:t>
          </a:r>
          <a:r>
            <a:rPr lang="en-US" altLang="en-PK" sz="2000" b="1" i="1" kern="1200" dirty="0"/>
            <a:t> n</a:t>
          </a:r>
          <a:r>
            <a:rPr lang="en-US" altLang="en-PK" sz="2000" kern="1200" dirty="0"/>
            <a:t>. </a:t>
          </a:r>
          <a:endParaRPr lang="en-US" sz="2000" kern="1200" dirty="0">
            <a:solidFill>
              <a:srgbClr val="FFFFFF"/>
            </a:solidFill>
            <a:latin typeface="Arial" panose="020B0604020202020204" pitchFamily="34" charset="0"/>
            <a:ea typeface="+mn-ea"/>
            <a:cs typeface="Arial" panose="020B0604020202020204" pitchFamily="34" charset="0"/>
          </a:endParaRPr>
        </a:p>
      </dsp:txBody>
      <dsp:txXfrm rot="10800000">
        <a:off x="0" y="2633030"/>
        <a:ext cx="9529689" cy="863320"/>
      </dsp:txXfrm>
    </dsp:sp>
    <dsp:sp modelId="{E059191C-B71B-4E0A-9E4B-F4D7FC8E50B9}">
      <dsp:nvSpPr>
        <dsp:cNvPr id="0" name=""/>
        <dsp:cNvSpPr/>
      </dsp:nvSpPr>
      <dsp:spPr>
        <a:xfrm rot="10800000">
          <a:off x="0" y="1317333"/>
          <a:ext cx="9529689" cy="1328655"/>
        </a:xfrm>
        <a:prstGeom prst="upArrowCallout">
          <a:avLst/>
        </a:prstGeom>
        <a:solidFill>
          <a:schemeClr val="accent4">
            <a:lumMod val="75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2240" tIns="142240" rIns="142240" bIns="14224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en-PK" sz="2000" kern="1200" dirty="0"/>
            <a:t>We have, </a:t>
          </a:r>
          <a:r>
            <a:rPr lang="en-US" altLang="en-PK" sz="2000" b="1" i="1" kern="1200" dirty="0"/>
            <a:t>T</a:t>
          </a:r>
          <a:r>
            <a:rPr lang="en-US" altLang="en-PK" sz="2000" b="1" i="1" kern="1200" baseline="-25000" dirty="0"/>
            <a:t>P</a:t>
          </a:r>
          <a:r>
            <a:rPr lang="en-US" altLang="en-PK" sz="2000" kern="1200" dirty="0"/>
            <a:t> = </a:t>
          </a:r>
          <a:r>
            <a:rPr lang="en-US" altLang="en-PK" sz="2000" b="1" kern="1200" dirty="0"/>
            <a:t>log</a:t>
          </a:r>
          <a:r>
            <a:rPr lang="en-US" altLang="en-PK" sz="2000" b="1" i="1" kern="1200" dirty="0"/>
            <a:t> n</a:t>
          </a:r>
          <a:r>
            <a:rPr lang="en-US" altLang="en-PK" sz="2000" kern="1200" dirty="0"/>
            <a:t> (for </a:t>
          </a:r>
          <a:r>
            <a:rPr lang="en-US" altLang="en-PK" sz="2000" b="1" i="1" kern="1200" dirty="0"/>
            <a:t>p</a:t>
          </a:r>
          <a:r>
            <a:rPr lang="en-US" altLang="en-PK" sz="2000" kern="1200" dirty="0"/>
            <a:t> = </a:t>
          </a:r>
          <a:r>
            <a:rPr lang="en-US" altLang="en-PK" sz="2000" b="1" i="1" kern="1200" dirty="0"/>
            <a:t>n</a:t>
          </a:r>
          <a:r>
            <a:rPr lang="en-US" altLang="en-PK" sz="2000" kern="1200" dirty="0"/>
            <a:t>). </a:t>
          </a:r>
          <a:endParaRPr lang="en-US" sz="2000" kern="1200" dirty="0">
            <a:solidFill>
              <a:srgbClr val="FFFFFF"/>
            </a:solidFill>
            <a:latin typeface="Arial" panose="020B0604020202020204" pitchFamily="34" charset="0"/>
            <a:ea typeface="+mn-ea"/>
            <a:cs typeface="Arial" panose="020B0604020202020204" pitchFamily="34" charset="0"/>
          </a:endParaRPr>
        </a:p>
      </dsp:txBody>
      <dsp:txXfrm rot="10800000">
        <a:off x="0" y="1317333"/>
        <a:ext cx="9529689" cy="863320"/>
      </dsp:txXfrm>
    </dsp:sp>
    <dsp:sp modelId="{9F7DF6E7-133C-4236-9818-3D5166290A87}">
      <dsp:nvSpPr>
        <dsp:cNvPr id="0" name=""/>
        <dsp:cNvSpPr/>
      </dsp:nvSpPr>
      <dsp:spPr>
        <a:xfrm rot="10800000">
          <a:off x="0" y="1636"/>
          <a:ext cx="9529689" cy="1328655"/>
        </a:xfrm>
        <a:prstGeom prst="upArrowCallout">
          <a:avLst/>
        </a:prstGeom>
        <a:solidFill>
          <a:schemeClr val="accent3">
            <a:lumMod val="75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2240" tIns="142240" rIns="142240" bIns="14224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en-PK" sz="2000" kern="1200" dirty="0"/>
            <a:t>Consider the problem of adding numbers on processors</a:t>
          </a:r>
          <a:endParaRPr lang="en-US" sz="2000" kern="1200" dirty="0">
            <a:solidFill>
              <a:srgbClr val="FFFFFF"/>
            </a:solidFill>
            <a:latin typeface="Arial" panose="020B0604020202020204" pitchFamily="34" charset="0"/>
            <a:ea typeface="+mn-ea"/>
            <a:cs typeface="Arial" panose="020B0604020202020204" pitchFamily="34" charset="0"/>
          </a:endParaRPr>
        </a:p>
      </dsp:txBody>
      <dsp:txXfrm rot="10800000">
        <a:off x="0" y="1636"/>
        <a:ext cx="9529689" cy="863320"/>
      </dsp:txXfrm>
    </dsp:sp>
  </dsp:spTree>
</dsp:drawing>
</file>

<file path=ppt/diagrams/drawing2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91729EA-4E72-4A6A-B537-05CD98B41416}">
      <dsp:nvSpPr>
        <dsp:cNvPr id="0" name=""/>
        <dsp:cNvSpPr/>
      </dsp:nvSpPr>
      <dsp:spPr>
        <a:xfrm>
          <a:off x="0" y="0"/>
          <a:ext cx="7623751" cy="1059135"/>
        </a:xfrm>
        <a:prstGeom prst="roundRect">
          <a:avLst>
            <a:gd name="adj" fmla="val 10000"/>
          </a:avLst>
        </a:prstGeom>
        <a:solidFill>
          <a:schemeClr val="accent3">
            <a:lumMod val="75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en-PK" sz="2000" kern="1200" dirty="0">
              <a:latin typeface="Arial" panose="020B0604020202020204" pitchFamily="34" charset="0"/>
              <a:cs typeface="Arial" panose="020B0604020202020204" pitchFamily="34" charset="0"/>
            </a:rPr>
            <a:t>Consider a sorting algorithm that uses </a:t>
          </a:r>
          <a:r>
            <a:rPr lang="en-US" altLang="en-PK" sz="2000" b="1" i="1" kern="1200" dirty="0">
              <a:latin typeface="Arial" panose="020B0604020202020204" pitchFamily="34" charset="0"/>
              <a:cs typeface="Arial" panose="020B0604020202020204" pitchFamily="34" charset="0"/>
            </a:rPr>
            <a:t>n</a:t>
          </a:r>
          <a:r>
            <a:rPr lang="en-US" altLang="en-PK" sz="2000" kern="1200" dirty="0">
              <a:latin typeface="Arial" panose="020B0604020202020204" pitchFamily="34" charset="0"/>
              <a:cs typeface="Arial" panose="020B0604020202020204" pitchFamily="34" charset="0"/>
            </a:rPr>
            <a:t> processing elements to sort the list in time (</a:t>
          </a:r>
          <a:r>
            <a:rPr lang="en-US" altLang="en-PK" sz="2000" b="1" kern="1200" dirty="0">
              <a:latin typeface="Arial" panose="020B0604020202020204" pitchFamily="34" charset="0"/>
              <a:cs typeface="Arial" panose="020B0604020202020204" pitchFamily="34" charset="0"/>
            </a:rPr>
            <a:t>log</a:t>
          </a:r>
          <a:r>
            <a:rPr lang="en-US" altLang="en-PK" sz="2000" b="1" i="1" kern="1200" dirty="0">
              <a:latin typeface="Arial" panose="020B0604020202020204" pitchFamily="34" charset="0"/>
              <a:cs typeface="Arial" panose="020B0604020202020204" pitchFamily="34" charset="0"/>
            </a:rPr>
            <a:t> n</a:t>
          </a:r>
          <a:r>
            <a:rPr lang="en-US" altLang="en-PK" sz="2000" kern="1200" dirty="0">
              <a:latin typeface="Arial" panose="020B0604020202020204" pitchFamily="34" charset="0"/>
              <a:cs typeface="Arial" panose="020B0604020202020204" pitchFamily="34" charset="0"/>
            </a:rPr>
            <a:t>)</a:t>
          </a:r>
          <a:r>
            <a:rPr lang="en-US" altLang="en-PK" sz="2000" b="1" i="1" kern="1200" baseline="30000" dirty="0">
              <a:latin typeface="Arial" panose="020B0604020202020204" pitchFamily="34" charset="0"/>
              <a:cs typeface="Arial" panose="020B0604020202020204" pitchFamily="34" charset="0"/>
            </a:rPr>
            <a:t>2</a:t>
          </a:r>
          <a:r>
            <a:rPr lang="en-US" altLang="en-PK" sz="2000" kern="1200" dirty="0">
              <a:latin typeface="Arial" panose="020B0604020202020204" pitchFamily="34" charset="0"/>
              <a:cs typeface="Arial" panose="020B0604020202020204" pitchFamily="34" charset="0"/>
            </a:rPr>
            <a:t>. </a:t>
          </a:r>
          <a:endParaRPr lang="en-US" sz="2000" kern="1200" dirty="0">
            <a:solidFill>
              <a:srgbClr val="FFFFFF"/>
            </a:solidFill>
            <a:latin typeface="Arial" panose="020B0604020202020204" pitchFamily="34" charset="0"/>
            <a:ea typeface="+mn-ea"/>
            <a:cs typeface="Arial" panose="020B0604020202020204" pitchFamily="34" charset="0"/>
          </a:endParaRPr>
        </a:p>
      </dsp:txBody>
      <dsp:txXfrm>
        <a:off x="31021" y="31021"/>
        <a:ext cx="6391365" cy="997093"/>
      </dsp:txXfrm>
    </dsp:sp>
    <dsp:sp modelId="{65F33E37-F7C5-4B9F-A6E7-02B7A9BF6761}">
      <dsp:nvSpPr>
        <dsp:cNvPr id="0" name=""/>
        <dsp:cNvSpPr/>
      </dsp:nvSpPr>
      <dsp:spPr>
        <a:xfrm>
          <a:off x="638489" y="1132875"/>
          <a:ext cx="7623751" cy="1296794"/>
        </a:xfrm>
        <a:prstGeom prst="roundRect">
          <a:avLst>
            <a:gd name="adj" fmla="val 10000"/>
          </a:avLst>
        </a:prstGeom>
        <a:solidFill>
          <a:schemeClr val="accent4">
            <a:lumMod val="75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en-PK" sz="2000" kern="1200" dirty="0">
              <a:latin typeface="Arial" panose="020B0604020202020204" pitchFamily="34" charset="0"/>
              <a:cs typeface="Arial" panose="020B0604020202020204" pitchFamily="34" charset="0"/>
            </a:rPr>
            <a:t>Since the serial runtime of a (comparison-based) sort is </a:t>
          </a:r>
          <a:r>
            <a:rPr lang="en-US" altLang="en-PK" sz="2000" b="1" i="1" kern="1200" dirty="0">
              <a:latin typeface="Arial" panose="020B0604020202020204" pitchFamily="34" charset="0"/>
              <a:cs typeface="Arial" panose="020B0604020202020204" pitchFamily="34" charset="0"/>
            </a:rPr>
            <a:t>n</a:t>
          </a:r>
          <a:r>
            <a:rPr lang="en-US" altLang="en-PK" sz="2000" kern="1200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US" altLang="en-PK" sz="2000" b="1" kern="1200" dirty="0">
              <a:latin typeface="Arial" panose="020B0604020202020204" pitchFamily="34" charset="0"/>
              <a:cs typeface="Arial" panose="020B0604020202020204" pitchFamily="34" charset="0"/>
            </a:rPr>
            <a:t>log </a:t>
          </a:r>
          <a:r>
            <a:rPr lang="en-US" altLang="en-PK" sz="2000" b="1" i="1" kern="1200" dirty="0">
              <a:latin typeface="Arial" panose="020B0604020202020204" pitchFamily="34" charset="0"/>
              <a:cs typeface="Arial" panose="020B0604020202020204" pitchFamily="34" charset="0"/>
            </a:rPr>
            <a:t>n</a:t>
          </a:r>
          <a:r>
            <a:rPr lang="en-US" altLang="en-PK" sz="2000" kern="1200" dirty="0">
              <a:latin typeface="Arial" panose="020B0604020202020204" pitchFamily="34" charset="0"/>
              <a:cs typeface="Arial" panose="020B0604020202020204" pitchFamily="34" charset="0"/>
            </a:rPr>
            <a:t>, the speedup and efficiency of this algorithm are given by </a:t>
          </a:r>
          <a:r>
            <a:rPr lang="en-US" altLang="en-PK" sz="2000" b="1" i="1" kern="1200" dirty="0">
              <a:latin typeface="Arial" panose="020B0604020202020204" pitchFamily="34" charset="0"/>
              <a:cs typeface="Arial" panose="020B0604020202020204" pitchFamily="34" charset="0"/>
            </a:rPr>
            <a:t>n </a:t>
          </a:r>
          <a:r>
            <a:rPr lang="en-US" altLang="en-PK" sz="2000" kern="1200" dirty="0">
              <a:latin typeface="Arial" panose="020B0604020202020204" pitchFamily="34" charset="0"/>
              <a:cs typeface="Arial" panose="020B0604020202020204" pitchFamily="34" charset="0"/>
            </a:rPr>
            <a:t>/ </a:t>
          </a:r>
          <a:r>
            <a:rPr lang="en-US" altLang="en-PK" sz="2000" b="1" kern="1200" dirty="0">
              <a:latin typeface="Arial" panose="020B0604020202020204" pitchFamily="34" charset="0"/>
              <a:cs typeface="Arial" panose="020B0604020202020204" pitchFamily="34" charset="0"/>
            </a:rPr>
            <a:t>log </a:t>
          </a:r>
          <a:r>
            <a:rPr lang="en-US" altLang="en-PK" sz="2000" b="1" i="1" kern="1200" dirty="0">
              <a:latin typeface="Arial" panose="020B0604020202020204" pitchFamily="34" charset="0"/>
              <a:cs typeface="Arial" panose="020B0604020202020204" pitchFamily="34" charset="0"/>
            </a:rPr>
            <a:t>n</a:t>
          </a:r>
          <a:r>
            <a:rPr lang="en-US" altLang="en-PK" sz="2000" kern="1200" dirty="0">
              <a:latin typeface="Arial" panose="020B0604020202020204" pitchFamily="34" charset="0"/>
              <a:cs typeface="Arial" panose="020B0604020202020204" pitchFamily="34" charset="0"/>
            </a:rPr>
            <a:t> and 1 / </a:t>
          </a:r>
          <a:r>
            <a:rPr lang="en-US" altLang="en-PK" sz="2000" b="1" kern="1200" dirty="0">
              <a:latin typeface="Arial" panose="020B0604020202020204" pitchFamily="34" charset="0"/>
              <a:cs typeface="Arial" panose="020B0604020202020204" pitchFamily="34" charset="0"/>
            </a:rPr>
            <a:t>log </a:t>
          </a:r>
          <a:r>
            <a:rPr lang="en-US" altLang="en-PK" sz="2000" b="1" i="1" kern="1200" dirty="0">
              <a:latin typeface="Arial" panose="020B0604020202020204" pitchFamily="34" charset="0"/>
              <a:cs typeface="Arial" panose="020B0604020202020204" pitchFamily="34" charset="0"/>
            </a:rPr>
            <a:t>n</a:t>
          </a:r>
          <a:r>
            <a:rPr lang="en-US" altLang="en-PK" sz="2000" kern="1200" dirty="0">
              <a:latin typeface="Arial" panose="020B0604020202020204" pitchFamily="34" charset="0"/>
              <a:cs typeface="Arial" panose="020B0604020202020204" pitchFamily="34" charset="0"/>
            </a:rPr>
            <a:t>, respectively. </a:t>
          </a:r>
          <a:endParaRPr lang="en-US" sz="2000" kern="1200" dirty="0">
            <a:solidFill>
              <a:srgbClr val="FFFFFF"/>
            </a:solidFill>
            <a:latin typeface="Arial" panose="020B0604020202020204" pitchFamily="34" charset="0"/>
            <a:ea typeface="+mn-ea"/>
            <a:cs typeface="Arial" panose="020B0604020202020204" pitchFamily="34" charset="0"/>
          </a:endParaRPr>
        </a:p>
      </dsp:txBody>
      <dsp:txXfrm>
        <a:off x="676471" y="1170857"/>
        <a:ext cx="6220860" cy="1220830"/>
      </dsp:txXfrm>
    </dsp:sp>
    <dsp:sp modelId="{10ED03CB-7415-4D8D-B615-6883A04F621D}">
      <dsp:nvSpPr>
        <dsp:cNvPr id="0" name=""/>
        <dsp:cNvSpPr/>
      </dsp:nvSpPr>
      <dsp:spPr>
        <a:xfrm>
          <a:off x="1267448" y="2644153"/>
          <a:ext cx="7623751" cy="777648"/>
        </a:xfrm>
        <a:prstGeom prst="roundRect">
          <a:avLst>
            <a:gd name="adj" fmla="val 10000"/>
          </a:avLst>
        </a:prstGeom>
        <a:solidFill>
          <a:schemeClr val="accent5">
            <a:lumMod val="75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en-PK" sz="2000" kern="1200" dirty="0">
              <a:latin typeface="Arial" panose="020B0604020202020204" pitchFamily="34" charset="0"/>
              <a:cs typeface="Arial" panose="020B0604020202020204" pitchFamily="34" charset="0"/>
            </a:rPr>
            <a:t>The </a:t>
          </a:r>
          <a:r>
            <a:rPr lang="en-US" altLang="en-PK" sz="2000" b="1" i="1" kern="1200" dirty="0">
              <a:latin typeface="Arial" panose="020B0604020202020204" pitchFamily="34" charset="0"/>
              <a:cs typeface="Arial" panose="020B0604020202020204" pitchFamily="34" charset="0"/>
            </a:rPr>
            <a:t>p T</a:t>
          </a:r>
          <a:r>
            <a:rPr lang="en-US" altLang="en-PK" sz="2000" b="1" i="1" kern="1200" baseline="-25000" dirty="0">
              <a:latin typeface="Arial" panose="020B0604020202020204" pitchFamily="34" charset="0"/>
              <a:cs typeface="Arial" panose="020B0604020202020204" pitchFamily="34" charset="0"/>
            </a:rPr>
            <a:t>P</a:t>
          </a:r>
          <a:r>
            <a:rPr lang="en-US" altLang="en-PK" sz="2000" kern="1200" dirty="0">
              <a:latin typeface="Arial" panose="020B0604020202020204" pitchFamily="34" charset="0"/>
              <a:cs typeface="Arial" panose="020B0604020202020204" pitchFamily="34" charset="0"/>
            </a:rPr>
            <a:t> product of this algorithm is </a:t>
          </a:r>
          <a:r>
            <a:rPr lang="en-US" altLang="en-PK" sz="2000" b="1" i="1" kern="1200" dirty="0">
              <a:latin typeface="Arial" panose="020B0604020202020204" pitchFamily="34" charset="0"/>
              <a:cs typeface="Arial" panose="020B0604020202020204" pitchFamily="34" charset="0"/>
            </a:rPr>
            <a:t>n</a:t>
          </a:r>
          <a:r>
            <a:rPr lang="en-US" altLang="en-PK" sz="2000" kern="1200" dirty="0">
              <a:latin typeface="Arial" panose="020B0604020202020204" pitchFamily="34" charset="0"/>
              <a:cs typeface="Arial" panose="020B0604020202020204" pitchFamily="34" charset="0"/>
            </a:rPr>
            <a:t> (</a:t>
          </a:r>
          <a:r>
            <a:rPr lang="en-US" altLang="en-PK" sz="2000" b="1" kern="1200" dirty="0">
              <a:latin typeface="Arial" panose="020B0604020202020204" pitchFamily="34" charset="0"/>
              <a:cs typeface="Arial" panose="020B0604020202020204" pitchFamily="34" charset="0"/>
            </a:rPr>
            <a:t>log </a:t>
          </a:r>
          <a:r>
            <a:rPr lang="en-US" altLang="en-PK" sz="2000" b="1" i="1" kern="1200" dirty="0">
              <a:latin typeface="Arial" panose="020B0604020202020204" pitchFamily="34" charset="0"/>
              <a:cs typeface="Arial" panose="020B0604020202020204" pitchFamily="34" charset="0"/>
            </a:rPr>
            <a:t>n</a:t>
          </a:r>
          <a:r>
            <a:rPr lang="en-US" altLang="en-PK" sz="2000" kern="1200" dirty="0">
              <a:latin typeface="Arial" panose="020B0604020202020204" pitchFamily="34" charset="0"/>
              <a:cs typeface="Arial" panose="020B0604020202020204" pitchFamily="34" charset="0"/>
            </a:rPr>
            <a:t>)</a:t>
          </a:r>
          <a:r>
            <a:rPr lang="en-US" altLang="en-PK" sz="2000" b="1" i="1" kern="1200" baseline="30000" dirty="0">
              <a:latin typeface="Arial" panose="020B0604020202020204" pitchFamily="34" charset="0"/>
              <a:cs typeface="Arial" panose="020B0604020202020204" pitchFamily="34" charset="0"/>
            </a:rPr>
            <a:t>2</a:t>
          </a:r>
          <a:r>
            <a:rPr lang="en-US" altLang="en-PK" sz="2000" kern="1200" dirty="0">
              <a:latin typeface="Arial" panose="020B0604020202020204" pitchFamily="34" charset="0"/>
              <a:cs typeface="Arial" panose="020B0604020202020204" pitchFamily="34" charset="0"/>
            </a:rPr>
            <a:t>. </a:t>
          </a:r>
          <a:endParaRPr lang="en-US" sz="2000" kern="1200" dirty="0">
            <a:solidFill>
              <a:srgbClr val="FFFFFF"/>
            </a:solidFill>
            <a:latin typeface="Arial" panose="020B0604020202020204" pitchFamily="34" charset="0"/>
            <a:ea typeface="+mn-ea"/>
            <a:cs typeface="Arial" panose="020B0604020202020204" pitchFamily="34" charset="0"/>
          </a:endParaRPr>
        </a:p>
      </dsp:txBody>
      <dsp:txXfrm>
        <a:off x="1290225" y="2666930"/>
        <a:ext cx="6260799" cy="732094"/>
      </dsp:txXfrm>
    </dsp:sp>
    <dsp:sp modelId="{D75E12E9-20A0-4460-825A-DF40F7CA2C16}">
      <dsp:nvSpPr>
        <dsp:cNvPr id="0" name=""/>
        <dsp:cNvSpPr/>
      </dsp:nvSpPr>
      <dsp:spPr>
        <a:xfrm>
          <a:off x="1905937" y="3803904"/>
          <a:ext cx="7623751" cy="961556"/>
        </a:xfrm>
        <a:prstGeom prst="roundRect">
          <a:avLst>
            <a:gd name="adj" fmla="val 10000"/>
          </a:avLst>
        </a:prstGeom>
        <a:solidFill>
          <a:schemeClr val="accent6">
            <a:lumMod val="75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en-PK" sz="2000" kern="1200" dirty="0">
              <a:latin typeface="Arial" panose="020B0604020202020204" pitchFamily="34" charset="0"/>
              <a:cs typeface="Arial" panose="020B0604020202020204" pitchFamily="34" charset="0"/>
            </a:rPr>
            <a:t>This algorithm is not cost optimal but only by a factor of </a:t>
          </a:r>
          <a:r>
            <a:rPr lang="en-US" altLang="en-PK" sz="2000" b="1" i="1" kern="1200" dirty="0">
              <a:latin typeface="Arial" panose="020B0604020202020204" pitchFamily="34" charset="0"/>
              <a:cs typeface="Arial" panose="020B0604020202020204" pitchFamily="34" charset="0"/>
            </a:rPr>
            <a:t>log n</a:t>
          </a:r>
          <a:r>
            <a:rPr lang="en-US" altLang="en-PK" sz="2000" kern="1200" dirty="0">
              <a:latin typeface="Arial" panose="020B0604020202020204" pitchFamily="34" charset="0"/>
              <a:cs typeface="Arial" panose="020B0604020202020204" pitchFamily="34" charset="0"/>
            </a:rPr>
            <a:t>. </a:t>
          </a:r>
          <a:endParaRPr lang="en-US" sz="2000" kern="1200" dirty="0">
            <a:solidFill>
              <a:srgbClr val="FFFFFF"/>
            </a:solidFill>
            <a:latin typeface="Arial" panose="020B0604020202020204" pitchFamily="34" charset="0"/>
            <a:ea typeface="+mn-ea"/>
            <a:cs typeface="Arial" panose="020B0604020202020204" pitchFamily="34" charset="0"/>
          </a:endParaRPr>
        </a:p>
      </dsp:txBody>
      <dsp:txXfrm>
        <a:off x="1934100" y="3832067"/>
        <a:ext cx="6240498" cy="905230"/>
      </dsp:txXfrm>
    </dsp:sp>
    <dsp:sp modelId="{803FC7D3-846C-4873-9FE9-4A99686E0D6E}">
      <dsp:nvSpPr>
        <dsp:cNvPr id="0" name=""/>
        <dsp:cNvSpPr/>
      </dsp:nvSpPr>
      <dsp:spPr>
        <a:xfrm>
          <a:off x="6935313" y="811201"/>
          <a:ext cx="688437" cy="688437"/>
        </a:xfrm>
        <a:prstGeom prst="downArrow">
          <a:avLst>
            <a:gd name="adj1" fmla="val 55000"/>
            <a:gd name="adj2" fmla="val 45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9370" tIns="39370" rIns="39370" bIns="39370" numCol="1" spcCol="1270" anchor="ctr" anchorCtr="0">
          <a:noAutofit/>
        </a:bodyPr>
        <a:lstStyle/>
        <a:p>
          <a:pPr marL="0" lvl="0" indent="0" algn="ctr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PK" sz="3100" kern="1200"/>
        </a:p>
      </dsp:txBody>
      <dsp:txXfrm>
        <a:off x="7090211" y="811201"/>
        <a:ext cx="378641" cy="518049"/>
      </dsp:txXfrm>
    </dsp:sp>
    <dsp:sp modelId="{ACF30220-8469-4F6E-8571-17A56045E759}">
      <dsp:nvSpPr>
        <dsp:cNvPr id="0" name=""/>
        <dsp:cNvSpPr/>
      </dsp:nvSpPr>
      <dsp:spPr>
        <a:xfrm>
          <a:off x="7573802" y="2062906"/>
          <a:ext cx="688437" cy="688437"/>
        </a:xfrm>
        <a:prstGeom prst="downArrow">
          <a:avLst>
            <a:gd name="adj1" fmla="val 55000"/>
            <a:gd name="adj2" fmla="val 45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9370" tIns="39370" rIns="39370" bIns="39370" numCol="1" spcCol="1270" anchor="ctr" anchorCtr="0">
          <a:noAutofit/>
        </a:bodyPr>
        <a:lstStyle/>
        <a:p>
          <a:pPr marL="0" lvl="0" indent="0" algn="ctr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PK" sz="3100" kern="1200"/>
        </a:p>
      </dsp:txBody>
      <dsp:txXfrm>
        <a:off x="7728700" y="2062906"/>
        <a:ext cx="378641" cy="518049"/>
      </dsp:txXfrm>
    </dsp:sp>
    <dsp:sp modelId="{71A7B654-DD46-4041-9AE6-297674385EE0}">
      <dsp:nvSpPr>
        <dsp:cNvPr id="0" name=""/>
        <dsp:cNvSpPr/>
      </dsp:nvSpPr>
      <dsp:spPr>
        <a:xfrm>
          <a:off x="8202762" y="3314611"/>
          <a:ext cx="688437" cy="688437"/>
        </a:xfrm>
        <a:prstGeom prst="downArrow">
          <a:avLst>
            <a:gd name="adj1" fmla="val 55000"/>
            <a:gd name="adj2" fmla="val 45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9370" tIns="39370" rIns="39370" bIns="39370" numCol="1" spcCol="1270" anchor="ctr" anchorCtr="0">
          <a:noAutofit/>
        </a:bodyPr>
        <a:lstStyle/>
        <a:p>
          <a:pPr marL="0" lvl="0" indent="0" algn="ctr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3100" kern="1200"/>
        </a:p>
      </dsp:txBody>
      <dsp:txXfrm>
        <a:off x="8357660" y="3314611"/>
        <a:ext cx="378641" cy="518049"/>
      </dsp:txXfrm>
    </dsp:sp>
  </dsp:spTree>
</dsp:drawing>
</file>

<file path=ppt/diagrams/drawing2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F27DDE4-0AB4-4D4F-AF71-82408EFC306C}">
      <dsp:nvSpPr>
        <dsp:cNvPr id="0" name=""/>
        <dsp:cNvSpPr/>
      </dsp:nvSpPr>
      <dsp:spPr>
        <a:xfrm>
          <a:off x="0" y="0"/>
          <a:ext cx="8100235" cy="1444275"/>
        </a:xfrm>
        <a:prstGeom prst="roundRect">
          <a:avLst>
            <a:gd name="adj" fmla="val 10000"/>
          </a:avLst>
        </a:prstGeom>
        <a:solidFill>
          <a:schemeClr val="accent3">
            <a:lumMod val="75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en-PK" sz="2000" kern="1200" dirty="0">
              <a:latin typeface="Arial" panose="020B0604020202020204" pitchFamily="34" charset="0"/>
              <a:cs typeface="Arial" panose="020B0604020202020204" pitchFamily="34" charset="0"/>
            </a:rPr>
            <a:t>If </a:t>
          </a:r>
          <a:r>
            <a:rPr lang="en-US" altLang="en-PK" sz="2000" b="1" i="1" kern="1200" dirty="0">
              <a:latin typeface="Arial" panose="020B0604020202020204" pitchFamily="34" charset="0"/>
              <a:cs typeface="Arial" panose="020B0604020202020204" pitchFamily="34" charset="0"/>
            </a:rPr>
            <a:t>p</a:t>
          </a:r>
          <a:r>
            <a:rPr lang="en-US" altLang="en-PK" sz="2000" kern="1200" dirty="0">
              <a:latin typeface="Arial" panose="020B0604020202020204" pitchFamily="34" charset="0"/>
              <a:cs typeface="Arial" panose="020B0604020202020204" pitchFamily="34" charset="0"/>
            </a:rPr>
            <a:t> &lt; </a:t>
          </a:r>
          <a:r>
            <a:rPr lang="en-US" altLang="en-PK" sz="2000" b="1" i="1" kern="1200" dirty="0">
              <a:latin typeface="Arial" panose="020B0604020202020204" pitchFamily="34" charset="0"/>
              <a:cs typeface="Arial" panose="020B0604020202020204" pitchFamily="34" charset="0"/>
            </a:rPr>
            <a:t>n</a:t>
          </a:r>
          <a:r>
            <a:rPr lang="en-US" altLang="en-PK" sz="2000" kern="1200" dirty="0">
              <a:latin typeface="Arial" panose="020B0604020202020204" pitchFamily="34" charset="0"/>
              <a:cs typeface="Arial" panose="020B0604020202020204" pitchFamily="34" charset="0"/>
            </a:rPr>
            <a:t>, assigning </a:t>
          </a:r>
          <a:r>
            <a:rPr lang="en-US" altLang="en-PK" sz="2000" b="1" i="1" kern="1200" dirty="0">
              <a:latin typeface="Arial" panose="020B0604020202020204" pitchFamily="34" charset="0"/>
              <a:cs typeface="Arial" panose="020B0604020202020204" pitchFamily="34" charset="0"/>
            </a:rPr>
            <a:t>n</a:t>
          </a:r>
          <a:r>
            <a:rPr lang="en-US" altLang="en-PK" sz="2000" kern="1200" dirty="0">
              <a:latin typeface="Arial" panose="020B0604020202020204" pitchFamily="34" charset="0"/>
              <a:cs typeface="Arial" panose="020B0604020202020204" pitchFamily="34" charset="0"/>
            </a:rPr>
            <a:t> tasks to </a:t>
          </a:r>
          <a:r>
            <a:rPr lang="en-US" altLang="en-PK" sz="2000" b="1" i="1" kern="1200" dirty="0">
              <a:latin typeface="Arial" panose="020B0604020202020204" pitchFamily="34" charset="0"/>
              <a:cs typeface="Arial" panose="020B0604020202020204" pitchFamily="34" charset="0"/>
            </a:rPr>
            <a:t>p</a:t>
          </a:r>
          <a:r>
            <a:rPr lang="en-US" altLang="en-PK" sz="2000" kern="1200" dirty="0">
              <a:latin typeface="Arial" panose="020B0604020202020204" pitchFamily="34" charset="0"/>
              <a:cs typeface="Arial" panose="020B0604020202020204" pitchFamily="34" charset="0"/>
            </a:rPr>
            <a:t> processors gives </a:t>
          </a:r>
          <a:r>
            <a:rPr lang="en-US" altLang="en-PK" sz="2000" b="1" i="1" kern="1200" dirty="0">
              <a:latin typeface="Arial" panose="020B0604020202020204" pitchFamily="34" charset="0"/>
              <a:cs typeface="Arial" panose="020B0604020202020204" pitchFamily="34" charset="0"/>
            </a:rPr>
            <a:t>T</a:t>
          </a:r>
          <a:r>
            <a:rPr lang="en-US" altLang="en-PK" sz="2000" b="1" i="1" kern="1200" baseline="-25000" dirty="0">
              <a:latin typeface="Arial" panose="020B0604020202020204" pitchFamily="34" charset="0"/>
              <a:cs typeface="Arial" panose="020B0604020202020204" pitchFamily="34" charset="0"/>
            </a:rPr>
            <a:t>P</a:t>
          </a:r>
          <a:r>
            <a:rPr lang="en-US" altLang="en-PK" sz="2000" kern="1200" dirty="0">
              <a:latin typeface="Arial" panose="020B0604020202020204" pitchFamily="34" charset="0"/>
              <a:cs typeface="Arial" panose="020B0604020202020204" pitchFamily="34" charset="0"/>
            </a:rPr>
            <a:t> = </a:t>
          </a:r>
          <a:r>
            <a:rPr lang="en-US" altLang="en-PK" sz="2000" b="1" i="1" kern="1200" dirty="0">
              <a:latin typeface="Arial" panose="020B0604020202020204" pitchFamily="34" charset="0"/>
              <a:cs typeface="Arial" panose="020B0604020202020204" pitchFamily="34" charset="0"/>
            </a:rPr>
            <a:t>n</a:t>
          </a:r>
          <a:r>
            <a:rPr lang="en-US" altLang="en-PK" sz="2000" kern="1200" dirty="0">
              <a:latin typeface="Arial" panose="020B0604020202020204" pitchFamily="34" charset="0"/>
              <a:cs typeface="Arial" panose="020B0604020202020204" pitchFamily="34" charset="0"/>
            </a:rPr>
            <a:t> (</a:t>
          </a:r>
          <a:r>
            <a:rPr lang="en-US" altLang="en-PK" sz="2000" b="1" kern="1200" dirty="0">
              <a:latin typeface="Arial" panose="020B0604020202020204" pitchFamily="34" charset="0"/>
              <a:cs typeface="Arial" panose="020B0604020202020204" pitchFamily="34" charset="0"/>
            </a:rPr>
            <a:t>log </a:t>
          </a:r>
          <a:r>
            <a:rPr lang="en-US" altLang="en-PK" sz="2000" b="1" i="1" kern="1200" dirty="0">
              <a:latin typeface="Arial" panose="020B0604020202020204" pitchFamily="34" charset="0"/>
              <a:cs typeface="Arial" panose="020B0604020202020204" pitchFamily="34" charset="0"/>
            </a:rPr>
            <a:t>n</a:t>
          </a:r>
          <a:r>
            <a:rPr lang="en-US" altLang="en-PK" sz="2000" kern="1200" dirty="0">
              <a:latin typeface="Arial" panose="020B0604020202020204" pitchFamily="34" charset="0"/>
              <a:cs typeface="Arial" panose="020B0604020202020204" pitchFamily="34" charset="0"/>
            </a:rPr>
            <a:t>)</a:t>
          </a:r>
          <a:r>
            <a:rPr lang="en-US" altLang="en-PK" sz="2000" b="1" i="1" kern="1200" baseline="30000" dirty="0">
              <a:latin typeface="Arial" panose="020B0604020202020204" pitchFamily="34" charset="0"/>
              <a:cs typeface="Arial" panose="020B0604020202020204" pitchFamily="34" charset="0"/>
            </a:rPr>
            <a:t>2</a:t>
          </a:r>
          <a:r>
            <a:rPr lang="en-US" altLang="en-PK" sz="2000" kern="1200" dirty="0">
              <a:latin typeface="Arial" panose="020B0604020202020204" pitchFamily="34" charset="0"/>
              <a:cs typeface="Arial" panose="020B0604020202020204" pitchFamily="34" charset="0"/>
            </a:rPr>
            <a:t> / </a:t>
          </a:r>
          <a:r>
            <a:rPr lang="en-US" altLang="en-PK" sz="2000" b="1" i="1" kern="1200" dirty="0">
              <a:latin typeface="Arial" panose="020B0604020202020204" pitchFamily="34" charset="0"/>
              <a:cs typeface="Arial" panose="020B0604020202020204" pitchFamily="34" charset="0"/>
            </a:rPr>
            <a:t>p </a:t>
          </a:r>
          <a:endParaRPr lang="en-US" sz="2000" kern="1200" dirty="0">
            <a:solidFill>
              <a:srgbClr val="FFFFFF"/>
            </a:solidFill>
            <a:latin typeface="Arial" panose="020B0604020202020204" pitchFamily="34" charset="0"/>
            <a:ea typeface="+mn-ea"/>
            <a:cs typeface="Arial" panose="020B0604020202020204" pitchFamily="34" charset="0"/>
          </a:endParaRPr>
        </a:p>
      </dsp:txBody>
      <dsp:txXfrm>
        <a:off x="42301" y="42301"/>
        <a:ext cx="6541751" cy="1359673"/>
      </dsp:txXfrm>
    </dsp:sp>
    <dsp:sp modelId="{AE3DE55F-76C6-4C29-8560-10C3E169780F}">
      <dsp:nvSpPr>
        <dsp:cNvPr id="0" name=""/>
        <dsp:cNvSpPr/>
      </dsp:nvSpPr>
      <dsp:spPr>
        <a:xfrm>
          <a:off x="714726" y="1684987"/>
          <a:ext cx="8100235" cy="1444275"/>
        </a:xfrm>
        <a:prstGeom prst="roundRect">
          <a:avLst>
            <a:gd name="adj" fmla="val 10000"/>
          </a:avLst>
        </a:prstGeom>
        <a:solidFill>
          <a:schemeClr val="accent4">
            <a:lumMod val="75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en-PK" sz="2000" kern="1200" dirty="0">
              <a:latin typeface="Arial" panose="020B0604020202020204" pitchFamily="34" charset="0"/>
              <a:cs typeface="Arial" panose="020B0604020202020204" pitchFamily="34" charset="0"/>
            </a:rPr>
            <a:t>The corresponding speedup of this formulation is</a:t>
          </a:r>
          <a:br>
            <a:rPr lang="en-US" altLang="en-PK" sz="2000" kern="1200" dirty="0">
              <a:latin typeface="Arial" panose="020B0604020202020204" pitchFamily="34" charset="0"/>
              <a:cs typeface="Arial" panose="020B0604020202020204" pitchFamily="34" charset="0"/>
            </a:rPr>
          </a:br>
          <a:r>
            <a:rPr lang="en-US" altLang="en-PK" sz="2000" kern="1200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US" altLang="en-PK" sz="2000" b="1" i="1" kern="1200" dirty="0">
              <a:latin typeface="Arial" panose="020B0604020202020204" pitchFamily="34" charset="0"/>
              <a:cs typeface="Arial" panose="020B0604020202020204" pitchFamily="34" charset="0"/>
            </a:rPr>
            <a:t>p</a:t>
          </a:r>
          <a:r>
            <a:rPr lang="en-US" altLang="en-PK" sz="2000" kern="1200" dirty="0">
              <a:latin typeface="Arial" panose="020B0604020202020204" pitchFamily="34" charset="0"/>
              <a:cs typeface="Arial" panose="020B0604020202020204" pitchFamily="34" charset="0"/>
            </a:rPr>
            <a:t> / </a:t>
          </a:r>
          <a:r>
            <a:rPr lang="en-US" altLang="en-PK" sz="2000" b="1" kern="1200" dirty="0">
              <a:latin typeface="Arial" panose="020B0604020202020204" pitchFamily="34" charset="0"/>
              <a:cs typeface="Arial" panose="020B0604020202020204" pitchFamily="34" charset="0"/>
            </a:rPr>
            <a:t>log </a:t>
          </a:r>
          <a:r>
            <a:rPr lang="en-US" altLang="en-PK" sz="2000" b="1" i="1" kern="1200" dirty="0">
              <a:latin typeface="Arial" panose="020B0604020202020204" pitchFamily="34" charset="0"/>
              <a:cs typeface="Arial" panose="020B0604020202020204" pitchFamily="34" charset="0"/>
            </a:rPr>
            <a:t>n</a:t>
          </a:r>
          <a:r>
            <a:rPr lang="en-US" altLang="en-PK" sz="2000" kern="1200" dirty="0">
              <a:latin typeface="Arial" panose="020B0604020202020204" pitchFamily="34" charset="0"/>
              <a:cs typeface="Arial" panose="020B0604020202020204" pitchFamily="34" charset="0"/>
            </a:rPr>
            <a:t>. </a:t>
          </a:r>
          <a:endParaRPr lang="en-US" sz="2000" kern="1200" dirty="0">
            <a:solidFill>
              <a:srgbClr val="FFFFFF"/>
            </a:solidFill>
            <a:latin typeface="Arial" panose="020B0604020202020204" pitchFamily="34" charset="0"/>
            <a:ea typeface="+mn-ea"/>
            <a:cs typeface="Arial" panose="020B0604020202020204" pitchFamily="34" charset="0"/>
          </a:endParaRPr>
        </a:p>
      </dsp:txBody>
      <dsp:txXfrm>
        <a:off x="757027" y="1727288"/>
        <a:ext cx="6362128" cy="1359673"/>
      </dsp:txXfrm>
    </dsp:sp>
    <dsp:sp modelId="{77A98B34-CD64-4B4B-A764-AC7CFC0855C0}">
      <dsp:nvSpPr>
        <dsp:cNvPr id="0" name=""/>
        <dsp:cNvSpPr/>
      </dsp:nvSpPr>
      <dsp:spPr>
        <a:xfrm>
          <a:off x="1429453" y="3369974"/>
          <a:ext cx="8100235" cy="1444275"/>
        </a:xfrm>
        <a:prstGeom prst="roundRect">
          <a:avLst>
            <a:gd name="adj" fmla="val 10000"/>
          </a:avLst>
        </a:prstGeom>
        <a:solidFill>
          <a:schemeClr val="accent5">
            <a:lumMod val="75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en-PK" sz="2000" kern="1200" dirty="0">
              <a:latin typeface="Arial" panose="020B0604020202020204" pitchFamily="34" charset="0"/>
              <a:cs typeface="Arial" panose="020B0604020202020204" pitchFamily="34" charset="0"/>
            </a:rPr>
            <a:t>This speedup goes down as the problem size </a:t>
          </a:r>
          <a:r>
            <a:rPr lang="en-US" altLang="en-PK" sz="2000" b="1" i="1" kern="1200" dirty="0">
              <a:latin typeface="Arial" panose="020B0604020202020204" pitchFamily="34" charset="0"/>
              <a:cs typeface="Arial" panose="020B0604020202020204" pitchFamily="34" charset="0"/>
            </a:rPr>
            <a:t>n</a:t>
          </a:r>
          <a:r>
            <a:rPr lang="en-US" altLang="en-PK" sz="2000" kern="1200" dirty="0">
              <a:latin typeface="Arial" panose="020B0604020202020204" pitchFamily="34" charset="0"/>
              <a:cs typeface="Arial" panose="020B0604020202020204" pitchFamily="34" charset="0"/>
            </a:rPr>
            <a:t> is increased for a given </a:t>
          </a:r>
          <a:r>
            <a:rPr lang="en-US" altLang="en-PK" sz="2000" b="1" i="1" kern="1200" dirty="0">
              <a:latin typeface="Arial" panose="020B0604020202020204" pitchFamily="34" charset="0"/>
              <a:cs typeface="Arial" panose="020B0604020202020204" pitchFamily="34" charset="0"/>
            </a:rPr>
            <a:t>p</a:t>
          </a:r>
          <a:r>
            <a:rPr lang="en-US" altLang="en-PK" sz="2000" kern="1200" dirty="0">
              <a:latin typeface="Arial" panose="020B0604020202020204" pitchFamily="34" charset="0"/>
              <a:cs typeface="Arial" panose="020B0604020202020204" pitchFamily="34" charset="0"/>
            </a:rPr>
            <a:t> !. </a:t>
          </a:r>
          <a:endParaRPr lang="en-US" sz="2000" kern="1200" dirty="0">
            <a:solidFill>
              <a:srgbClr val="FFFFFF"/>
            </a:solidFill>
            <a:latin typeface="Arial" panose="020B0604020202020204" pitchFamily="34" charset="0"/>
            <a:ea typeface="+mn-ea"/>
            <a:cs typeface="Arial" panose="020B0604020202020204" pitchFamily="34" charset="0"/>
          </a:endParaRPr>
        </a:p>
      </dsp:txBody>
      <dsp:txXfrm>
        <a:off x="1471754" y="3412275"/>
        <a:ext cx="6362128" cy="1359673"/>
      </dsp:txXfrm>
    </dsp:sp>
    <dsp:sp modelId="{FACED3BE-50D2-452F-B0E4-DA6E569D92F4}">
      <dsp:nvSpPr>
        <dsp:cNvPr id="0" name=""/>
        <dsp:cNvSpPr/>
      </dsp:nvSpPr>
      <dsp:spPr>
        <a:xfrm>
          <a:off x="7161456" y="1095241"/>
          <a:ext cx="938778" cy="938778"/>
        </a:xfrm>
        <a:prstGeom prst="downArrow">
          <a:avLst>
            <a:gd name="adj1" fmla="val 55000"/>
            <a:gd name="adj2" fmla="val 45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PK" sz="3600" kern="1200"/>
        </a:p>
      </dsp:txBody>
      <dsp:txXfrm>
        <a:off x="7372681" y="1095241"/>
        <a:ext cx="516328" cy="706430"/>
      </dsp:txXfrm>
    </dsp:sp>
    <dsp:sp modelId="{1F0E1E20-1D53-458C-8BBA-8AF9AC77E21B}">
      <dsp:nvSpPr>
        <dsp:cNvPr id="0" name=""/>
        <dsp:cNvSpPr/>
      </dsp:nvSpPr>
      <dsp:spPr>
        <a:xfrm>
          <a:off x="7876183" y="2770600"/>
          <a:ext cx="938778" cy="938778"/>
        </a:xfrm>
        <a:prstGeom prst="downArrow">
          <a:avLst>
            <a:gd name="adj1" fmla="val 55000"/>
            <a:gd name="adj2" fmla="val 45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PK" sz="3600" kern="1200"/>
        </a:p>
      </dsp:txBody>
      <dsp:txXfrm>
        <a:off x="8087408" y="2770600"/>
        <a:ext cx="516328" cy="706430"/>
      </dsp:txXfrm>
    </dsp:sp>
  </dsp:spTree>
</dsp:drawing>
</file>

<file path=ppt/diagrams/drawing2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7611441-5FC4-4BBA-AB94-233AC5382243}">
      <dsp:nvSpPr>
        <dsp:cNvPr id="0" name=""/>
        <dsp:cNvSpPr/>
      </dsp:nvSpPr>
      <dsp:spPr>
        <a:xfrm>
          <a:off x="0" y="713"/>
          <a:ext cx="7003777" cy="1669193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11A7D35-1FE6-446D-AE68-CDC0EA75C5EF}">
      <dsp:nvSpPr>
        <dsp:cNvPr id="0" name=""/>
        <dsp:cNvSpPr/>
      </dsp:nvSpPr>
      <dsp:spPr>
        <a:xfrm>
          <a:off x="504931" y="376281"/>
          <a:ext cx="918056" cy="918056"/>
        </a:xfrm>
        <a:prstGeom prst="rect">
          <a:avLst/>
        </a:prstGeom>
        <a:blipFill>
          <a:blip xmlns:r="http://schemas.openxmlformats.org/officeDocument/2006/relationships" r:embed="rId1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39E4229-80E6-49FA-AC66-32D790A69D10}">
      <dsp:nvSpPr>
        <dsp:cNvPr id="0" name=""/>
        <dsp:cNvSpPr/>
      </dsp:nvSpPr>
      <dsp:spPr>
        <a:xfrm>
          <a:off x="1927918" y="713"/>
          <a:ext cx="5075858" cy="166919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6656" tIns="176656" rIns="176656" bIns="176656" numCol="1" spcCol="1270" anchor="ctr" anchorCtr="0">
          <a:noAutofit/>
        </a:bodyPr>
        <a:lstStyle/>
        <a:p>
          <a:pPr marL="0" lvl="0" indent="0" algn="l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</a:rPr>
            <a:t>The effect of Granularity on Performance.</a:t>
          </a:r>
        </a:p>
      </dsp:txBody>
      <dsp:txXfrm>
        <a:off x="1927918" y="713"/>
        <a:ext cx="5075858" cy="1669193"/>
      </dsp:txXfrm>
    </dsp:sp>
    <dsp:sp modelId="{D75562AD-F78D-4876-92B4-3DD0643FB177}">
      <dsp:nvSpPr>
        <dsp:cNvPr id="0" name=""/>
        <dsp:cNvSpPr/>
      </dsp:nvSpPr>
      <dsp:spPr>
        <a:xfrm>
          <a:off x="0" y="2144509"/>
          <a:ext cx="7003777" cy="1669193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807B6D7-BF48-4FDE-BD86-4D161441F3BF}">
      <dsp:nvSpPr>
        <dsp:cNvPr id="0" name=""/>
        <dsp:cNvSpPr/>
      </dsp:nvSpPr>
      <dsp:spPr>
        <a:xfrm>
          <a:off x="504931" y="2462774"/>
          <a:ext cx="918056" cy="918056"/>
        </a:xfrm>
        <a:prstGeom prst="rect">
          <a:avLst/>
        </a:prstGeom>
        <a:blipFill>
          <a:blip xmlns:r="http://schemas.openxmlformats.org/officeDocument/2006/relationships"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7273AB3-1C10-4C7C-8AEC-2DC6562CD53E}">
      <dsp:nvSpPr>
        <dsp:cNvPr id="0" name=""/>
        <dsp:cNvSpPr/>
      </dsp:nvSpPr>
      <dsp:spPr>
        <a:xfrm>
          <a:off x="1927918" y="2087205"/>
          <a:ext cx="5075858" cy="166919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6656" tIns="176656" rIns="176656" bIns="176656" numCol="1" spcCol="1270" anchor="ctr" anchorCtr="0">
          <a:noAutofit/>
        </a:bodyPr>
        <a:lstStyle/>
        <a:p>
          <a:pPr marL="0" lvl="0" indent="0" algn="ctr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>
              <a:latin typeface="Arial" panose="020B0604020202020204" pitchFamily="34" charset="0"/>
              <a:cs typeface="Arial" panose="020B0604020202020204" pitchFamily="34" charset="0"/>
            </a:rPr>
            <a:t>Introduction to Scalability of Parallel Systems</a:t>
          </a:r>
        </a:p>
      </dsp:txBody>
      <dsp:txXfrm>
        <a:off x="1927918" y="2087205"/>
        <a:ext cx="5075858" cy="1669193"/>
      </dsp:txXfrm>
    </dsp:sp>
    <dsp:sp modelId="{E68D7556-FA9D-40BF-837B-DC8297C2E485}">
      <dsp:nvSpPr>
        <dsp:cNvPr id="0" name=""/>
        <dsp:cNvSpPr/>
      </dsp:nvSpPr>
      <dsp:spPr>
        <a:xfrm>
          <a:off x="0" y="4173697"/>
          <a:ext cx="7003777" cy="1669193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DF4B165-D0B4-4D80-A79C-5194E42AF925}">
      <dsp:nvSpPr>
        <dsp:cNvPr id="0" name=""/>
        <dsp:cNvSpPr/>
      </dsp:nvSpPr>
      <dsp:spPr>
        <a:xfrm>
          <a:off x="504931" y="4549266"/>
          <a:ext cx="918056" cy="918056"/>
        </a:xfrm>
        <a:prstGeom prst="rect">
          <a:avLst/>
        </a:prstGeom>
        <a:blipFill>
          <a:blip xmlns:r="http://schemas.openxmlformats.org/officeDocument/2006/relationships" r:embed="rId5"/>
          <a:srcRect/>
          <a:stretch>
            <a:fillRect l="-19000" r="-19000"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52C7AEC-554D-47FD-98FE-7ECA2F37F63A}">
      <dsp:nvSpPr>
        <dsp:cNvPr id="0" name=""/>
        <dsp:cNvSpPr/>
      </dsp:nvSpPr>
      <dsp:spPr>
        <a:xfrm>
          <a:off x="1927918" y="4160761"/>
          <a:ext cx="5075858" cy="166919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6656" tIns="176656" rIns="176656" bIns="176656" numCol="1" spcCol="1270" anchor="ctr" anchorCtr="0">
          <a:noAutofit/>
        </a:bodyPr>
        <a:lstStyle/>
        <a:p>
          <a:pPr marL="0" lvl="0" indent="0" algn="l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</a:rPr>
            <a:t>Scaling Characteristics</a:t>
          </a:r>
          <a:endParaRPr lang="x-none" sz="2000" kern="1200" dirty="0">
            <a:solidFill>
              <a:srgbClr val="000000">
                <a:hueOff val="0"/>
                <a:satOff val="0"/>
                <a:lumOff val="0"/>
                <a:alphaOff val="0"/>
              </a:srgbClr>
            </a:solidFill>
            <a:latin typeface="Arial" panose="020B0604020202020204" pitchFamily="34" charset="0"/>
            <a:ea typeface="+mn-ea"/>
            <a:cs typeface="Arial" panose="020B0604020202020204" pitchFamily="34" charset="0"/>
          </a:endParaRPr>
        </a:p>
      </dsp:txBody>
      <dsp:txXfrm>
        <a:off x="1927918" y="4160761"/>
        <a:ext cx="5075858" cy="1669193"/>
      </dsp:txXfrm>
    </dsp:sp>
  </dsp:spTree>
</dsp:drawing>
</file>

<file path=ppt/diagrams/drawing2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CBFF8DE-D616-4F6A-97D8-4332E60DA4E9}">
      <dsp:nvSpPr>
        <dsp:cNvPr id="0" name=""/>
        <dsp:cNvSpPr/>
      </dsp:nvSpPr>
      <dsp:spPr>
        <a:xfrm>
          <a:off x="0" y="4231696"/>
          <a:ext cx="7003777" cy="1447873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2240" tIns="142240" rIns="142240" bIns="14224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en-PK" sz="2000" kern="1200" dirty="0"/>
            <a:t>A naive way of scaling down is to think of each processor in the original case as a virtual processor and to assign virtual processors equally to scaled down processors. </a:t>
          </a:r>
          <a:endParaRPr lang="en-US" sz="2000" kern="1200" dirty="0">
            <a:solidFill>
              <a:srgbClr val="FFFFFF"/>
            </a:solidFill>
            <a:latin typeface="Arial" panose="020B0604020202020204" pitchFamily="34" charset="0"/>
            <a:ea typeface="+mn-ea"/>
            <a:cs typeface="Arial" panose="020B0604020202020204" pitchFamily="34" charset="0"/>
          </a:endParaRPr>
        </a:p>
      </dsp:txBody>
      <dsp:txXfrm>
        <a:off x="0" y="4231696"/>
        <a:ext cx="7003777" cy="1447873"/>
      </dsp:txXfrm>
    </dsp:sp>
    <dsp:sp modelId="{B037029F-467A-4175-ACCD-5BB0BAD5F108}">
      <dsp:nvSpPr>
        <dsp:cNvPr id="0" name=""/>
        <dsp:cNvSpPr/>
      </dsp:nvSpPr>
      <dsp:spPr>
        <a:xfrm rot="10800000">
          <a:off x="0" y="1906803"/>
          <a:ext cx="7003777" cy="2346611"/>
        </a:xfrm>
        <a:prstGeom prst="upArrowCallout">
          <a:avLst/>
        </a:prstGeom>
        <a:solidFill>
          <a:schemeClr val="accent2">
            <a:hueOff val="-752677"/>
            <a:satOff val="-3174"/>
            <a:lumOff val="1569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2240" tIns="142240" rIns="142240" bIns="14224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en-PK" sz="2000" kern="1200" dirty="0"/>
            <a:t>Using fewer than the maximum possible number of processing elements to execute a parallel algorithm is called </a:t>
          </a:r>
          <a:r>
            <a:rPr lang="en-US" altLang="en-PK" sz="2000" i="1" kern="1200" dirty="0"/>
            <a:t>scaling down</a:t>
          </a:r>
          <a:r>
            <a:rPr lang="en-US" altLang="en-PK" sz="2000" kern="1200" dirty="0"/>
            <a:t> a parallel system. 	</a:t>
          </a:r>
          <a:endParaRPr lang="en-US" sz="2000" kern="1200" dirty="0">
            <a:solidFill>
              <a:srgbClr val="FFFFFF"/>
            </a:solidFill>
            <a:latin typeface="Arial" panose="020B0604020202020204" pitchFamily="34" charset="0"/>
            <a:ea typeface="+mn-ea"/>
            <a:cs typeface="Arial" panose="020B0604020202020204" pitchFamily="34" charset="0"/>
          </a:endParaRPr>
        </a:p>
      </dsp:txBody>
      <dsp:txXfrm rot="10800000">
        <a:off x="0" y="1906803"/>
        <a:ext cx="7003777" cy="1524757"/>
      </dsp:txXfrm>
    </dsp:sp>
    <dsp:sp modelId="{91A80EC5-5433-486D-A2A1-39BF10E8DFEC}">
      <dsp:nvSpPr>
        <dsp:cNvPr id="0" name=""/>
        <dsp:cNvSpPr/>
      </dsp:nvSpPr>
      <dsp:spPr>
        <a:xfrm rot="10800000">
          <a:off x="0" y="977"/>
          <a:ext cx="7003777" cy="1927543"/>
        </a:xfrm>
        <a:prstGeom prst="upArrowCallout">
          <a:avLst/>
        </a:prstGeom>
        <a:solidFill>
          <a:schemeClr val="accent2">
            <a:hueOff val="-1505353"/>
            <a:satOff val="-6347"/>
            <a:lumOff val="3137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2240" tIns="142240" rIns="142240" bIns="14224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en-PK" sz="2000" kern="1200" dirty="0"/>
            <a:t>Often, using fewer processors improves performance of parallel systems. </a:t>
          </a:r>
          <a:endParaRPr lang="en-US" sz="2000" kern="1200" dirty="0">
            <a:solidFill>
              <a:srgbClr val="FFFFFF"/>
            </a:solidFill>
            <a:latin typeface="Arial" panose="020B0604020202020204" pitchFamily="34" charset="0"/>
            <a:ea typeface="+mn-ea"/>
            <a:cs typeface="Arial" panose="020B0604020202020204" pitchFamily="34" charset="0"/>
          </a:endParaRPr>
        </a:p>
      </dsp:txBody>
      <dsp:txXfrm rot="10800000">
        <a:off x="0" y="977"/>
        <a:ext cx="7003777" cy="1252460"/>
      </dsp:txXfrm>
    </dsp:sp>
  </dsp:spTree>
</dsp:drawing>
</file>

<file path=ppt/diagrams/drawing2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CBFF8DE-D616-4F6A-97D8-4332E60DA4E9}">
      <dsp:nvSpPr>
        <dsp:cNvPr id="0" name=""/>
        <dsp:cNvSpPr/>
      </dsp:nvSpPr>
      <dsp:spPr>
        <a:xfrm>
          <a:off x="0" y="4231696"/>
          <a:ext cx="7003777" cy="1447873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2240" tIns="142240" rIns="142240" bIns="14224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en-PK" sz="2000" kern="1200" dirty="0">
              <a:solidFill>
                <a:srgbClr val="FFFFFF"/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</a:rPr>
            <a:t>This is the basic reason for the improvement from building granularity.</a:t>
          </a:r>
          <a:endParaRPr lang="en-US" sz="2000" kern="1200" dirty="0">
            <a:solidFill>
              <a:srgbClr val="FFFFFF"/>
            </a:solidFill>
            <a:latin typeface="Arial" panose="020B0604020202020204" pitchFamily="34" charset="0"/>
            <a:ea typeface="+mn-ea"/>
            <a:cs typeface="Arial" panose="020B0604020202020204" pitchFamily="34" charset="0"/>
          </a:endParaRPr>
        </a:p>
      </dsp:txBody>
      <dsp:txXfrm>
        <a:off x="0" y="4231696"/>
        <a:ext cx="7003777" cy="1447873"/>
      </dsp:txXfrm>
    </dsp:sp>
    <dsp:sp modelId="{B037029F-467A-4175-ACCD-5BB0BAD5F108}">
      <dsp:nvSpPr>
        <dsp:cNvPr id="0" name=""/>
        <dsp:cNvSpPr/>
      </dsp:nvSpPr>
      <dsp:spPr>
        <a:xfrm rot="10800000">
          <a:off x="0" y="1906803"/>
          <a:ext cx="7003777" cy="2346611"/>
        </a:xfrm>
        <a:prstGeom prst="upArrowCallout">
          <a:avLst/>
        </a:prstGeom>
        <a:solidFill>
          <a:schemeClr val="accent2">
            <a:hueOff val="-752677"/>
            <a:satOff val="-3174"/>
            <a:lumOff val="1569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2240" tIns="142240" rIns="142240" bIns="14224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en-PK" sz="2000" kern="1200" dirty="0">
              <a:solidFill>
                <a:srgbClr val="FFFFFF"/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</a:rPr>
            <a:t>The communication cost should not increase by this factor since some of the virtual processors assigned to a physical processors might talk to each other. </a:t>
          </a:r>
          <a:r>
            <a:rPr lang="en-US" altLang="en-PK" sz="2000" kern="1200" dirty="0"/>
            <a:t>	</a:t>
          </a:r>
          <a:endParaRPr lang="en-US" sz="2000" kern="1200" dirty="0">
            <a:solidFill>
              <a:srgbClr val="FFFFFF"/>
            </a:solidFill>
            <a:latin typeface="Arial" panose="020B0604020202020204" pitchFamily="34" charset="0"/>
            <a:ea typeface="+mn-ea"/>
            <a:cs typeface="Arial" panose="020B0604020202020204" pitchFamily="34" charset="0"/>
          </a:endParaRPr>
        </a:p>
      </dsp:txBody>
      <dsp:txXfrm rot="10800000">
        <a:off x="0" y="1906803"/>
        <a:ext cx="7003777" cy="1524757"/>
      </dsp:txXfrm>
    </dsp:sp>
    <dsp:sp modelId="{91A80EC5-5433-486D-A2A1-39BF10E8DFEC}">
      <dsp:nvSpPr>
        <dsp:cNvPr id="0" name=""/>
        <dsp:cNvSpPr/>
      </dsp:nvSpPr>
      <dsp:spPr>
        <a:xfrm rot="10800000">
          <a:off x="0" y="977"/>
          <a:ext cx="7003777" cy="1927543"/>
        </a:xfrm>
        <a:prstGeom prst="upArrowCallout">
          <a:avLst/>
        </a:prstGeom>
        <a:solidFill>
          <a:schemeClr val="accent2">
            <a:hueOff val="-1505353"/>
            <a:satOff val="-6347"/>
            <a:lumOff val="3137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2240" tIns="142240" rIns="142240" bIns="14224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en-PK" sz="2000" kern="1200" dirty="0">
              <a:latin typeface="Arial" panose="020B0604020202020204" pitchFamily="34" charset="0"/>
              <a:cs typeface="Arial" panose="020B0604020202020204" pitchFamily="34" charset="0"/>
            </a:rPr>
            <a:t>Since the number of processing elements decreases by a factor of  </a:t>
          </a:r>
          <a:r>
            <a:rPr lang="en-US" altLang="en-PK" sz="2000" b="1" i="1" kern="1200" dirty="0">
              <a:latin typeface="Arial" panose="020B0604020202020204" pitchFamily="34" charset="0"/>
              <a:cs typeface="Arial" panose="020B0604020202020204" pitchFamily="34" charset="0"/>
            </a:rPr>
            <a:t>n</a:t>
          </a:r>
          <a:r>
            <a:rPr lang="en-US" altLang="en-PK" sz="2000" kern="1200" dirty="0">
              <a:latin typeface="Arial" panose="020B0604020202020204" pitchFamily="34" charset="0"/>
              <a:cs typeface="Arial" panose="020B0604020202020204" pitchFamily="34" charset="0"/>
            </a:rPr>
            <a:t> / </a:t>
          </a:r>
          <a:r>
            <a:rPr lang="en-US" altLang="en-PK" sz="2000" b="1" i="1" kern="1200" dirty="0">
              <a:latin typeface="Arial" panose="020B0604020202020204" pitchFamily="34" charset="0"/>
              <a:cs typeface="Arial" panose="020B0604020202020204" pitchFamily="34" charset="0"/>
            </a:rPr>
            <a:t>p</a:t>
          </a:r>
          <a:r>
            <a:rPr lang="en-US" altLang="en-PK" sz="2000" kern="1200" dirty="0">
              <a:latin typeface="Arial" panose="020B0604020202020204" pitchFamily="34" charset="0"/>
              <a:cs typeface="Arial" panose="020B0604020202020204" pitchFamily="34" charset="0"/>
            </a:rPr>
            <a:t>, the computation at each processing element increases by a factor of </a:t>
          </a:r>
          <a:r>
            <a:rPr lang="en-US" altLang="en-PK" sz="2000" b="1" i="1" kern="1200" dirty="0">
              <a:latin typeface="Arial" panose="020B0604020202020204" pitchFamily="34" charset="0"/>
              <a:cs typeface="Arial" panose="020B0604020202020204" pitchFamily="34" charset="0"/>
            </a:rPr>
            <a:t>n</a:t>
          </a:r>
          <a:r>
            <a:rPr lang="en-US" altLang="en-PK" sz="2000" kern="1200" dirty="0">
              <a:latin typeface="Arial" panose="020B0604020202020204" pitchFamily="34" charset="0"/>
              <a:cs typeface="Arial" panose="020B0604020202020204" pitchFamily="34" charset="0"/>
            </a:rPr>
            <a:t> / </a:t>
          </a:r>
          <a:r>
            <a:rPr lang="en-US" altLang="en-PK" sz="2000" b="1" i="1" kern="1200" dirty="0">
              <a:latin typeface="Arial" panose="020B0604020202020204" pitchFamily="34" charset="0"/>
              <a:cs typeface="Arial" panose="020B0604020202020204" pitchFamily="34" charset="0"/>
            </a:rPr>
            <a:t>p</a:t>
          </a:r>
          <a:r>
            <a:rPr lang="en-US" altLang="en-PK" sz="2000" kern="1200" dirty="0">
              <a:latin typeface="Arial" panose="020B0604020202020204" pitchFamily="34" charset="0"/>
              <a:cs typeface="Arial" panose="020B0604020202020204" pitchFamily="34" charset="0"/>
            </a:rPr>
            <a:t>.  </a:t>
          </a:r>
          <a:endParaRPr lang="en-US" sz="2000" kern="1200" dirty="0">
            <a:solidFill>
              <a:srgbClr val="FFFFFF"/>
            </a:solidFill>
            <a:latin typeface="Arial" panose="020B0604020202020204" pitchFamily="34" charset="0"/>
            <a:ea typeface="+mn-ea"/>
            <a:cs typeface="Arial" panose="020B0604020202020204" pitchFamily="34" charset="0"/>
          </a:endParaRPr>
        </a:p>
      </dsp:txBody>
      <dsp:txXfrm rot="10800000">
        <a:off x="0" y="977"/>
        <a:ext cx="7003777" cy="1252460"/>
      </dsp:txXfrm>
    </dsp:sp>
  </dsp:spTree>
</dsp:drawing>
</file>

<file path=ppt/diagrams/drawing2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6BABA5C-2EDA-4F84-9B39-B0998F50B16D}">
      <dsp:nvSpPr>
        <dsp:cNvPr id="0" name=""/>
        <dsp:cNvSpPr/>
      </dsp:nvSpPr>
      <dsp:spPr>
        <a:xfrm>
          <a:off x="0" y="4903909"/>
          <a:ext cx="7003777" cy="776637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2240" tIns="142240" rIns="142240" bIns="14224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en-PK" sz="2000" kern="1200" dirty="0">
              <a:solidFill>
                <a:srgbClr val="FFFFFF"/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</a:rPr>
            <a:t>We call such systems scalable parallel systems. </a:t>
          </a:r>
          <a:endParaRPr lang="en-US" sz="2000" kern="1200" dirty="0">
            <a:solidFill>
              <a:srgbClr val="FFFFFF"/>
            </a:solidFill>
            <a:latin typeface="Arial" panose="020B0604020202020204" pitchFamily="34" charset="0"/>
            <a:ea typeface="+mn-ea"/>
            <a:cs typeface="Arial" panose="020B0604020202020204" pitchFamily="34" charset="0"/>
          </a:endParaRPr>
        </a:p>
      </dsp:txBody>
      <dsp:txXfrm>
        <a:off x="0" y="4903909"/>
        <a:ext cx="7003777" cy="776637"/>
      </dsp:txXfrm>
    </dsp:sp>
    <dsp:sp modelId="{3A34A576-7987-4C20-B999-F3DD7FBE3BF5}">
      <dsp:nvSpPr>
        <dsp:cNvPr id="0" name=""/>
        <dsp:cNvSpPr/>
      </dsp:nvSpPr>
      <dsp:spPr>
        <a:xfrm rot="10800000">
          <a:off x="0" y="3471692"/>
          <a:ext cx="7003777" cy="1440433"/>
        </a:xfrm>
        <a:prstGeom prst="upArrowCallout">
          <a:avLst/>
        </a:prstGeom>
        <a:solidFill>
          <a:schemeClr val="accent2">
            <a:hueOff val="-376338"/>
            <a:satOff val="-1587"/>
            <a:lumOff val="784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2240" tIns="142240" rIns="142240" bIns="14224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en-PK" sz="2000" kern="1200" dirty="0">
              <a:solidFill>
                <a:srgbClr val="FFFFFF"/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</a:rPr>
            <a:t>For such systems, we can simultaneously increase the problem size and number of processors to keep efficiency constant. </a:t>
          </a:r>
          <a:endParaRPr lang="en-US" sz="2000" kern="1200" dirty="0">
            <a:solidFill>
              <a:srgbClr val="FFFFFF"/>
            </a:solidFill>
            <a:latin typeface="Arial" panose="020B0604020202020204" pitchFamily="34" charset="0"/>
            <a:ea typeface="+mn-ea"/>
            <a:cs typeface="Arial" panose="020B0604020202020204" pitchFamily="34" charset="0"/>
          </a:endParaRPr>
        </a:p>
      </dsp:txBody>
      <dsp:txXfrm rot="10800000">
        <a:off x="0" y="3471692"/>
        <a:ext cx="7003777" cy="935950"/>
      </dsp:txXfrm>
    </dsp:sp>
    <dsp:sp modelId="{DA9A2138-C995-41CD-A524-78EB3A81AF0D}">
      <dsp:nvSpPr>
        <dsp:cNvPr id="0" name=""/>
        <dsp:cNvSpPr/>
      </dsp:nvSpPr>
      <dsp:spPr>
        <a:xfrm rot="10800000">
          <a:off x="0" y="2033496"/>
          <a:ext cx="7003777" cy="1449845"/>
        </a:xfrm>
        <a:prstGeom prst="upArrowCallout">
          <a:avLst/>
        </a:prstGeom>
        <a:solidFill>
          <a:schemeClr val="accent2">
            <a:hueOff val="-752677"/>
            <a:satOff val="-3174"/>
            <a:lumOff val="1569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2240" tIns="142240" rIns="142240" bIns="14224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en-PK" sz="2000" kern="1200" dirty="0">
              <a:solidFill>
                <a:srgbClr val="FFFFFF"/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</a:rPr>
            <a:t>In such cases, the efficiency increases if the problem size is increased keeping the number of processing elements constant. </a:t>
          </a:r>
          <a:endParaRPr lang="en-US" sz="2000" kern="1200" dirty="0">
            <a:solidFill>
              <a:srgbClr val="FFFFFF"/>
            </a:solidFill>
            <a:latin typeface="Arial" panose="020B0604020202020204" pitchFamily="34" charset="0"/>
            <a:ea typeface="+mn-ea"/>
            <a:cs typeface="Arial" panose="020B0604020202020204" pitchFamily="34" charset="0"/>
          </a:endParaRPr>
        </a:p>
      </dsp:txBody>
      <dsp:txXfrm rot="10800000">
        <a:off x="0" y="2033496"/>
        <a:ext cx="7003777" cy="942066"/>
      </dsp:txXfrm>
    </dsp:sp>
    <dsp:sp modelId="{B037029F-467A-4175-ACCD-5BB0BAD5F108}">
      <dsp:nvSpPr>
        <dsp:cNvPr id="0" name=""/>
        <dsp:cNvSpPr/>
      </dsp:nvSpPr>
      <dsp:spPr>
        <a:xfrm rot="10800000">
          <a:off x="0" y="1025715"/>
          <a:ext cx="7003777" cy="1019430"/>
        </a:xfrm>
        <a:prstGeom prst="upArrowCallout">
          <a:avLst/>
        </a:prstGeom>
        <a:solidFill>
          <a:schemeClr val="accent2">
            <a:hueOff val="-1129015"/>
            <a:satOff val="-4760"/>
            <a:lumOff val="2353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2240" tIns="142240" rIns="142240" bIns="14224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en-PK" sz="2000" kern="1200" dirty="0">
              <a:solidFill>
                <a:srgbClr val="FFFFFF"/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</a:rPr>
            <a:t>In many cases, To grows sub-linearly with respect to Ts. </a:t>
          </a:r>
          <a:r>
            <a:rPr lang="en-US" altLang="en-PK" sz="2000" kern="1200" dirty="0"/>
            <a:t>	</a:t>
          </a:r>
          <a:endParaRPr lang="en-US" sz="2000" kern="1200" dirty="0">
            <a:solidFill>
              <a:srgbClr val="FFFFFF"/>
            </a:solidFill>
            <a:latin typeface="Arial" panose="020B0604020202020204" pitchFamily="34" charset="0"/>
            <a:ea typeface="+mn-ea"/>
            <a:cs typeface="Arial" panose="020B0604020202020204" pitchFamily="34" charset="0"/>
          </a:endParaRPr>
        </a:p>
      </dsp:txBody>
      <dsp:txXfrm rot="10800000">
        <a:off x="0" y="1025715"/>
        <a:ext cx="7003777" cy="662395"/>
      </dsp:txXfrm>
    </dsp:sp>
    <dsp:sp modelId="{91A80EC5-5433-486D-A2A1-39BF10E8DFEC}">
      <dsp:nvSpPr>
        <dsp:cNvPr id="0" name=""/>
        <dsp:cNvSpPr/>
      </dsp:nvSpPr>
      <dsp:spPr>
        <a:xfrm rot="10800000">
          <a:off x="0" y="3433"/>
          <a:ext cx="7003777" cy="1033931"/>
        </a:xfrm>
        <a:prstGeom prst="upArrowCallout">
          <a:avLst/>
        </a:prstGeom>
        <a:solidFill>
          <a:schemeClr val="accent2">
            <a:hueOff val="-1505353"/>
            <a:satOff val="-6347"/>
            <a:lumOff val="3137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2240" tIns="142240" rIns="142240" bIns="14224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en-PK" sz="2000" kern="1200" dirty="0">
              <a:latin typeface="Arial" panose="020B0604020202020204" pitchFamily="34" charset="0"/>
              <a:cs typeface="Arial" panose="020B0604020202020204" pitchFamily="34" charset="0"/>
            </a:rPr>
            <a:t>Total overhead function </a:t>
          </a:r>
          <a:r>
            <a:rPr lang="en-US" altLang="en-PK" sz="2000" b="1" i="1" kern="1200" dirty="0">
              <a:latin typeface="Arial" panose="020B0604020202020204" pitchFamily="34" charset="0"/>
              <a:cs typeface="Arial" panose="020B0604020202020204" pitchFamily="34" charset="0"/>
            </a:rPr>
            <a:t>T</a:t>
          </a:r>
          <a:r>
            <a:rPr lang="en-US" altLang="en-PK" sz="2000" b="1" i="1" kern="1200" baseline="-25000" dirty="0">
              <a:latin typeface="Arial" panose="020B0604020202020204" pitchFamily="34" charset="0"/>
              <a:cs typeface="Arial" panose="020B0604020202020204" pitchFamily="34" charset="0"/>
            </a:rPr>
            <a:t>o</a:t>
          </a:r>
          <a:r>
            <a:rPr lang="en-US" altLang="en-PK" sz="2000" kern="1200" dirty="0">
              <a:latin typeface="Arial" panose="020B0604020202020204" pitchFamily="34" charset="0"/>
              <a:cs typeface="Arial" panose="020B0604020202020204" pitchFamily="34" charset="0"/>
            </a:rPr>
            <a:t> is a function of both problem size </a:t>
          </a:r>
          <a:r>
            <a:rPr lang="en-US" altLang="en-PK" sz="2000" b="1" i="1" kern="1200" dirty="0">
              <a:latin typeface="Arial" panose="020B0604020202020204" pitchFamily="34" charset="0"/>
              <a:cs typeface="Arial" panose="020B0604020202020204" pitchFamily="34" charset="0"/>
            </a:rPr>
            <a:t>T</a:t>
          </a:r>
          <a:r>
            <a:rPr lang="en-US" altLang="en-PK" sz="2000" b="1" i="1" kern="1200" baseline="-25000" dirty="0">
              <a:latin typeface="Arial" panose="020B0604020202020204" pitchFamily="34" charset="0"/>
              <a:cs typeface="Arial" panose="020B0604020202020204" pitchFamily="34" charset="0"/>
            </a:rPr>
            <a:t>s</a:t>
          </a:r>
          <a:r>
            <a:rPr lang="en-US" altLang="en-PK" sz="2000" kern="1200" dirty="0">
              <a:latin typeface="Arial" panose="020B0604020202020204" pitchFamily="34" charset="0"/>
              <a:cs typeface="Arial" panose="020B0604020202020204" pitchFamily="34" charset="0"/>
            </a:rPr>
            <a:t> and the number of processing elements </a:t>
          </a:r>
          <a:r>
            <a:rPr lang="en-US" altLang="en-PK" sz="2000" b="1" i="1" kern="1200" dirty="0">
              <a:latin typeface="Arial" panose="020B0604020202020204" pitchFamily="34" charset="0"/>
              <a:cs typeface="Arial" panose="020B0604020202020204" pitchFamily="34" charset="0"/>
            </a:rPr>
            <a:t>p</a:t>
          </a:r>
          <a:r>
            <a:rPr lang="en-US" altLang="en-PK" sz="2000" kern="1200" dirty="0">
              <a:latin typeface="Arial" panose="020B0604020202020204" pitchFamily="34" charset="0"/>
              <a:cs typeface="Arial" panose="020B0604020202020204" pitchFamily="34" charset="0"/>
            </a:rPr>
            <a:t>.</a:t>
          </a:r>
          <a:endParaRPr lang="en-US" sz="2000" kern="1200" dirty="0">
            <a:solidFill>
              <a:srgbClr val="FFFFFF"/>
            </a:solidFill>
            <a:latin typeface="Arial" panose="020B0604020202020204" pitchFamily="34" charset="0"/>
            <a:ea typeface="+mn-ea"/>
            <a:cs typeface="Arial" panose="020B0604020202020204" pitchFamily="34" charset="0"/>
          </a:endParaRPr>
        </a:p>
      </dsp:txBody>
      <dsp:txXfrm rot="10800000">
        <a:off x="0" y="3433"/>
        <a:ext cx="7003777" cy="671817"/>
      </dsp:txXfrm>
    </dsp:sp>
  </dsp:spTree>
</dsp:drawing>
</file>

<file path=ppt/diagrams/drawing2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E915A64-5ADF-46C9-8D52-A4D379673F17}">
      <dsp:nvSpPr>
        <dsp:cNvPr id="0" name=""/>
        <dsp:cNvSpPr/>
      </dsp:nvSpPr>
      <dsp:spPr>
        <a:xfrm>
          <a:off x="0" y="4107129"/>
          <a:ext cx="7003777" cy="1569916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2240" tIns="142240" rIns="142240" bIns="14224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en-PK" sz="2000" kern="1200" dirty="0">
              <a:latin typeface="Arial" panose="020B0604020202020204" pitchFamily="34" charset="0"/>
              <a:cs typeface="Arial" panose="020B0604020202020204" pitchFamily="34" charset="0"/>
            </a:rPr>
            <a:t>A scalable parallel system can always be made cost-optimal if the number of processing elements and the size of the computation are chosen appropriately.</a:t>
          </a:r>
          <a:endParaRPr lang="en-US" sz="2000" kern="1200" dirty="0">
            <a:solidFill>
              <a:srgbClr val="FFFFFF"/>
            </a:solidFill>
            <a:latin typeface="Arial" panose="020B0604020202020204" pitchFamily="34" charset="0"/>
            <a:ea typeface="+mn-ea"/>
            <a:cs typeface="Arial" panose="020B0604020202020204" pitchFamily="34" charset="0"/>
          </a:endParaRPr>
        </a:p>
      </dsp:txBody>
      <dsp:txXfrm>
        <a:off x="0" y="4107129"/>
        <a:ext cx="7003777" cy="1569916"/>
      </dsp:txXfrm>
    </dsp:sp>
    <dsp:sp modelId="{B037029F-467A-4175-ACCD-5BB0BAD5F108}">
      <dsp:nvSpPr>
        <dsp:cNvPr id="0" name=""/>
        <dsp:cNvSpPr/>
      </dsp:nvSpPr>
      <dsp:spPr>
        <a:xfrm rot="10800000">
          <a:off x="0" y="2069971"/>
          <a:ext cx="7003777" cy="2060706"/>
        </a:xfrm>
        <a:prstGeom prst="upArrowCallout">
          <a:avLst/>
        </a:prstGeom>
        <a:solidFill>
          <a:schemeClr val="accent2">
            <a:hueOff val="-752677"/>
            <a:satOff val="-3174"/>
            <a:lumOff val="1569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2240" tIns="142240" rIns="142240" bIns="14224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en-PK" sz="2000" kern="1200" dirty="0">
              <a:latin typeface="Arial" panose="020B0604020202020204" pitchFamily="34" charset="0"/>
              <a:cs typeface="Arial" panose="020B0604020202020204" pitchFamily="34" charset="0"/>
            </a:rPr>
            <a:t>Scalability and cost-optimality are therefore related.</a:t>
          </a:r>
          <a:r>
            <a:rPr lang="en-US" altLang="en-PK" sz="2000" kern="1200" dirty="0"/>
            <a:t>	</a:t>
          </a:r>
          <a:endParaRPr lang="en-US" sz="2000" kern="1200" dirty="0">
            <a:solidFill>
              <a:srgbClr val="FFFFFF"/>
            </a:solidFill>
            <a:latin typeface="Arial" panose="020B0604020202020204" pitchFamily="34" charset="0"/>
            <a:ea typeface="+mn-ea"/>
            <a:cs typeface="Arial" panose="020B0604020202020204" pitchFamily="34" charset="0"/>
          </a:endParaRPr>
        </a:p>
      </dsp:txBody>
      <dsp:txXfrm rot="10800000">
        <a:off x="0" y="2069971"/>
        <a:ext cx="7003777" cy="1338985"/>
      </dsp:txXfrm>
    </dsp:sp>
    <dsp:sp modelId="{91A80EC5-5433-486D-A2A1-39BF10E8DFEC}">
      <dsp:nvSpPr>
        <dsp:cNvPr id="0" name=""/>
        <dsp:cNvSpPr/>
      </dsp:nvSpPr>
      <dsp:spPr>
        <a:xfrm rot="10800000">
          <a:off x="0" y="3501"/>
          <a:ext cx="7003777" cy="2090018"/>
        </a:xfrm>
        <a:prstGeom prst="upArrowCallout">
          <a:avLst/>
        </a:prstGeom>
        <a:solidFill>
          <a:schemeClr val="accent2">
            <a:hueOff val="-1505353"/>
            <a:satOff val="-6347"/>
            <a:lumOff val="3137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2240" tIns="142240" rIns="142240" bIns="14224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en-PK" sz="2000" kern="1200" dirty="0">
              <a:latin typeface="Arial" panose="020B0604020202020204" pitchFamily="34" charset="0"/>
              <a:cs typeface="Arial" panose="020B0604020202020204" pitchFamily="34" charset="0"/>
            </a:rPr>
            <a:t>Recall that cost-optimal parallel systems have an efficiency of </a:t>
          </a:r>
          <a:r>
            <a:rPr lang="el-GR" altLang="en-PK" sz="2000" kern="1200" dirty="0">
              <a:latin typeface="Arial" panose="020B0604020202020204" pitchFamily="34" charset="0"/>
              <a:cs typeface="Arial" panose="020B0604020202020204" pitchFamily="34" charset="0"/>
            </a:rPr>
            <a:t>Θ</a:t>
          </a:r>
          <a:r>
            <a:rPr lang="en-US" altLang="en-PK" sz="2000" kern="1200" dirty="0">
              <a:latin typeface="Arial" panose="020B0604020202020204" pitchFamily="34" charset="0"/>
              <a:cs typeface="Arial" panose="020B0604020202020204" pitchFamily="34" charset="0"/>
            </a:rPr>
            <a:t>(1).</a:t>
          </a:r>
          <a:endParaRPr lang="en-US" sz="2000" kern="1200" dirty="0">
            <a:solidFill>
              <a:srgbClr val="FFFFFF"/>
            </a:solidFill>
            <a:latin typeface="Arial" panose="020B0604020202020204" pitchFamily="34" charset="0"/>
            <a:ea typeface="+mn-ea"/>
            <a:cs typeface="Arial" panose="020B0604020202020204" pitchFamily="34" charset="0"/>
          </a:endParaRPr>
        </a:p>
      </dsp:txBody>
      <dsp:txXfrm rot="10800000">
        <a:off x="0" y="3501"/>
        <a:ext cx="7003777" cy="1358031"/>
      </dsp:txXfrm>
    </dsp:sp>
  </dsp:spTree>
</dsp:drawing>
</file>

<file path=ppt/diagrams/drawing3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7611441-5FC4-4BBA-AB94-233AC5382243}">
      <dsp:nvSpPr>
        <dsp:cNvPr id="0" name=""/>
        <dsp:cNvSpPr/>
      </dsp:nvSpPr>
      <dsp:spPr>
        <a:xfrm>
          <a:off x="0" y="949585"/>
          <a:ext cx="7003777" cy="1753081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11A7D35-1FE6-446D-AE68-CDC0EA75C5EF}">
      <dsp:nvSpPr>
        <dsp:cNvPr id="0" name=""/>
        <dsp:cNvSpPr/>
      </dsp:nvSpPr>
      <dsp:spPr>
        <a:xfrm>
          <a:off x="530307" y="1344029"/>
          <a:ext cx="964194" cy="964194"/>
        </a:xfrm>
        <a:prstGeom prst="rect">
          <a:avLst/>
        </a:prstGeom>
        <a:blipFill>
          <a:blip xmlns:r="http://schemas.openxmlformats.org/officeDocument/2006/relationships" r:embed="rId1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39E4229-80E6-49FA-AC66-32D790A69D10}">
      <dsp:nvSpPr>
        <dsp:cNvPr id="0" name=""/>
        <dsp:cNvSpPr/>
      </dsp:nvSpPr>
      <dsp:spPr>
        <a:xfrm>
          <a:off x="2024809" y="949585"/>
          <a:ext cx="4978967" cy="175308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85534" tIns="185534" rIns="185534" bIns="185534" numCol="1" spcCol="1270" anchor="ctr" anchorCtr="0">
          <a:noAutofit/>
        </a:bodyPr>
        <a:lstStyle/>
        <a:p>
          <a:pPr marL="0" lvl="0" indent="0" algn="l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en-PK" sz="2000" b="0" kern="1200" dirty="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rPr>
            <a:t>Isoefficiency Metric   </a:t>
          </a:r>
          <a:endParaRPr lang="en-US" sz="2000" b="0" kern="1200" dirty="0"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2024809" y="949585"/>
        <a:ext cx="4978967" cy="1753081"/>
      </dsp:txXfrm>
    </dsp:sp>
    <dsp:sp modelId="{D75562AD-F78D-4876-92B4-3DD0643FB177}">
      <dsp:nvSpPr>
        <dsp:cNvPr id="0" name=""/>
        <dsp:cNvSpPr/>
      </dsp:nvSpPr>
      <dsp:spPr>
        <a:xfrm>
          <a:off x="0" y="3201120"/>
          <a:ext cx="7003777" cy="1753081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807B6D7-BF48-4FDE-BD86-4D161441F3BF}">
      <dsp:nvSpPr>
        <dsp:cNvPr id="0" name=""/>
        <dsp:cNvSpPr/>
      </dsp:nvSpPr>
      <dsp:spPr>
        <a:xfrm>
          <a:off x="530307" y="3535381"/>
          <a:ext cx="964194" cy="964194"/>
        </a:xfrm>
        <a:prstGeom prst="rect">
          <a:avLst/>
        </a:prstGeom>
        <a:blipFill>
          <a:blip xmlns:r="http://schemas.openxmlformats.org/officeDocument/2006/relationships"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7273AB3-1C10-4C7C-8AEC-2DC6562CD53E}">
      <dsp:nvSpPr>
        <dsp:cNvPr id="0" name=""/>
        <dsp:cNvSpPr/>
      </dsp:nvSpPr>
      <dsp:spPr>
        <a:xfrm>
          <a:off x="2024809" y="3140937"/>
          <a:ext cx="4978967" cy="175308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85534" tIns="185534" rIns="185534" bIns="185534" numCol="1" spcCol="1270" anchor="ctr" anchorCtr="0">
          <a:noAutofit/>
        </a:bodyPr>
        <a:lstStyle/>
        <a:p>
          <a:pPr marL="0" lvl="0" indent="0" algn="l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en-PK" sz="2000" b="0" kern="1200" dirty="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rPr>
            <a:t>Isoefficiency Metric Example</a:t>
          </a:r>
          <a:endParaRPr lang="en-US" sz="2000" b="0" kern="1200" dirty="0"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2024809" y="3140937"/>
        <a:ext cx="4978967" cy="1753081"/>
      </dsp:txXfrm>
    </dsp:sp>
  </dsp:spTree>
</dsp:drawing>
</file>

<file path=ppt/diagrams/drawing3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FCA9D39-C6BB-4395-9481-7D11F4C6909F}">
      <dsp:nvSpPr>
        <dsp:cNvPr id="0" name=""/>
        <dsp:cNvSpPr/>
      </dsp:nvSpPr>
      <dsp:spPr>
        <a:xfrm>
          <a:off x="16810" y="0"/>
          <a:ext cx="9635976" cy="4255712"/>
        </a:xfrm>
        <a:prstGeom prst="rightArrow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47A4F0A-0B8D-48BA-9910-E99A2C2A8EFF}">
      <dsp:nvSpPr>
        <dsp:cNvPr id="0" name=""/>
        <dsp:cNvSpPr/>
      </dsp:nvSpPr>
      <dsp:spPr>
        <a:xfrm>
          <a:off x="423044" y="1276713"/>
          <a:ext cx="4170014" cy="1702284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en-PK" sz="2000" kern="1200" dirty="0">
              <a:latin typeface="Arial" panose="020B0604020202020204" pitchFamily="34" charset="0"/>
              <a:cs typeface="Arial" panose="020B0604020202020204" pitchFamily="34" charset="0"/>
            </a:rPr>
            <a:t>For a given problem size, as we increase the number of processing elements, the overall efficiency of the parallel system goes down for all systems.</a:t>
          </a:r>
          <a:endParaRPr lang="x-none" sz="2000" kern="1200" dirty="0"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506143" y="1359812"/>
        <a:ext cx="4003816" cy="1536086"/>
      </dsp:txXfrm>
    </dsp:sp>
    <dsp:sp modelId="{418CB92C-366C-4FF8-97AC-66FBD22B220C}">
      <dsp:nvSpPr>
        <dsp:cNvPr id="0" name=""/>
        <dsp:cNvSpPr/>
      </dsp:nvSpPr>
      <dsp:spPr>
        <a:xfrm>
          <a:off x="5076538" y="1276713"/>
          <a:ext cx="4170014" cy="1702284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en-PK" sz="2000" kern="1200" dirty="0">
              <a:latin typeface="Arial" panose="020B0604020202020204" pitchFamily="34" charset="0"/>
              <a:cs typeface="Arial" panose="020B0604020202020204" pitchFamily="34" charset="0"/>
            </a:rPr>
            <a:t>For some systems, the efficiency of a parallel system increases if the problem size is increased while keeping the number of processing elements constant.</a:t>
          </a:r>
          <a:endParaRPr lang="x-none" sz="2000" kern="1200" dirty="0"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5159637" y="1359812"/>
        <a:ext cx="4003816" cy="1536086"/>
      </dsp:txXfrm>
    </dsp:sp>
  </dsp:spTree>
</dsp:drawing>
</file>

<file path=ppt/diagrams/drawing3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590F94C-CDED-4767-BDBA-E44480A8C1F5}">
      <dsp:nvSpPr>
        <dsp:cNvPr id="0" name=""/>
        <dsp:cNvSpPr/>
      </dsp:nvSpPr>
      <dsp:spPr>
        <a:xfrm>
          <a:off x="0" y="4304580"/>
          <a:ext cx="7003777" cy="1375757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2240" tIns="142240" rIns="142240" bIns="14224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en-PK" sz="2000" kern="1200" dirty="0">
              <a:solidFill>
                <a:srgbClr val="FFFFFF"/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</a:rPr>
            <a:t>Before we formalize this rate, we define the problem size </a:t>
          </a:r>
          <a:r>
            <a:rPr lang="en-US" altLang="en-PK" sz="2000" kern="1200" dirty="0"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anose="020B0604020202020204" pitchFamily="34" charset="0"/>
              <a:ea typeface="+mn-ea"/>
              <a:cs typeface="Arial" panose="020B0604020202020204" pitchFamily="34" charset="0"/>
            </a:rPr>
            <a:t>W</a:t>
          </a:r>
          <a:r>
            <a:rPr lang="en-US" altLang="en-PK" sz="2000" kern="1200" dirty="0">
              <a:solidFill>
                <a:srgbClr val="FFFFFF"/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</a:rPr>
            <a:t> as the asymptotic number of operations associated with the best serial algorithm to solve the problem.</a:t>
          </a:r>
          <a:endParaRPr lang="en-US" sz="2000" kern="1200" dirty="0">
            <a:solidFill>
              <a:srgbClr val="FFFFFF"/>
            </a:solidFill>
            <a:latin typeface="Arial" panose="020B0604020202020204" pitchFamily="34" charset="0"/>
            <a:ea typeface="+mn-ea"/>
            <a:cs typeface="Arial" panose="020B0604020202020204" pitchFamily="34" charset="0"/>
          </a:endParaRPr>
        </a:p>
      </dsp:txBody>
      <dsp:txXfrm>
        <a:off x="0" y="4304580"/>
        <a:ext cx="7003777" cy="1375757"/>
      </dsp:txXfrm>
    </dsp:sp>
    <dsp:sp modelId="{927DE236-B9F0-4F98-A4C8-3E7F4F5F6CD2}">
      <dsp:nvSpPr>
        <dsp:cNvPr id="0" name=""/>
        <dsp:cNvSpPr/>
      </dsp:nvSpPr>
      <dsp:spPr>
        <a:xfrm rot="10800000">
          <a:off x="0" y="2209302"/>
          <a:ext cx="7003777" cy="2115914"/>
        </a:xfrm>
        <a:prstGeom prst="upArrowCallout">
          <a:avLst/>
        </a:prstGeom>
        <a:solidFill>
          <a:schemeClr val="accent2">
            <a:hueOff val="-752677"/>
            <a:satOff val="-3174"/>
            <a:lumOff val="1569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2240" tIns="142240" rIns="142240" bIns="14224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en-PK" sz="2000" kern="1200" dirty="0">
              <a:solidFill>
                <a:srgbClr val="FFFFFF"/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</a:rPr>
            <a:t>This rate determines the scalability of the system. The slower this rate, the better.</a:t>
          </a:r>
          <a:endParaRPr lang="en-US" sz="2000" kern="1200" dirty="0">
            <a:solidFill>
              <a:srgbClr val="FFFFFF"/>
            </a:solidFill>
            <a:latin typeface="Arial" panose="020B0604020202020204" pitchFamily="34" charset="0"/>
            <a:ea typeface="+mn-ea"/>
            <a:cs typeface="Arial" panose="020B0604020202020204" pitchFamily="34" charset="0"/>
          </a:endParaRPr>
        </a:p>
      </dsp:txBody>
      <dsp:txXfrm rot="10800000">
        <a:off x="0" y="2209302"/>
        <a:ext cx="7003777" cy="1374857"/>
      </dsp:txXfrm>
    </dsp:sp>
    <dsp:sp modelId="{B037029F-467A-4175-ACCD-5BB0BAD5F108}">
      <dsp:nvSpPr>
        <dsp:cNvPr id="0" name=""/>
        <dsp:cNvSpPr/>
      </dsp:nvSpPr>
      <dsp:spPr>
        <a:xfrm rot="10800000">
          <a:off x="0" y="208"/>
          <a:ext cx="7003777" cy="2229730"/>
        </a:xfrm>
        <a:prstGeom prst="upArrowCallout">
          <a:avLst/>
        </a:prstGeom>
        <a:solidFill>
          <a:schemeClr val="accent2">
            <a:hueOff val="-1505353"/>
            <a:satOff val="-6347"/>
            <a:lumOff val="3137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2240" tIns="142240" rIns="142240" bIns="14224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en-PK" sz="2000" kern="1200" dirty="0">
              <a:latin typeface="Arial" panose="020B0604020202020204" pitchFamily="34" charset="0"/>
              <a:cs typeface="Arial" panose="020B0604020202020204" pitchFamily="34" charset="0"/>
            </a:rPr>
            <a:t>What is the rate at which the problem size must increase with respect to the number of processing elements to keep the efficiency fixed?</a:t>
          </a:r>
          <a:r>
            <a:rPr lang="en-US" altLang="en-PK" sz="2000" kern="1200" dirty="0"/>
            <a:t>	</a:t>
          </a:r>
          <a:endParaRPr lang="en-US" sz="2000" kern="1200" dirty="0">
            <a:solidFill>
              <a:srgbClr val="FFFFFF"/>
            </a:solidFill>
            <a:latin typeface="Arial" panose="020B0604020202020204" pitchFamily="34" charset="0"/>
            <a:ea typeface="+mn-ea"/>
            <a:cs typeface="Arial" panose="020B0604020202020204" pitchFamily="34" charset="0"/>
          </a:endParaRPr>
        </a:p>
      </dsp:txBody>
      <dsp:txXfrm rot="10800000">
        <a:off x="0" y="208"/>
        <a:ext cx="7003777" cy="1448812"/>
      </dsp:txXfrm>
    </dsp:sp>
  </dsp:spTree>
</dsp:drawing>
</file>

<file path=ppt/diagrams/drawing3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D229F45-CD11-4521-930C-E6E1E78D5A75}">
      <dsp:nvSpPr>
        <dsp:cNvPr id="0" name=""/>
        <dsp:cNvSpPr/>
      </dsp:nvSpPr>
      <dsp:spPr>
        <a:xfrm>
          <a:off x="0" y="3892342"/>
          <a:ext cx="7003777" cy="1786266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2240" tIns="142240" rIns="142240" bIns="14224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en-PK" sz="2000" kern="1200" dirty="0">
              <a:latin typeface="Arial" panose="020B0604020202020204" pitchFamily="34" charset="0"/>
              <a:cs typeface="Arial" panose="020B0604020202020204" pitchFamily="34" charset="0"/>
            </a:rPr>
            <a:t>This function determines the ease with which a parallel system can maintain a constant efficiency and hence achieve speedups increasing in proportion to the number of processing elements </a:t>
          </a:r>
          <a:endParaRPr lang="en-US" sz="2000" kern="1200" dirty="0"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0" y="3892342"/>
        <a:ext cx="7003777" cy="1786266"/>
      </dsp:txXfrm>
    </dsp:sp>
    <dsp:sp modelId="{841EB539-0729-4D10-9F0B-B4A34A16CEDC}">
      <dsp:nvSpPr>
        <dsp:cNvPr id="0" name=""/>
        <dsp:cNvSpPr/>
      </dsp:nvSpPr>
      <dsp:spPr>
        <a:xfrm rot="10800000">
          <a:off x="0" y="2106070"/>
          <a:ext cx="7003777" cy="1813065"/>
        </a:xfrm>
        <a:prstGeom prst="upArrowCallout">
          <a:avLst/>
        </a:prstGeom>
        <a:solidFill>
          <a:schemeClr val="accent2">
            <a:hueOff val="-752677"/>
            <a:satOff val="-3174"/>
            <a:lumOff val="1569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2240" tIns="142240" rIns="142240" bIns="14224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en-PK" sz="2000" kern="1200" dirty="0">
              <a:latin typeface="Arial" panose="020B0604020202020204" pitchFamily="34" charset="0"/>
              <a:cs typeface="Arial" panose="020B0604020202020204" pitchFamily="34" charset="0"/>
            </a:rPr>
            <a:t>This function is called the </a:t>
          </a:r>
          <a:r>
            <a:rPr lang="en-US" altLang="en-PK" sz="2000" b="1" i="0" kern="1200" dirty="0" err="1">
              <a:solidFill>
                <a:schemeClr val="accent6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rPr>
            <a:t>isoefficiency</a:t>
          </a:r>
          <a:r>
            <a:rPr lang="en-US" altLang="en-PK" sz="2000" b="1" i="0" kern="1200" dirty="0">
              <a:solidFill>
                <a:schemeClr val="accent6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rPr>
            <a:t> function</a:t>
          </a:r>
          <a:r>
            <a:rPr lang="en-US" altLang="en-PK" sz="2000" kern="1200" dirty="0">
              <a:latin typeface="Arial" panose="020B0604020202020204" pitchFamily="34" charset="0"/>
              <a:cs typeface="Arial" panose="020B0604020202020204" pitchFamily="34" charset="0"/>
            </a:rPr>
            <a:t>. </a:t>
          </a:r>
          <a:endParaRPr lang="en-US" sz="2000" kern="1200" dirty="0">
            <a:latin typeface="Arial" panose="020B0604020202020204" pitchFamily="34" charset="0"/>
            <a:cs typeface="Arial" panose="020B0604020202020204" pitchFamily="34" charset="0"/>
          </a:endParaRPr>
        </a:p>
      </dsp:txBody>
      <dsp:txXfrm rot="10800000">
        <a:off x="0" y="2106070"/>
        <a:ext cx="7003777" cy="1178075"/>
      </dsp:txXfrm>
    </dsp:sp>
    <dsp:sp modelId="{91A80EC5-5433-486D-A2A1-39BF10E8DFEC}">
      <dsp:nvSpPr>
        <dsp:cNvPr id="0" name=""/>
        <dsp:cNvSpPr/>
      </dsp:nvSpPr>
      <dsp:spPr>
        <a:xfrm rot="10800000">
          <a:off x="0" y="1939"/>
          <a:ext cx="7003777" cy="2130925"/>
        </a:xfrm>
        <a:prstGeom prst="upArrowCallout">
          <a:avLst/>
        </a:prstGeom>
        <a:solidFill>
          <a:schemeClr val="accent2">
            <a:hueOff val="-1505353"/>
            <a:satOff val="-6347"/>
            <a:lumOff val="3137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2240" tIns="142240" rIns="142240" bIns="14224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en-PK" sz="2000" kern="1200" dirty="0">
              <a:latin typeface="Arial" panose="020B0604020202020204" pitchFamily="34" charset="0"/>
              <a:cs typeface="Arial" panose="020B0604020202020204" pitchFamily="34" charset="0"/>
            </a:rPr>
            <a:t>The problem size </a:t>
          </a:r>
          <a:r>
            <a:rPr lang="en-US" altLang="en-PK" sz="2000" b="1" i="1" kern="1200" dirty="0">
              <a:latin typeface="Arial" panose="020B0604020202020204" pitchFamily="34" charset="0"/>
              <a:cs typeface="Arial" panose="020B0604020202020204" pitchFamily="34" charset="0"/>
            </a:rPr>
            <a:t>W</a:t>
          </a:r>
          <a:r>
            <a:rPr lang="en-US" altLang="en-PK" sz="2000" kern="1200" dirty="0">
              <a:latin typeface="Arial" panose="020B0604020202020204" pitchFamily="34" charset="0"/>
              <a:cs typeface="Arial" panose="020B0604020202020204" pitchFamily="34" charset="0"/>
            </a:rPr>
            <a:t> can usually be obtained as a function of </a:t>
          </a:r>
          <a:r>
            <a:rPr lang="en-US" altLang="en-PK" sz="2000" b="1" i="1" kern="1200" dirty="0">
              <a:latin typeface="Arial" panose="020B0604020202020204" pitchFamily="34" charset="0"/>
              <a:cs typeface="Arial" panose="020B0604020202020204" pitchFamily="34" charset="0"/>
            </a:rPr>
            <a:t>p</a:t>
          </a:r>
          <a:r>
            <a:rPr lang="en-US" altLang="en-PK" sz="2000" kern="1200" dirty="0">
              <a:latin typeface="Arial" panose="020B0604020202020204" pitchFamily="34" charset="0"/>
              <a:cs typeface="Arial" panose="020B0604020202020204" pitchFamily="34" charset="0"/>
            </a:rPr>
            <a:t> by algebraic manipulations to keep efficiency constant. </a:t>
          </a:r>
          <a:endParaRPr lang="en-US" sz="2000" kern="1200" dirty="0">
            <a:latin typeface="Arial" panose="020B0604020202020204" pitchFamily="34" charset="0"/>
            <a:cs typeface="Arial" panose="020B0604020202020204" pitchFamily="34" charset="0"/>
          </a:endParaRPr>
        </a:p>
      </dsp:txBody>
      <dsp:txXfrm rot="10800000">
        <a:off x="0" y="1939"/>
        <a:ext cx="7003777" cy="1384611"/>
      </dsp:txXfrm>
    </dsp:sp>
  </dsp:spTree>
</dsp:drawing>
</file>

<file path=ppt/diagrams/drawing3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52EB904-81A7-4A32-8922-5A76ABAD6934}">
      <dsp:nvSpPr>
        <dsp:cNvPr id="0" name=""/>
        <dsp:cNvSpPr/>
      </dsp:nvSpPr>
      <dsp:spPr>
        <a:xfrm>
          <a:off x="0" y="4382950"/>
          <a:ext cx="7003777" cy="1531698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2240" tIns="142240" rIns="142240" bIns="14224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br>
            <a:rPr lang="en-US" altLang="en-PK" sz="2000" kern="1200" dirty="0"/>
          </a:br>
          <a:r>
            <a:rPr lang="en-US" altLang="en-PK" sz="2000" kern="1200" dirty="0">
              <a:latin typeface="Arial" panose="020B0604020202020204" pitchFamily="34" charset="0"/>
              <a:cs typeface="Arial" panose="020B0604020202020204" pitchFamily="34" charset="0"/>
            </a:rPr>
            <a:t>If the number of processing elements is increased from </a:t>
          </a:r>
          <a:r>
            <a:rPr lang="en-US" altLang="en-PK" sz="2000" b="1" i="1" kern="1200" dirty="0">
              <a:latin typeface="Arial" panose="020B0604020202020204" pitchFamily="34" charset="0"/>
              <a:cs typeface="Arial" panose="020B0604020202020204" pitchFamily="34" charset="0"/>
            </a:rPr>
            <a:t>p</a:t>
          </a:r>
          <a:r>
            <a:rPr lang="en-US" altLang="en-PK" sz="2000" kern="1200" dirty="0">
              <a:latin typeface="Arial" panose="020B0604020202020204" pitchFamily="34" charset="0"/>
              <a:cs typeface="Arial" panose="020B0604020202020204" pitchFamily="34" charset="0"/>
            </a:rPr>
            <a:t> to </a:t>
          </a:r>
          <a:r>
            <a:rPr lang="en-US" altLang="en-PK" sz="2000" b="1" i="1" kern="1200" dirty="0">
              <a:latin typeface="Arial" panose="020B0604020202020204" pitchFamily="34" charset="0"/>
              <a:cs typeface="Arial" panose="020B0604020202020204" pitchFamily="34" charset="0"/>
            </a:rPr>
            <a:t>p’</a:t>
          </a:r>
          <a:r>
            <a:rPr lang="en-US" altLang="en-PK" sz="2000" kern="1200" dirty="0">
              <a:latin typeface="Arial" panose="020B0604020202020204" pitchFamily="34" charset="0"/>
              <a:cs typeface="Arial" panose="020B0604020202020204" pitchFamily="34" charset="0"/>
            </a:rPr>
            <a:t>, the problem size (in this case, n ) must be increased by a factor of        (</a:t>
          </a:r>
          <a:r>
            <a:rPr lang="en-US" altLang="en-PK" sz="2000" b="1" i="1" kern="1200" dirty="0">
              <a:latin typeface="Arial" panose="020B0604020202020204" pitchFamily="34" charset="0"/>
              <a:cs typeface="Arial" panose="020B0604020202020204" pitchFamily="34" charset="0"/>
            </a:rPr>
            <a:t>p’ </a:t>
          </a:r>
          <a:r>
            <a:rPr lang="en-US" altLang="en-PK" sz="2000" b="1" kern="1200" dirty="0">
              <a:latin typeface="Arial" panose="020B0604020202020204" pitchFamily="34" charset="0"/>
              <a:cs typeface="Arial" panose="020B0604020202020204" pitchFamily="34" charset="0"/>
            </a:rPr>
            <a:t>log </a:t>
          </a:r>
          <a:r>
            <a:rPr lang="en-US" altLang="en-PK" sz="2000" b="1" i="1" kern="1200" dirty="0">
              <a:latin typeface="Arial" panose="020B0604020202020204" pitchFamily="34" charset="0"/>
              <a:cs typeface="Arial" panose="020B0604020202020204" pitchFamily="34" charset="0"/>
            </a:rPr>
            <a:t>p’</a:t>
          </a:r>
          <a:r>
            <a:rPr lang="en-US" altLang="en-PK" sz="2000" kern="1200" dirty="0">
              <a:latin typeface="Arial" panose="020B0604020202020204" pitchFamily="34" charset="0"/>
              <a:cs typeface="Arial" panose="020B0604020202020204" pitchFamily="34" charset="0"/>
            </a:rPr>
            <a:t>) / (</a:t>
          </a:r>
          <a:r>
            <a:rPr lang="en-US" altLang="en-PK" sz="2000" b="1" i="1" kern="1200" dirty="0">
              <a:latin typeface="Arial" panose="020B0604020202020204" pitchFamily="34" charset="0"/>
              <a:cs typeface="Arial" panose="020B0604020202020204" pitchFamily="34" charset="0"/>
            </a:rPr>
            <a:t>p </a:t>
          </a:r>
          <a:r>
            <a:rPr lang="en-US" altLang="en-PK" sz="2000" b="1" kern="1200" dirty="0">
              <a:latin typeface="Arial" panose="020B0604020202020204" pitchFamily="34" charset="0"/>
              <a:cs typeface="Arial" panose="020B0604020202020204" pitchFamily="34" charset="0"/>
            </a:rPr>
            <a:t>log </a:t>
          </a:r>
          <a:r>
            <a:rPr lang="en-US" altLang="en-PK" sz="2000" b="1" i="1" kern="1200" dirty="0">
              <a:latin typeface="Arial" panose="020B0604020202020204" pitchFamily="34" charset="0"/>
              <a:cs typeface="Arial" panose="020B0604020202020204" pitchFamily="34" charset="0"/>
            </a:rPr>
            <a:t>p</a:t>
          </a:r>
          <a:r>
            <a:rPr lang="en-US" altLang="en-PK" sz="2000" kern="1200" dirty="0">
              <a:latin typeface="Arial" panose="020B0604020202020204" pitchFamily="34" charset="0"/>
              <a:cs typeface="Arial" panose="020B0604020202020204" pitchFamily="34" charset="0"/>
            </a:rPr>
            <a:t>) to get the same efficiency as on </a:t>
          </a:r>
          <a:r>
            <a:rPr lang="en-US" altLang="en-PK" sz="2000" b="1" i="1" kern="1200" dirty="0">
              <a:latin typeface="Arial" panose="020B0604020202020204" pitchFamily="34" charset="0"/>
              <a:cs typeface="Arial" panose="020B0604020202020204" pitchFamily="34" charset="0"/>
            </a:rPr>
            <a:t>p</a:t>
          </a:r>
          <a:r>
            <a:rPr lang="en-US" altLang="en-PK" sz="2000" kern="1200" dirty="0">
              <a:latin typeface="Arial" panose="020B0604020202020204" pitchFamily="34" charset="0"/>
              <a:cs typeface="Arial" panose="020B0604020202020204" pitchFamily="34" charset="0"/>
            </a:rPr>
            <a:t> processing elements. </a:t>
          </a:r>
        </a:p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000" kern="1200" dirty="0"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0" y="4382950"/>
        <a:ext cx="7003777" cy="1531698"/>
      </dsp:txXfrm>
    </dsp:sp>
    <dsp:sp modelId="{D29B8AF0-41B3-499A-B112-E9ED0CA721B9}">
      <dsp:nvSpPr>
        <dsp:cNvPr id="0" name=""/>
        <dsp:cNvSpPr/>
      </dsp:nvSpPr>
      <dsp:spPr>
        <a:xfrm rot="10800000">
          <a:off x="0" y="2927817"/>
          <a:ext cx="7003777" cy="1476452"/>
        </a:xfrm>
        <a:prstGeom prst="upArrowCallout">
          <a:avLst/>
        </a:prstGeom>
        <a:solidFill>
          <a:schemeClr val="accent2">
            <a:hueOff val="-501784"/>
            <a:satOff val="-2116"/>
            <a:lumOff val="1046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2240" tIns="142240" rIns="142240" bIns="14224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en-PK" sz="2000" kern="1200" dirty="0">
              <a:latin typeface="Arial" panose="020B0604020202020204" pitchFamily="34" charset="0"/>
              <a:cs typeface="Arial" panose="020B0604020202020204" pitchFamily="34" charset="0"/>
            </a:rPr>
            <a:t>Thus, the asymptotic </a:t>
          </a:r>
          <a:r>
            <a:rPr lang="en-US" altLang="en-PK" sz="2000" kern="1200" dirty="0" err="1">
              <a:latin typeface="Arial" panose="020B0604020202020204" pitchFamily="34" charset="0"/>
              <a:cs typeface="Arial" panose="020B0604020202020204" pitchFamily="34" charset="0"/>
            </a:rPr>
            <a:t>isoefficiency</a:t>
          </a:r>
          <a:r>
            <a:rPr lang="en-US" altLang="en-PK" sz="2000" kern="1200" dirty="0">
              <a:latin typeface="Arial" panose="020B0604020202020204" pitchFamily="34" charset="0"/>
              <a:cs typeface="Arial" panose="020B0604020202020204" pitchFamily="34" charset="0"/>
            </a:rPr>
            <a:t> function for this parallel system is: </a:t>
          </a:r>
          <a:r>
            <a:rPr lang="el-GR" altLang="en-PK" sz="2000" kern="1200" dirty="0">
              <a:latin typeface="Arial" panose="020B0604020202020204" pitchFamily="34" charset="0"/>
              <a:cs typeface="Arial" panose="020B0604020202020204" pitchFamily="34" charset="0"/>
            </a:rPr>
            <a:t>Θ</a:t>
          </a:r>
          <a:r>
            <a:rPr lang="en-US" altLang="en-PK" sz="2000" kern="1200" dirty="0">
              <a:latin typeface="Arial" panose="020B0604020202020204" pitchFamily="34" charset="0"/>
              <a:cs typeface="Arial" panose="020B0604020202020204" pitchFamily="34" charset="0"/>
            </a:rPr>
            <a:t>(</a:t>
          </a:r>
          <a:r>
            <a:rPr lang="en-US" altLang="en-PK" sz="2000" b="0" i="1" kern="1200" dirty="0">
              <a:latin typeface="Arial" panose="020B0604020202020204" pitchFamily="34" charset="0"/>
              <a:cs typeface="Arial" panose="020B0604020202020204" pitchFamily="34" charset="0"/>
            </a:rPr>
            <a:t>p </a:t>
          </a:r>
          <a:r>
            <a:rPr lang="en-US" altLang="en-PK" sz="2000" b="0" kern="1200" dirty="0">
              <a:latin typeface="Arial" panose="020B0604020202020204" pitchFamily="34" charset="0"/>
              <a:cs typeface="Arial" panose="020B0604020202020204" pitchFamily="34" charset="0"/>
            </a:rPr>
            <a:t>log </a:t>
          </a:r>
          <a:r>
            <a:rPr lang="en-US" altLang="en-PK" sz="2000" b="0" i="1" kern="1200" dirty="0">
              <a:latin typeface="Arial" panose="020B0604020202020204" pitchFamily="34" charset="0"/>
              <a:cs typeface="Arial" panose="020B0604020202020204" pitchFamily="34" charset="0"/>
            </a:rPr>
            <a:t>p</a:t>
          </a:r>
          <a:r>
            <a:rPr lang="en-US" altLang="en-PK" sz="2000" b="0" kern="1200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US" altLang="en-PK" sz="2000" kern="1200" dirty="0">
              <a:latin typeface="Arial" panose="020B0604020202020204" pitchFamily="34" charset="0"/>
              <a:cs typeface="Arial" panose="020B0604020202020204" pitchFamily="34" charset="0"/>
            </a:rPr>
            <a:t>)</a:t>
          </a:r>
          <a:endParaRPr lang="en-US" sz="2000" kern="1200" dirty="0">
            <a:latin typeface="Arial" panose="020B0604020202020204" pitchFamily="34" charset="0"/>
            <a:cs typeface="Arial" panose="020B0604020202020204" pitchFamily="34" charset="0"/>
          </a:endParaRPr>
        </a:p>
      </dsp:txBody>
      <dsp:txXfrm rot="10800000">
        <a:off x="0" y="2927817"/>
        <a:ext cx="7003777" cy="959354"/>
      </dsp:txXfrm>
    </dsp:sp>
    <dsp:sp modelId="{841EB539-0729-4D10-9F0B-B4A34A16CEDC}">
      <dsp:nvSpPr>
        <dsp:cNvPr id="0" name=""/>
        <dsp:cNvSpPr/>
      </dsp:nvSpPr>
      <dsp:spPr>
        <a:xfrm rot="10800000">
          <a:off x="0" y="1378293"/>
          <a:ext cx="7003777" cy="1502553"/>
        </a:xfrm>
        <a:prstGeom prst="upArrowCallout">
          <a:avLst/>
        </a:prstGeom>
        <a:solidFill>
          <a:schemeClr val="accent2">
            <a:hueOff val="-1003569"/>
            <a:satOff val="-4231"/>
            <a:lumOff val="2091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2240" tIns="142240" rIns="142240" bIns="14224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en-PK" sz="2000" kern="1200" dirty="0">
              <a:latin typeface="Arial" panose="020B0604020202020204" pitchFamily="34" charset="0"/>
              <a:cs typeface="Arial" panose="020B0604020202020204" pitchFamily="34" charset="0"/>
            </a:rPr>
            <a:t>Substituting </a:t>
          </a:r>
          <a:r>
            <a:rPr lang="en-US" altLang="en-PK" sz="2000" b="1" i="1" kern="1200" dirty="0">
              <a:latin typeface="Arial" panose="020B0604020202020204" pitchFamily="34" charset="0"/>
              <a:cs typeface="Arial" panose="020B0604020202020204" pitchFamily="34" charset="0"/>
            </a:rPr>
            <a:t>T</a:t>
          </a:r>
          <a:r>
            <a:rPr lang="en-US" altLang="en-PK" sz="2000" b="1" i="1" kern="1200" baseline="-25000" dirty="0">
              <a:latin typeface="Arial" panose="020B0604020202020204" pitchFamily="34" charset="0"/>
              <a:cs typeface="Arial" panose="020B0604020202020204" pitchFamily="34" charset="0"/>
            </a:rPr>
            <a:t>o</a:t>
          </a:r>
          <a:r>
            <a:rPr lang="en-US" altLang="en-PK" sz="2000" kern="1200" dirty="0">
              <a:latin typeface="Arial" panose="020B0604020202020204" pitchFamily="34" charset="0"/>
              <a:cs typeface="Arial" panose="020B0604020202020204" pitchFamily="34" charset="0"/>
            </a:rPr>
            <a:t>  by </a:t>
          </a:r>
          <a:r>
            <a:rPr lang="en-US" altLang="en-PK" sz="2000" b="1" i="1" kern="1200" dirty="0">
              <a:latin typeface="Arial" panose="020B0604020202020204" pitchFamily="34" charset="0"/>
              <a:cs typeface="Arial" panose="020B0604020202020204" pitchFamily="34" charset="0"/>
            </a:rPr>
            <a:t>2p </a:t>
          </a:r>
          <a:r>
            <a:rPr lang="en-US" altLang="en-PK" sz="2000" b="1" kern="1200" dirty="0">
              <a:latin typeface="Arial" panose="020B0604020202020204" pitchFamily="34" charset="0"/>
              <a:cs typeface="Arial" panose="020B0604020202020204" pitchFamily="34" charset="0"/>
            </a:rPr>
            <a:t>log </a:t>
          </a:r>
          <a:r>
            <a:rPr lang="en-US" altLang="en-PK" sz="2000" b="1" i="1" kern="1200" dirty="0">
              <a:latin typeface="Arial" panose="020B0604020202020204" pitchFamily="34" charset="0"/>
              <a:cs typeface="Arial" panose="020B0604020202020204" pitchFamily="34" charset="0"/>
            </a:rPr>
            <a:t>p</a:t>
          </a:r>
          <a:r>
            <a:rPr lang="en-US" altLang="en-PK" sz="2000" kern="1200" dirty="0">
              <a:latin typeface="Arial" panose="020B0604020202020204" pitchFamily="34" charset="0"/>
              <a:cs typeface="Arial" panose="020B0604020202020204" pitchFamily="34" charset="0"/>
            </a:rPr>
            <a:t> , we get</a:t>
          </a:r>
        </a:p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FontTx/>
            <a:buNone/>
          </a:pPr>
          <a14:m xmlns:a14="http://schemas.microsoft.com/office/drawing/2010/main">
            <m:oMath xmlns:m="http://schemas.openxmlformats.org/officeDocument/2006/math">
              <m:r>
                <a:rPr lang="en-US" altLang="en-PK" sz="2000" b="0" i="1" kern="1200" smtClean="0">
                  <a:latin typeface="Cambria Math" panose="02040503050406030204" pitchFamily="18" charset="0"/>
                </a:rPr>
                <m:t>𝑊</m:t>
              </m:r>
              <m:r>
                <a:rPr lang="en-US" altLang="en-PK" sz="2000" i="1" kern="1200" smtClean="0">
                  <a:latin typeface="Cambria Math" panose="02040503050406030204" pitchFamily="18" charset="0"/>
                </a:rPr>
                <m:t>=</m:t>
              </m:r>
            </m:oMath>
          </a14:m>
          <a:r>
            <a:rPr lang="en-US" altLang="en-PK" sz="2000" b="1" i="1" kern="1200" dirty="0"/>
            <a:t> </a:t>
          </a:r>
          <a:r>
            <a:rPr lang="en-US" altLang="en-PK" sz="2000" b="0" i="1" kern="1200" dirty="0">
              <a:solidFill>
                <a:srgbClr val="FFFFFF"/>
              </a:solidFill>
              <a:latin typeface="Cambria Math" panose="02040503050406030204" pitchFamily="18" charset="0"/>
              <a:ea typeface="+mn-ea"/>
              <a:cs typeface="+mn-cs"/>
            </a:rPr>
            <a:t>K 2</a:t>
          </a:r>
          <a:r>
            <a:rPr lang="en-US" altLang="en-PK" sz="2000" b="0" i="1" kern="1200" dirty="0"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mbria Math" panose="02040503050406030204" pitchFamily="18" charset="0"/>
              <a:ea typeface="+mn-ea"/>
              <a:cs typeface="+mn-cs"/>
            </a:rPr>
            <a:t>p</a:t>
          </a:r>
          <a:r>
            <a:rPr lang="en-US" altLang="en-PK" sz="2000" b="0" i="1" kern="1200" dirty="0">
              <a:solidFill>
                <a:srgbClr val="FFFFFF"/>
              </a:solidFill>
              <a:latin typeface="Cambria Math" panose="02040503050406030204" pitchFamily="18" charset="0"/>
              <a:ea typeface="+mn-ea"/>
              <a:cs typeface="+mn-cs"/>
            </a:rPr>
            <a:t> log </a:t>
          </a:r>
          <a:r>
            <a:rPr lang="en-US" altLang="en-PK" sz="2000" b="0" i="1" kern="1200" dirty="0"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mbria Math" panose="02040503050406030204" pitchFamily="18" charset="0"/>
              <a:ea typeface="+mn-ea"/>
              <a:cs typeface="+mn-cs"/>
            </a:rPr>
            <a:t>p</a:t>
          </a:r>
          <a:endParaRPr lang="en-US" sz="2000" kern="1200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  <a:latin typeface="Arial" panose="020B0604020202020204" pitchFamily="34" charset="0"/>
            <a:cs typeface="Arial" panose="020B0604020202020204" pitchFamily="34" charset="0"/>
          </a:endParaRPr>
        </a:p>
      </dsp:txBody>
      <dsp:txXfrm rot="10800000">
        <a:off x="0" y="1378293"/>
        <a:ext cx="7003777" cy="976314"/>
      </dsp:txXfrm>
    </dsp:sp>
    <dsp:sp modelId="{91A80EC5-5433-486D-A2A1-39BF10E8DFEC}">
      <dsp:nvSpPr>
        <dsp:cNvPr id="0" name=""/>
        <dsp:cNvSpPr/>
      </dsp:nvSpPr>
      <dsp:spPr>
        <a:xfrm rot="10800000">
          <a:off x="0" y="1791"/>
          <a:ext cx="7003777" cy="1466112"/>
        </a:xfrm>
        <a:prstGeom prst="upArrowCallout">
          <a:avLst/>
        </a:prstGeom>
        <a:solidFill>
          <a:schemeClr val="accent2">
            <a:hueOff val="-1505353"/>
            <a:satOff val="-6347"/>
            <a:lumOff val="3137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2240" tIns="142240" rIns="142240" bIns="14224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en-PK" sz="2000" kern="1200" dirty="0">
              <a:latin typeface="Arial" panose="020B0604020202020204" pitchFamily="34" charset="0"/>
              <a:cs typeface="Arial" panose="020B0604020202020204" pitchFamily="34" charset="0"/>
            </a:rPr>
            <a:t>The overhead function for the problem of adding </a:t>
          </a:r>
          <a:r>
            <a:rPr lang="en-US" altLang="en-PK" sz="2000" b="1" i="1" kern="1200" dirty="0">
              <a:latin typeface="Arial" panose="020B0604020202020204" pitchFamily="34" charset="0"/>
              <a:cs typeface="Arial" panose="020B0604020202020204" pitchFamily="34" charset="0"/>
            </a:rPr>
            <a:t>n </a:t>
          </a:r>
          <a:r>
            <a:rPr lang="en-US" altLang="en-PK" sz="2000" kern="1200" dirty="0">
              <a:latin typeface="Arial" panose="020B0604020202020204" pitchFamily="34" charset="0"/>
              <a:cs typeface="Arial" panose="020B0604020202020204" pitchFamily="34" charset="0"/>
            </a:rPr>
            <a:t>numbers on </a:t>
          </a:r>
          <a:r>
            <a:rPr lang="en-US" altLang="en-PK" sz="2000" b="1" i="1" kern="1200" dirty="0">
              <a:latin typeface="Arial" panose="020B0604020202020204" pitchFamily="34" charset="0"/>
              <a:cs typeface="Arial" panose="020B0604020202020204" pitchFamily="34" charset="0"/>
            </a:rPr>
            <a:t>p</a:t>
          </a:r>
          <a:r>
            <a:rPr lang="en-US" altLang="en-PK" sz="2000" kern="1200" dirty="0">
              <a:latin typeface="Arial" panose="020B0604020202020204" pitchFamily="34" charset="0"/>
              <a:cs typeface="Arial" panose="020B0604020202020204" pitchFamily="34" charset="0"/>
            </a:rPr>
            <a:t> processing elements is approximately </a:t>
          </a:r>
          <a:r>
            <a:rPr lang="en-US" altLang="en-PK" sz="2000" b="1" i="1" kern="1200" dirty="0">
              <a:latin typeface="Arial" panose="020B0604020202020204" pitchFamily="34" charset="0"/>
              <a:cs typeface="Arial" panose="020B0604020202020204" pitchFamily="34" charset="0"/>
            </a:rPr>
            <a:t>2p </a:t>
          </a:r>
          <a:r>
            <a:rPr lang="en-US" altLang="en-PK" sz="2000" b="1" kern="1200" dirty="0">
              <a:latin typeface="Arial" panose="020B0604020202020204" pitchFamily="34" charset="0"/>
              <a:cs typeface="Arial" panose="020B0604020202020204" pitchFamily="34" charset="0"/>
            </a:rPr>
            <a:t>log </a:t>
          </a:r>
          <a:r>
            <a:rPr lang="en-US" altLang="en-PK" sz="2000" b="1" i="1" kern="1200" dirty="0">
              <a:latin typeface="Arial" panose="020B0604020202020204" pitchFamily="34" charset="0"/>
              <a:cs typeface="Arial" panose="020B0604020202020204" pitchFamily="34" charset="0"/>
            </a:rPr>
            <a:t>p</a:t>
          </a:r>
          <a:r>
            <a:rPr lang="en-US" altLang="en-PK" sz="2000" kern="1200" dirty="0">
              <a:latin typeface="Arial" panose="020B0604020202020204" pitchFamily="34" charset="0"/>
              <a:cs typeface="Arial" panose="020B0604020202020204" pitchFamily="34" charset="0"/>
            </a:rPr>
            <a:t> . </a:t>
          </a:r>
          <a:endParaRPr lang="en-US" sz="2000" kern="1200" dirty="0">
            <a:latin typeface="Arial" panose="020B0604020202020204" pitchFamily="34" charset="0"/>
            <a:cs typeface="Arial" panose="020B0604020202020204" pitchFamily="34" charset="0"/>
          </a:endParaRPr>
        </a:p>
      </dsp:txBody>
      <dsp:txXfrm rot="10800000">
        <a:off x="0" y="1791"/>
        <a:ext cx="7003777" cy="952636"/>
      </dsp:txXfrm>
    </dsp:sp>
  </dsp:spTree>
</dsp:drawing>
</file>

<file path=ppt/diagrams/drawing3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7611441-5FC4-4BBA-AB94-233AC5382243}">
      <dsp:nvSpPr>
        <dsp:cNvPr id="0" name=""/>
        <dsp:cNvSpPr/>
      </dsp:nvSpPr>
      <dsp:spPr>
        <a:xfrm>
          <a:off x="0" y="949585"/>
          <a:ext cx="7003777" cy="1753081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11A7D35-1FE6-446D-AE68-CDC0EA75C5EF}">
      <dsp:nvSpPr>
        <dsp:cNvPr id="0" name=""/>
        <dsp:cNvSpPr/>
      </dsp:nvSpPr>
      <dsp:spPr>
        <a:xfrm>
          <a:off x="530307" y="1344029"/>
          <a:ext cx="964194" cy="964194"/>
        </a:xfrm>
        <a:prstGeom prst="rect">
          <a:avLst/>
        </a:prstGeom>
        <a:blipFill>
          <a:blip xmlns:r="http://schemas.openxmlformats.org/officeDocument/2006/relationships" r:embed="rId1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39E4229-80E6-49FA-AC66-32D790A69D10}">
      <dsp:nvSpPr>
        <dsp:cNvPr id="0" name=""/>
        <dsp:cNvSpPr/>
      </dsp:nvSpPr>
      <dsp:spPr>
        <a:xfrm>
          <a:off x="2024809" y="949585"/>
          <a:ext cx="4978967" cy="175308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85534" tIns="185534" rIns="185534" bIns="185534" numCol="1" spcCol="1270" anchor="ctr" anchorCtr="0">
          <a:noAutofit/>
        </a:bodyPr>
        <a:lstStyle/>
        <a:p>
          <a:pPr marL="0" lvl="0" indent="0" algn="ctr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en-PK" sz="2000" b="0" kern="1200" dirty="0">
              <a:solidFill>
                <a:srgbClr val="213B31"/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</a:rPr>
            <a:t>Lower Bound and the Isoefficiency Function</a:t>
          </a:r>
          <a:r>
            <a:rPr lang="en-US" altLang="en-PK" sz="2000" b="0" kern="1200" dirty="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rPr>
            <a:t>   </a:t>
          </a:r>
          <a:endParaRPr lang="en-US" sz="2000" b="0" kern="1200" dirty="0"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2024809" y="949585"/>
        <a:ext cx="4978967" cy="1753081"/>
      </dsp:txXfrm>
    </dsp:sp>
    <dsp:sp modelId="{D75562AD-F78D-4876-92B4-3DD0643FB177}">
      <dsp:nvSpPr>
        <dsp:cNvPr id="0" name=""/>
        <dsp:cNvSpPr/>
      </dsp:nvSpPr>
      <dsp:spPr>
        <a:xfrm>
          <a:off x="0" y="3201120"/>
          <a:ext cx="7003777" cy="1753081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807B6D7-BF48-4FDE-BD86-4D161441F3BF}">
      <dsp:nvSpPr>
        <dsp:cNvPr id="0" name=""/>
        <dsp:cNvSpPr/>
      </dsp:nvSpPr>
      <dsp:spPr>
        <a:xfrm>
          <a:off x="530307" y="3535381"/>
          <a:ext cx="964194" cy="964194"/>
        </a:xfrm>
        <a:prstGeom prst="rect">
          <a:avLst/>
        </a:prstGeom>
        <a:blipFill>
          <a:blip xmlns:r="http://schemas.openxmlformats.org/officeDocument/2006/relationships"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7273AB3-1C10-4C7C-8AEC-2DC6562CD53E}">
      <dsp:nvSpPr>
        <dsp:cNvPr id="0" name=""/>
        <dsp:cNvSpPr/>
      </dsp:nvSpPr>
      <dsp:spPr>
        <a:xfrm>
          <a:off x="2024809" y="3140937"/>
          <a:ext cx="4978967" cy="175308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85534" tIns="185534" rIns="185534" bIns="185534" numCol="1" spcCol="1270" anchor="ctr" anchorCtr="0">
          <a:noAutofit/>
        </a:bodyPr>
        <a:lstStyle/>
        <a:p>
          <a:pPr marL="0" lvl="0" indent="0" algn="ctr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en-PK" sz="2000" b="0" kern="1200" dirty="0">
              <a:solidFill>
                <a:srgbClr val="213B31"/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</a:rPr>
            <a:t>Degree of Concurrency and </a:t>
          </a:r>
          <a:r>
            <a:rPr lang="en-US" altLang="en-PK" sz="2000" b="0" kern="1200" dirty="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rPr>
            <a:t>Isoefficiency Function</a:t>
          </a:r>
          <a:endParaRPr lang="en-US" sz="2000" b="0" kern="1200" dirty="0"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2024809" y="3140937"/>
        <a:ext cx="4978967" cy="1753081"/>
      </dsp:txXfrm>
    </dsp:sp>
  </dsp:spTree>
</dsp:drawing>
</file>

<file path=ppt/diagrams/drawing3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A50988D-C9E9-4B95-B38C-052262155DF0}">
      <dsp:nvSpPr>
        <dsp:cNvPr id="0" name=""/>
        <dsp:cNvSpPr/>
      </dsp:nvSpPr>
      <dsp:spPr>
        <a:xfrm>
          <a:off x="526924" y="0"/>
          <a:ext cx="5971807" cy="5337020"/>
        </a:xfrm>
        <a:prstGeom prst="rightArrow">
          <a:avLst/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E822125-244A-494F-88E6-8726F347499F}">
      <dsp:nvSpPr>
        <dsp:cNvPr id="0" name=""/>
        <dsp:cNvSpPr/>
      </dsp:nvSpPr>
      <dsp:spPr>
        <a:xfrm>
          <a:off x="3366" y="1601106"/>
          <a:ext cx="3348914" cy="2134808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en-PK" sz="2000" kern="1200" dirty="0">
              <a:latin typeface="Arial" panose="020B0604020202020204" pitchFamily="34" charset="0"/>
              <a:cs typeface="Arial" panose="020B0604020202020204" pitchFamily="34" charset="0"/>
            </a:rPr>
            <a:t>For a problem consisting of </a:t>
          </a:r>
          <a:r>
            <a:rPr lang="en-US" altLang="en-PK" sz="2000" b="1" i="1" kern="1200" dirty="0">
              <a:latin typeface="Arial" panose="020B0604020202020204" pitchFamily="34" charset="0"/>
              <a:cs typeface="Arial" panose="020B0604020202020204" pitchFamily="34" charset="0"/>
            </a:rPr>
            <a:t>W</a:t>
          </a:r>
          <a:r>
            <a:rPr lang="en-US" altLang="en-PK" sz="2000" kern="1200" dirty="0">
              <a:latin typeface="Arial" panose="020B0604020202020204" pitchFamily="34" charset="0"/>
              <a:cs typeface="Arial" panose="020B0604020202020204" pitchFamily="34" charset="0"/>
            </a:rPr>
            <a:t> units of work, no more than </a:t>
          </a:r>
          <a:r>
            <a:rPr lang="en-US" altLang="en-PK" sz="2000" b="1" i="1" kern="1200" dirty="0">
              <a:latin typeface="Arial" panose="020B0604020202020204" pitchFamily="34" charset="0"/>
              <a:cs typeface="Arial" panose="020B0604020202020204" pitchFamily="34" charset="0"/>
            </a:rPr>
            <a:t>W </a:t>
          </a:r>
          <a:r>
            <a:rPr lang="en-US" altLang="en-PK" sz="2000" kern="1200" dirty="0">
              <a:latin typeface="Arial" panose="020B0604020202020204" pitchFamily="34" charset="0"/>
              <a:cs typeface="Arial" panose="020B0604020202020204" pitchFamily="34" charset="0"/>
            </a:rPr>
            <a:t>processing elements can be used cost-optimally. </a:t>
          </a:r>
          <a:endParaRPr lang="en-US" sz="2000" kern="1200" dirty="0"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107579" y="1705319"/>
        <a:ext cx="3140488" cy="1926382"/>
      </dsp:txXfrm>
    </dsp:sp>
    <dsp:sp modelId="{25871BA6-BBC0-49FD-A6C4-B5E1DDC72843}">
      <dsp:nvSpPr>
        <dsp:cNvPr id="0" name=""/>
        <dsp:cNvSpPr/>
      </dsp:nvSpPr>
      <dsp:spPr>
        <a:xfrm>
          <a:off x="3673375" y="1601106"/>
          <a:ext cx="3348914" cy="2134808"/>
        </a:xfrm>
        <a:prstGeom prst="roundRect">
          <a:avLst/>
        </a:prstGeom>
        <a:solidFill>
          <a:schemeClr val="accent2">
            <a:hueOff val="-1505353"/>
            <a:satOff val="-6347"/>
            <a:lumOff val="3137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en-PK" sz="2000" kern="1200" dirty="0">
              <a:latin typeface="Arial" panose="020B0604020202020204" pitchFamily="34" charset="0"/>
              <a:cs typeface="Arial" panose="020B0604020202020204" pitchFamily="34" charset="0"/>
            </a:rPr>
            <a:t>The problem size must increase at least as fast as </a:t>
          </a:r>
          <a:r>
            <a:rPr lang="el-GR" altLang="en-PK" sz="2000" kern="1200" dirty="0">
              <a:latin typeface="Arial" panose="020B0604020202020204" pitchFamily="34" charset="0"/>
              <a:cs typeface="Arial" panose="020B0604020202020204" pitchFamily="34" charset="0"/>
            </a:rPr>
            <a:t>Θ</a:t>
          </a:r>
          <a:r>
            <a:rPr lang="en-US" altLang="en-PK" sz="2000" kern="1200" dirty="0">
              <a:latin typeface="Arial" panose="020B0604020202020204" pitchFamily="34" charset="0"/>
              <a:cs typeface="Arial" panose="020B0604020202020204" pitchFamily="34" charset="0"/>
            </a:rPr>
            <a:t>(</a:t>
          </a:r>
          <a:r>
            <a:rPr lang="en-US" altLang="en-PK" sz="2000" b="1" i="1" kern="1200" dirty="0">
              <a:latin typeface="Arial" panose="020B0604020202020204" pitchFamily="34" charset="0"/>
              <a:cs typeface="Arial" panose="020B0604020202020204" pitchFamily="34" charset="0"/>
            </a:rPr>
            <a:t>p</a:t>
          </a:r>
          <a:r>
            <a:rPr lang="en-US" altLang="en-PK" sz="2000" kern="1200" dirty="0">
              <a:latin typeface="Arial" panose="020B0604020202020204" pitchFamily="34" charset="0"/>
              <a:cs typeface="Arial" panose="020B0604020202020204" pitchFamily="34" charset="0"/>
            </a:rPr>
            <a:t>) to maintain fixed efficiency; hence, </a:t>
          </a:r>
          <a:r>
            <a:rPr lang="el-GR" altLang="en-PK" sz="2000" kern="1200" dirty="0">
              <a:latin typeface="Arial" panose="020B0604020202020204" pitchFamily="34" charset="0"/>
              <a:cs typeface="Arial" panose="020B0604020202020204" pitchFamily="34" charset="0"/>
            </a:rPr>
            <a:t>Ω</a:t>
          </a:r>
          <a:r>
            <a:rPr lang="en-US" altLang="en-PK" sz="2000" kern="1200" dirty="0">
              <a:latin typeface="Arial" panose="020B0604020202020204" pitchFamily="34" charset="0"/>
              <a:cs typeface="Arial" panose="020B0604020202020204" pitchFamily="34" charset="0"/>
            </a:rPr>
            <a:t>(</a:t>
          </a:r>
          <a:r>
            <a:rPr lang="en-US" altLang="en-PK" sz="2000" b="1" i="1" kern="1200" dirty="0">
              <a:latin typeface="Arial" panose="020B0604020202020204" pitchFamily="34" charset="0"/>
              <a:cs typeface="Arial" panose="020B0604020202020204" pitchFamily="34" charset="0"/>
            </a:rPr>
            <a:t>p</a:t>
          </a:r>
          <a:r>
            <a:rPr lang="en-US" altLang="en-PK" sz="2000" kern="1200" dirty="0">
              <a:latin typeface="Arial" panose="020B0604020202020204" pitchFamily="34" charset="0"/>
              <a:cs typeface="Arial" panose="020B0604020202020204" pitchFamily="34" charset="0"/>
            </a:rPr>
            <a:t>)  is the asymptotic lower bound on the </a:t>
          </a:r>
          <a:r>
            <a:rPr lang="en-US" altLang="en-PK" sz="2000" kern="1200" dirty="0" err="1">
              <a:latin typeface="Arial" panose="020B0604020202020204" pitchFamily="34" charset="0"/>
              <a:cs typeface="Arial" panose="020B0604020202020204" pitchFamily="34" charset="0"/>
            </a:rPr>
            <a:t>isoefficiency</a:t>
          </a:r>
          <a:r>
            <a:rPr lang="en-US" altLang="en-PK" sz="2000" kern="1200" dirty="0">
              <a:latin typeface="Arial" panose="020B0604020202020204" pitchFamily="34" charset="0"/>
              <a:cs typeface="Arial" panose="020B0604020202020204" pitchFamily="34" charset="0"/>
            </a:rPr>
            <a:t> function. </a:t>
          </a:r>
          <a:endParaRPr lang="en-US" sz="2000" kern="1200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3777588" y="1705319"/>
        <a:ext cx="3140488" cy="1926382"/>
      </dsp:txXfrm>
    </dsp:sp>
  </dsp:spTree>
</dsp:drawing>
</file>

<file path=ppt/diagrams/drawing3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A50988D-C9E9-4B95-B38C-052262155DF0}">
      <dsp:nvSpPr>
        <dsp:cNvPr id="0" name=""/>
        <dsp:cNvSpPr/>
      </dsp:nvSpPr>
      <dsp:spPr>
        <a:xfrm>
          <a:off x="526924" y="0"/>
          <a:ext cx="5971807" cy="5337020"/>
        </a:xfrm>
        <a:prstGeom prst="rightArrow">
          <a:avLst/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E822125-244A-494F-88E6-8726F347499F}">
      <dsp:nvSpPr>
        <dsp:cNvPr id="0" name=""/>
        <dsp:cNvSpPr/>
      </dsp:nvSpPr>
      <dsp:spPr>
        <a:xfrm>
          <a:off x="750" y="1601106"/>
          <a:ext cx="3356847" cy="2134808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en-PK" sz="2000" kern="1200" dirty="0"/>
            <a:t>The maximum number of tasks that can be executed simultaneously at any time in a parallel algorithm is called its </a:t>
          </a:r>
          <a:r>
            <a:rPr lang="en-US" altLang="en-PK" sz="2000" i="1" kern="1200" dirty="0"/>
            <a:t>degree of concurrency</a:t>
          </a:r>
          <a:r>
            <a:rPr lang="en-US" altLang="en-PK" sz="2000" kern="1200" dirty="0"/>
            <a:t>.</a:t>
          </a:r>
          <a:endParaRPr lang="en-US" sz="2000" kern="1200" dirty="0"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104963" y="1705319"/>
        <a:ext cx="3148421" cy="1926382"/>
      </dsp:txXfrm>
    </dsp:sp>
    <dsp:sp modelId="{25871BA6-BBC0-49FD-A6C4-B5E1DDC72843}">
      <dsp:nvSpPr>
        <dsp:cNvPr id="0" name=""/>
        <dsp:cNvSpPr/>
      </dsp:nvSpPr>
      <dsp:spPr>
        <a:xfrm>
          <a:off x="3668057" y="1601106"/>
          <a:ext cx="3356847" cy="2134808"/>
        </a:xfrm>
        <a:prstGeom prst="roundRect">
          <a:avLst/>
        </a:prstGeom>
        <a:solidFill>
          <a:schemeClr val="accent2">
            <a:hueOff val="-1505353"/>
            <a:satOff val="-6347"/>
            <a:lumOff val="3137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en-PK" sz="2000" kern="1200" dirty="0"/>
            <a:t>If </a:t>
          </a:r>
          <a:r>
            <a:rPr lang="en-US" altLang="en-PK" sz="2000" b="1" i="1" kern="1200" dirty="0"/>
            <a:t>C</a:t>
          </a:r>
          <a:r>
            <a:rPr lang="en-US" altLang="en-PK" sz="2000" kern="1200" dirty="0"/>
            <a:t>(</a:t>
          </a:r>
          <a:r>
            <a:rPr lang="en-US" altLang="en-PK" sz="2000" b="1" i="1" kern="1200" dirty="0"/>
            <a:t>W</a:t>
          </a:r>
          <a:r>
            <a:rPr lang="en-US" altLang="en-PK" sz="2000" kern="1200" dirty="0"/>
            <a:t>)  is the degree of concurrency of a parallel algorithm, then for a problem of size </a:t>
          </a:r>
          <a:r>
            <a:rPr lang="en-US" altLang="en-PK" sz="2000" b="1" i="1" kern="1200" dirty="0"/>
            <a:t>W</a:t>
          </a:r>
          <a:r>
            <a:rPr lang="en-US" altLang="en-PK" sz="2000" kern="1200" dirty="0"/>
            <a:t>, no more than </a:t>
          </a:r>
          <a:r>
            <a:rPr lang="en-US" altLang="en-PK" sz="2000" b="1" i="1" kern="1200" dirty="0"/>
            <a:t>C</a:t>
          </a:r>
          <a:r>
            <a:rPr lang="en-US" altLang="en-PK" sz="2000" kern="1200" dirty="0"/>
            <a:t>(</a:t>
          </a:r>
          <a:r>
            <a:rPr lang="en-US" altLang="en-PK" sz="2000" b="1" i="1" kern="1200" dirty="0"/>
            <a:t>W</a:t>
          </a:r>
          <a:r>
            <a:rPr lang="en-US" altLang="en-PK" sz="2000" kern="1200" dirty="0"/>
            <a:t>) processing elements can be employed effectively. </a:t>
          </a:r>
          <a:endParaRPr lang="en-US" sz="2000" kern="1200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3772270" y="1705319"/>
        <a:ext cx="3148421" cy="1926382"/>
      </dsp:txXfrm>
    </dsp:sp>
  </dsp:spTree>
</dsp:drawing>
</file>

<file path=ppt/diagrams/drawing3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E397D94-BC83-4276-A80C-1CB4F3281483}">
      <dsp:nvSpPr>
        <dsp:cNvPr id="0" name=""/>
        <dsp:cNvSpPr/>
      </dsp:nvSpPr>
      <dsp:spPr>
        <a:xfrm>
          <a:off x="0" y="3889876"/>
          <a:ext cx="10808414" cy="638166"/>
        </a:xfrm>
        <a:prstGeom prst="rect">
          <a:avLst/>
        </a:prstGeom>
        <a:solidFill>
          <a:schemeClr val="accent5">
            <a:lumMod val="75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2240" tIns="142240" rIns="142240" bIns="14224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en-PK" sz="2000" kern="1200" dirty="0">
              <a:latin typeface="Arial" panose="020B0604020202020204" pitchFamily="34" charset="0"/>
              <a:cs typeface="Arial" panose="020B0604020202020204" pitchFamily="34" charset="0"/>
            </a:rPr>
            <a:t>Given </a:t>
          </a:r>
          <a:r>
            <a:rPr lang="en-US" altLang="en-PK" sz="2000" b="1" i="1" kern="1200" dirty="0">
              <a:latin typeface="Arial" panose="020B0604020202020204" pitchFamily="34" charset="0"/>
              <a:cs typeface="Arial" panose="020B0604020202020204" pitchFamily="34" charset="0"/>
            </a:rPr>
            <a:t>p</a:t>
          </a:r>
          <a:r>
            <a:rPr lang="en-US" altLang="en-PK" sz="2000" kern="1200" dirty="0">
              <a:latin typeface="Arial" panose="020B0604020202020204" pitchFamily="34" charset="0"/>
              <a:cs typeface="Arial" panose="020B0604020202020204" pitchFamily="34" charset="0"/>
            </a:rPr>
            <a:t>  processing elements, the problem size should be at least </a:t>
          </a:r>
          <a:r>
            <a:rPr lang="el-GR" altLang="en-PK" sz="2000" kern="1200" dirty="0">
              <a:latin typeface="Arial" panose="020B0604020202020204" pitchFamily="34" charset="0"/>
              <a:cs typeface="Arial" panose="020B0604020202020204" pitchFamily="34" charset="0"/>
            </a:rPr>
            <a:t>Ω</a:t>
          </a:r>
          <a:r>
            <a:rPr lang="en-US" altLang="en-PK" sz="2000" kern="1200" dirty="0">
              <a:latin typeface="Arial" panose="020B0604020202020204" pitchFamily="34" charset="0"/>
              <a:cs typeface="Arial" panose="020B0604020202020204" pitchFamily="34" charset="0"/>
            </a:rPr>
            <a:t>(</a:t>
          </a:r>
          <a:r>
            <a:rPr lang="en-US" altLang="en-PK" sz="2000" b="1" i="1" kern="1200" dirty="0">
              <a:latin typeface="Arial" panose="020B0604020202020204" pitchFamily="34" charset="0"/>
              <a:cs typeface="Arial" panose="020B0604020202020204" pitchFamily="34" charset="0"/>
            </a:rPr>
            <a:t>p</a:t>
          </a:r>
          <a:r>
            <a:rPr lang="en-US" altLang="en-PK" sz="2000" kern="1200" baseline="30000" dirty="0">
              <a:latin typeface="Arial" panose="020B0604020202020204" pitchFamily="34" charset="0"/>
              <a:cs typeface="Arial" panose="020B0604020202020204" pitchFamily="34" charset="0"/>
            </a:rPr>
            <a:t>3/2</a:t>
          </a:r>
          <a:r>
            <a:rPr lang="en-US" altLang="en-PK" sz="2000" kern="1200" dirty="0">
              <a:latin typeface="Arial" panose="020B0604020202020204" pitchFamily="34" charset="0"/>
              <a:cs typeface="Arial" panose="020B0604020202020204" pitchFamily="34" charset="0"/>
            </a:rPr>
            <a:t>) to use them all. </a:t>
          </a:r>
          <a:endParaRPr lang="x-none" sz="2000" kern="1200" dirty="0"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0" y="3889876"/>
        <a:ext cx="10808414" cy="638166"/>
      </dsp:txXfrm>
    </dsp:sp>
    <dsp:sp modelId="{00874FAE-42D5-48E8-BC94-A36A788D3799}">
      <dsp:nvSpPr>
        <dsp:cNvPr id="0" name=""/>
        <dsp:cNvSpPr/>
      </dsp:nvSpPr>
      <dsp:spPr>
        <a:xfrm rot="10800000">
          <a:off x="0" y="2917948"/>
          <a:ext cx="10808414" cy="981500"/>
        </a:xfrm>
        <a:prstGeom prst="upArrowCallout">
          <a:avLst/>
        </a:prstGeom>
        <a:solidFill>
          <a:schemeClr val="accent4">
            <a:lumMod val="75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2240" tIns="142240" rIns="142240" bIns="14224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en-PK" sz="2000" kern="1200" dirty="0">
              <a:latin typeface="Arial" panose="020B0604020202020204" pitchFamily="34" charset="0"/>
              <a:cs typeface="Arial" panose="020B0604020202020204" pitchFamily="34" charset="0"/>
            </a:rPr>
            <a:t>Since </a:t>
          </a:r>
          <a:r>
            <a:rPr lang="en-US" altLang="en-PK" sz="2000" b="1" i="1" kern="1200" dirty="0">
              <a:latin typeface="Arial" panose="020B0604020202020204" pitchFamily="34" charset="0"/>
              <a:cs typeface="Arial" panose="020B0604020202020204" pitchFamily="34" charset="0"/>
            </a:rPr>
            <a:t>W</a:t>
          </a:r>
          <a:r>
            <a:rPr lang="en-US" altLang="en-PK" sz="2000" kern="1200" dirty="0">
              <a:latin typeface="Arial" panose="020B0604020202020204" pitchFamily="34" charset="0"/>
              <a:cs typeface="Arial" panose="020B0604020202020204" pitchFamily="34" charset="0"/>
            </a:rPr>
            <a:t> = </a:t>
          </a:r>
          <a:r>
            <a:rPr lang="el-GR" altLang="en-PK" sz="2000" kern="1200" dirty="0">
              <a:latin typeface="Arial" panose="020B0604020202020204" pitchFamily="34" charset="0"/>
              <a:cs typeface="Arial" panose="020B0604020202020204" pitchFamily="34" charset="0"/>
            </a:rPr>
            <a:t>Θ</a:t>
          </a:r>
          <a:r>
            <a:rPr lang="en-US" altLang="en-PK" sz="2000" kern="1200" dirty="0">
              <a:latin typeface="Arial" panose="020B0604020202020204" pitchFamily="34" charset="0"/>
              <a:cs typeface="Arial" panose="020B0604020202020204" pitchFamily="34" charset="0"/>
            </a:rPr>
            <a:t>(</a:t>
          </a:r>
          <a:r>
            <a:rPr lang="en-US" altLang="en-PK" sz="2000" b="1" i="1" kern="1200" dirty="0">
              <a:latin typeface="Arial" panose="020B0604020202020204" pitchFamily="34" charset="0"/>
              <a:cs typeface="Arial" panose="020B0604020202020204" pitchFamily="34" charset="0"/>
            </a:rPr>
            <a:t>n</a:t>
          </a:r>
          <a:r>
            <a:rPr lang="en-US" altLang="en-PK" sz="2000" kern="1200" baseline="30000" dirty="0">
              <a:latin typeface="Arial" panose="020B0604020202020204" pitchFamily="34" charset="0"/>
              <a:cs typeface="Arial" panose="020B0604020202020204" pitchFamily="34" charset="0"/>
            </a:rPr>
            <a:t>3</a:t>
          </a:r>
          <a:r>
            <a:rPr lang="en-US" altLang="en-PK" sz="2000" kern="1200" dirty="0">
              <a:latin typeface="Arial" panose="020B0604020202020204" pitchFamily="34" charset="0"/>
              <a:cs typeface="Arial" panose="020B0604020202020204" pitchFamily="34" charset="0"/>
            </a:rPr>
            <a:t>) for this problem, the degree of concurrency </a:t>
          </a:r>
          <a:r>
            <a:rPr lang="en-US" altLang="en-PK" sz="2000" b="1" i="1" kern="1200" dirty="0">
              <a:latin typeface="Arial" panose="020B0604020202020204" pitchFamily="34" charset="0"/>
              <a:cs typeface="Arial" panose="020B0604020202020204" pitchFamily="34" charset="0"/>
            </a:rPr>
            <a:t>C</a:t>
          </a:r>
          <a:r>
            <a:rPr lang="en-US" altLang="en-PK" sz="2000" kern="1200" dirty="0">
              <a:latin typeface="Arial" panose="020B0604020202020204" pitchFamily="34" charset="0"/>
              <a:cs typeface="Arial" panose="020B0604020202020204" pitchFamily="34" charset="0"/>
            </a:rPr>
            <a:t>(</a:t>
          </a:r>
          <a:r>
            <a:rPr lang="en-US" altLang="en-PK" sz="2000" b="1" i="1" kern="1200" dirty="0">
              <a:latin typeface="Arial" panose="020B0604020202020204" pitchFamily="34" charset="0"/>
              <a:cs typeface="Arial" panose="020B0604020202020204" pitchFamily="34" charset="0"/>
            </a:rPr>
            <a:t>W</a:t>
          </a:r>
          <a:r>
            <a:rPr lang="en-US" altLang="en-PK" sz="2000" kern="1200" dirty="0">
              <a:latin typeface="Arial" panose="020B0604020202020204" pitchFamily="34" charset="0"/>
              <a:cs typeface="Arial" panose="020B0604020202020204" pitchFamily="34" charset="0"/>
            </a:rPr>
            <a:t>) is </a:t>
          </a:r>
          <a:r>
            <a:rPr lang="el-GR" altLang="en-PK" sz="2000" kern="1200" dirty="0">
              <a:latin typeface="Arial" panose="020B0604020202020204" pitchFamily="34" charset="0"/>
              <a:cs typeface="Arial" panose="020B0604020202020204" pitchFamily="34" charset="0"/>
            </a:rPr>
            <a:t>Θ</a:t>
          </a:r>
          <a:r>
            <a:rPr lang="en-US" altLang="en-PK" sz="2000" kern="1200" dirty="0">
              <a:latin typeface="Arial" panose="020B0604020202020204" pitchFamily="34" charset="0"/>
              <a:cs typeface="Arial" panose="020B0604020202020204" pitchFamily="34" charset="0"/>
            </a:rPr>
            <a:t>(</a:t>
          </a:r>
          <a:r>
            <a:rPr lang="en-US" altLang="en-PK" sz="2000" b="1" i="1" kern="1200" dirty="0">
              <a:latin typeface="Arial" panose="020B0604020202020204" pitchFamily="34" charset="0"/>
              <a:cs typeface="Arial" panose="020B0604020202020204" pitchFamily="34" charset="0"/>
            </a:rPr>
            <a:t>W</a:t>
          </a:r>
          <a:r>
            <a:rPr lang="en-US" altLang="en-PK" sz="2000" kern="1200" baseline="30000" dirty="0">
              <a:latin typeface="Arial" panose="020B0604020202020204" pitchFamily="34" charset="0"/>
              <a:cs typeface="Arial" panose="020B0604020202020204" pitchFamily="34" charset="0"/>
            </a:rPr>
            <a:t>2/3</a:t>
          </a:r>
          <a:r>
            <a:rPr lang="en-US" altLang="en-PK" sz="2000" kern="1200" dirty="0">
              <a:latin typeface="Arial" panose="020B0604020202020204" pitchFamily="34" charset="0"/>
              <a:cs typeface="Arial" panose="020B0604020202020204" pitchFamily="34" charset="0"/>
            </a:rPr>
            <a:t>) </a:t>
          </a:r>
          <a:endParaRPr lang="x-none" sz="2000" kern="1200" dirty="0">
            <a:latin typeface="Arial" panose="020B0604020202020204" pitchFamily="34" charset="0"/>
            <a:cs typeface="Arial" panose="020B0604020202020204" pitchFamily="34" charset="0"/>
          </a:endParaRPr>
        </a:p>
      </dsp:txBody>
      <dsp:txXfrm rot="10800000">
        <a:off x="0" y="2917948"/>
        <a:ext cx="10808414" cy="637749"/>
      </dsp:txXfrm>
    </dsp:sp>
    <dsp:sp modelId="{0F4FAD0A-C418-4DEE-A843-F5CE15F7CD85}">
      <dsp:nvSpPr>
        <dsp:cNvPr id="0" name=""/>
        <dsp:cNvSpPr/>
      </dsp:nvSpPr>
      <dsp:spPr>
        <a:xfrm rot="10800000">
          <a:off x="0" y="1946021"/>
          <a:ext cx="10808414" cy="981500"/>
        </a:xfrm>
        <a:prstGeom prst="upArrowCallout">
          <a:avLst/>
        </a:prstGeom>
        <a:solidFill>
          <a:schemeClr val="accent3">
            <a:lumMod val="75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2240" tIns="142240" rIns="142240" bIns="14224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en-PK" sz="2000" kern="1200" dirty="0">
              <a:latin typeface="Arial" panose="020B0604020202020204" pitchFamily="34" charset="0"/>
              <a:cs typeface="Arial" panose="020B0604020202020204" pitchFamily="34" charset="0"/>
            </a:rPr>
            <a:t>At most </a:t>
          </a:r>
          <a:r>
            <a:rPr lang="el-GR" altLang="en-PK" sz="2000" kern="1200" dirty="0">
              <a:latin typeface="Arial" panose="020B0604020202020204" pitchFamily="34" charset="0"/>
              <a:cs typeface="Arial" panose="020B0604020202020204" pitchFamily="34" charset="0"/>
            </a:rPr>
            <a:t>Θ</a:t>
          </a:r>
          <a:r>
            <a:rPr lang="en-US" altLang="en-PK" sz="2000" kern="1200" dirty="0">
              <a:latin typeface="Arial" panose="020B0604020202020204" pitchFamily="34" charset="0"/>
              <a:cs typeface="Arial" panose="020B0604020202020204" pitchFamily="34" charset="0"/>
            </a:rPr>
            <a:t>(</a:t>
          </a:r>
          <a:r>
            <a:rPr lang="en-US" altLang="en-PK" sz="2000" b="1" i="1" kern="1200" dirty="0">
              <a:latin typeface="Arial" panose="020B0604020202020204" pitchFamily="34" charset="0"/>
              <a:cs typeface="Arial" panose="020B0604020202020204" pitchFamily="34" charset="0"/>
            </a:rPr>
            <a:t>n</a:t>
          </a:r>
          <a:r>
            <a:rPr lang="en-US" altLang="en-PK" sz="2000" kern="1200" baseline="30000" dirty="0">
              <a:latin typeface="Arial" panose="020B0604020202020204" pitchFamily="34" charset="0"/>
              <a:cs typeface="Arial" panose="020B0604020202020204" pitchFamily="34" charset="0"/>
            </a:rPr>
            <a:t>2</a:t>
          </a:r>
          <a:r>
            <a:rPr lang="en-US" altLang="en-PK" sz="2000" kern="1200" dirty="0">
              <a:latin typeface="Arial" panose="020B0604020202020204" pitchFamily="34" charset="0"/>
              <a:cs typeface="Arial" panose="020B0604020202020204" pitchFamily="34" charset="0"/>
            </a:rPr>
            <a:t>) processing elements can be kept busy at any time. </a:t>
          </a:r>
          <a:endParaRPr lang="x-none" sz="2000" kern="1200" dirty="0">
            <a:latin typeface="Arial" panose="020B0604020202020204" pitchFamily="34" charset="0"/>
            <a:cs typeface="Arial" panose="020B0604020202020204" pitchFamily="34" charset="0"/>
          </a:endParaRPr>
        </a:p>
      </dsp:txBody>
      <dsp:txXfrm rot="10800000">
        <a:off x="0" y="1946021"/>
        <a:ext cx="10808414" cy="637749"/>
      </dsp:txXfrm>
    </dsp:sp>
    <dsp:sp modelId="{DAFAC9E6-7644-42D6-BD53-5E20E0850837}">
      <dsp:nvSpPr>
        <dsp:cNvPr id="0" name=""/>
        <dsp:cNvSpPr/>
      </dsp:nvSpPr>
      <dsp:spPr>
        <a:xfrm rot="10800000">
          <a:off x="0" y="974093"/>
          <a:ext cx="10808414" cy="981500"/>
        </a:xfrm>
        <a:prstGeom prst="upArrowCallout">
          <a:avLst/>
        </a:prstGeom>
        <a:solidFill>
          <a:schemeClr val="accent2">
            <a:lumMod val="75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2240" tIns="142240" rIns="142240" bIns="14224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en-PK" sz="2000" kern="1200" dirty="0">
              <a:latin typeface="Arial" panose="020B0604020202020204" pitchFamily="34" charset="0"/>
              <a:cs typeface="Arial" panose="020B0604020202020204" pitchFamily="34" charset="0"/>
            </a:rPr>
            <a:t>The </a:t>
          </a:r>
          <a:r>
            <a:rPr lang="en-US" altLang="en-PK" sz="2000" b="1" i="1" kern="1200" dirty="0">
              <a:latin typeface="Arial" panose="020B0604020202020204" pitchFamily="34" charset="0"/>
              <a:cs typeface="Arial" panose="020B0604020202020204" pitchFamily="34" charset="0"/>
            </a:rPr>
            <a:t>n </a:t>
          </a:r>
          <a:r>
            <a:rPr lang="en-US" altLang="en-PK" sz="2000" kern="1200" dirty="0">
              <a:latin typeface="Arial" panose="020B0604020202020204" pitchFamily="34" charset="0"/>
              <a:cs typeface="Arial" panose="020B0604020202020204" pitchFamily="34" charset="0"/>
            </a:rPr>
            <a:t>variables must be eliminated one after the other, and eliminating each variable requires </a:t>
          </a:r>
          <a:r>
            <a:rPr lang="el-GR" altLang="en-PK" sz="2000" kern="1200" dirty="0">
              <a:latin typeface="Arial" panose="020B0604020202020204" pitchFamily="34" charset="0"/>
              <a:cs typeface="Arial" panose="020B0604020202020204" pitchFamily="34" charset="0"/>
            </a:rPr>
            <a:t>Θ</a:t>
          </a:r>
          <a:r>
            <a:rPr lang="en-US" altLang="en-PK" sz="2000" kern="1200" dirty="0">
              <a:latin typeface="Arial" panose="020B0604020202020204" pitchFamily="34" charset="0"/>
              <a:cs typeface="Arial" panose="020B0604020202020204" pitchFamily="34" charset="0"/>
            </a:rPr>
            <a:t>(</a:t>
          </a:r>
          <a:r>
            <a:rPr lang="en-US" altLang="en-PK" sz="2000" b="1" i="1" kern="1200" dirty="0">
              <a:latin typeface="Arial" panose="020B0604020202020204" pitchFamily="34" charset="0"/>
              <a:cs typeface="Arial" panose="020B0604020202020204" pitchFamily="34" charset="0"/>
            </a:rPr>
            <a:t>n</a:t>
          </a:r>
          <a:r>
            <a:rPr lang="en-US" altLang="en-PK" sz="2000" kern="1200" baseline="30000" dirty="0">
              <a:latin typeface="Arial" panose="020B0604020202020204" pitchFamily="34" charset="0"/>
              <a:cs typeface="Arial" panose="020B0604020202020204" pitchFamily="34" charset="0"/>
            </a:rPr>
            <a:t>2</a:t>
          </a:r>
          <a:r>
            <a:rPr lang="en-US" altLang="en-PK" sz="2000" kern="1200" dirty="0">
              <a:latin typeface="Arial" panose="020B0604020202020204" pitchFamily="34" charset="0"/>
              <a:cs typeface="Arial" panose="020B0604020202020204" pitchFamily="34" charset="0"/>
            </a:rPr>
            <a:t>) computations. </a:t>
          </a:r>
          <a:endParaRPr lang="x-none" sz="2000" kern="1200" dirty="0">
            <a:latin typeface="Arial" panose="020B0604020202020204" pitchFamily="34" charset="0"/>
            <a:cs typeface="Arial" panose="020B0604020202020204" pitchFamily="34" charset="0"/>
          </a:endParaRPr>
        </a:p>
      </dsp:txBody>
      <dsp:txXfrm rot="10800000">
        <a:off x="0" y="974093"/>
        <a:ext cx="10808414" cy="637749"/>
      </dsp:txXfrm>
    </dsp:sp>
    <dsp:sp modelId="{4090C6FD-020A-4444-86D5-2A19DE9C5D92}">
      <dsp:nvSpPr>
        <dsp:cNvPr id="0" name=""/>
        <dsp:cNvSpPr/>
      </dsp:nvSpPr>
      <dsp:spPr>
        <a:xfrm rot="10800000">
          <a:off x="0" y="2165"/>
          <a:ext cx="10808414" cy="981500"/>
        </a:xfrm>
        <a:prstGeom prst="upArrowCallout">
          <a:avLst/>
        </a:prstGeom>
        <a:solidFill>
          <a:schemeClr val="accent2">
            <a:lumMod val="75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2240" tIns="142240" rIns="142240" bIns="14224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en-PK" sz="2000" kern="1200" dirty="0">
              <a:latin typeface="Arial" panose="020B0604020202020204" pitchFamily="34" charset="0"/>
              <a:cs typeface="Arial" panose="020B0604020202020204" pitchFamily="34" charset="0"/>
            </a:rPr>
            <a:t>Consider solving a system of</a:t>
          </a:r>
          <a:r>
            <a:rPr lang="en-US" altLang="en-PK" sz="2000" kern="12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rPr>
            <a:t> n </a:t>
          </a:r>
          <a:r>
            <a:rPr lang="en-US" altLang="en-PK" sz="2000" kern="1200" dirty="0">
              <a:latin typeface="Arial" panose="020B0604020202020204" pitchFamily="34" charset="0"/>
              <a:cs typeface="Arial" panose="020B0604020202020204" pitchFamily="34" charset="0"/>
            </a:rPr>
            <a:t>equations in n variables by using Gaussian elimination (</a:t>
          </a:r>
          <a:r>
            <a:rPr lang="en-US" altLang="en-PK" sz="2000" b="1" i="1" kern="1200" dirty="0">
              <a:latin typeface="Arial" panose="020B0604020202020204" pitchFamily="34" charset="0"/>
              <a:cs typeface="Arial" panose="020B0604020202020204" pitchFamily="34" charset="0"/>
            </a:rPr>
            <a:t>W</a:t>
          </a:r>
          <a:r>
            <a:rPr lang="en-US" altLang="en-PK" sz="2000" kern="1200" dirty="0">
              <a:latin typeface="Arial" panose="020B0604020202020204" pitchFamily="34" charset="0"/>
              <a:cs typeface="Arial" panose="020B0604020202020204" pitchFamily="34" charset="0"/>
            </a:rPr>
            <a:t> = </a:t>
          </a:r>
          <a:r>
            <a:rPr lang="el-GR" altLang="en-PK" sz="2000" kern="1200" dirty="0">
              <a:latin typeface="Arial" panose="020B0604020202020204" pitchFamily="34" charset="0"/>
              <a:cs typeface="Arial" panose="020B0604020202020204" pitchFamily="34" charset="0"/>
            </a:rPr>
            <a:t>Θ</a:t>
          </a:r>
          <a:r>
            <a:rPr lang="en-US" altLang="en-PK" sz="2000" kern="1200" dirty="0">
              <a:latin typeface="Arial" panose="020B0604020202020204" pitchFamily="34" charset="0"/>
              <a:cs typeface="Arial" panose="020B0604020202020204" pitchFamily="34" charset="0"/>
            </a:rPr>
            <a:t>(</a:t>
          </a:r>
          <a:r>
            <a:rPr lang="en-US" altLang="en-PK" sz="2000" b="1" i="1" kern="1200" dirty="0">
              <a:latin typeface="Arial" panose="020B0604020202020204" pitchFamily="34" charset="0"/>
              <a:cs typeface="Arial" panose="020B0604020202020204" pitchFamily="34" charset="0"/>
            </a:rPr>
            <a:t>n</a:t>
          </a:r>
          <a:r>
            <a:rPr lang="en-US" altLang="en-PK" sz="2000" kern="1200" baseline="30000" dirty="0">
              <a:latin typeface="Arial" panose="020B0604020202020204" pitchFamily="34" charset="0"/>
              <a:cs typeface="Arial" panose="020B0604020202020204" pitchFamily="34" charset="0"/>
            </a:rPr>
            <a:t>3</a:t>
          </a:r>
          <a:r>
            <a:rPr lang="en-US" altLang="en-PK" sz="2000" kern="1200" dirty="0">
              <a:latin typeface="Arial" panose="020B0604020202020204" pitchFamily="34" charset="0"/>
              <a:cs typeface="Arial" panose="020B0604020202020204" pitchFamily="34" charset="0"/>
            </a:rPr>
            <a:t>))</a:t>
          </a:r>
          <a:endParaRPr lang="x-none" sz="2000" kern="1200" dirty="0">
            <a:latin typeface="Arial" panose="020B0604020202020204" pitchFamily="34" charset="0"/>
            <a:cs typeface="Arial" panose="020B0604020202020204" pitchFamily="34" charset="0"/>
          </a:endParaRPr>
        </a:p>
      </dsp:txBody>
      <dsp:txXfrm rot="10800000">
        <a:off x="0" y="2165"/>
        <a:ext cx="10808414" cy="637749"/>
      </dsp:txXfrm>
    </dsp:sp>
  </dsp:spTree>
</dsp:drawing>
</file>

<file path=ppt/diagrams/drawing3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91729EA-4E72-4A6A-B537-05CD98B41416}">
      <dsp:nvSpPr>
        <dsp:cNvPr id="0" name=""/>
        <dsp:cNvSpPr/>
      </dsp:nvSpPr>
      <dsp:spPr>
        <a:xfrm>
          <a:off x="0" y="0"/>
          <a:ext cx="7623751" cy="1059135"/>
        </a:xfrm>
        <a:prstGeom prst="roundRect">
          <a:avLst>
            <a:gd name="adj" fmla="val 10000"/>
          </a:avLst>
        </a:prstGeom>
        <a:solidFill>
          <a:schemeClr val="accent3">
            <a:lumMod val="75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en-PK" sz="2000" kern="1200" dirty="0"/>
            <a:t>Often, we are interested in the minimum time to  solution. </a:t>
          </a:r>
          <a:endParaRPr lang="en-US" sz="2000" kern="1200" dirty="0">
            <a:solidFill>
              <a:srgbClr val="FFFFFF"/>
            </a:solidFill>
            <a:latin typeface="Arial" panose="020B0604020202020204" pitchFamily="34" charset="0"/>
            <a:ea typeface="+mn-ea"/>
            <a:cs typeface="Arial" panose="020B0604020202020204" pitchFamily="34" charset="0"/>
          </a:endParaRPr>
        </a:p>
      </dsp:txBody>
      <dsp:txXfrm>
        <a:off x="31021" y="31021"/>
        <a:ext cx="6391365" cy="997093"/>
      </dsp:txXfrm>
    </dsp:sp>
    <dsp:sp modelId="{65F33E37-F7C5-4B9F-A6E7-02B7A9BF6761}">
      <dsp:nvSpPr>
        <dsp:cNvPr id="0" name=""/>
        <dsp:cNvSpPr/>
      </dsp:nvSpPr>
      <dsp:spPr>
        <a:xfrm>
          <a:off x="638489" y="1234610"/>
          <a:ext cx="7623751" cy="1093323"/>
        </a:xfrm>
        <a:prstGeom prst="roundRect">
          <a:avLst>
            <a:gd name="adj" fmla="val 10000"/>
          </a:avLst>
        </a:prstGeom>
        <a:solidFill>
          <a:schemeClr val="accent4">
            <a:lumMod val="75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en-PK" sz="2000" kern="1200" dirty="0"/>
            <a:t>We can determine the minimum parallel runtime </a:t>
          </a:r>
          <a:r>
            <a:rPr lang="en-US" altLang="en-PK" sz="2000" b="1" i="1" kern="1200" dirty="0" err="1"/>
            <a:t>T</a:t>
          </a:r>
          <a:r>
            <a:rPr lang="en-US" altLang="en-PK" sz="2000" b="1" i="1" kern="1200" baseline="-25000" dirty="0" err="1"/>
            <a:t>P</a:t>
          </a:r>
          <a:r>
            <a:rPr lang="en-US" altLang="en-PK" sz="2000" i="1" kern="1200" baseline="30000" dirty="0" err="1"/>
            <a:t>min</a:t>
          </a:r>
          <a:r>
            <a:rPr lang="en-US" altLang="en-PK" sz="2000" kern="1200" dirty="0"/>
            <a:t>  for a given </a:t>
          </a:r>
          <a:r>
            <a:rPr lang="en-US" altLang="en-PK" sz="2000" b="1" i="1" kern="1200" dirty="0"/>
            <a:t>W</a:t>
          </a:r>
          <a:r>
            <a:rPr lang="en-US" altLang="en-PK" sz="2000" kern="1200" dirty="0"/>
            <a:t> by differentiating the expression for </a:t>
          </a:r>
          <a:r>
            <a:rPr lang="en-US" altLang="en-PK" sz="2000" b="1" i="1" kern="1200" dirty="0"/>
            <a:t>T</a:t>
          </a:r>
          <a:r>
            <a:rPr lang="en-US" altLang="en-PK" sz="2000" b="1" i="1" kern="1200" baseline="-25000" dirty="0"/>
            <a:t>P</a:t>
          </a:r>
          <a:r>
            <a:rPr lang="en-US" altLang="en-PK" sz="2000" kern="1200" dirty="0"/>
            <a:t> </a:t>
          </a:r>
          <a:r>
            <a:rPr lang="en-US" altLang="en-PK" sz="2000" kern="1200" dirty="0" err="1"/>
            <a:t>w.r.t.</a:t>
          </a:r>
          <a:r>
            <a:rPr lang="en-US" altLang="en-PK" sz="2000" kern="1200" dirty="0"/>
            <a:t> </a:t>
          </a:r>
          <a:r>
            <a:rPr lang="en-US" altLang="en-PK" sz="2000" b="1" i="1" kern="1200" dirty="0"/>
            <a:t>p</a:t>
          </a:r>
          <a:r>
            <a:rPr lang="en-US" altLang="en-PK" sz="2000" kern="1200" dirty="0"/>
            <a:t> and equating it to zero. </a:t>
          </a:r>
          <a:endParaRPr lang="en-US" sz="2000" kern="1200" dirty="0">
            <a:solidFill>
              <a:srgbClr val="FFFFFF"/>
            </a:solidFill>
            <a:latin typeface="Arial" panose="020B0604020202020204" pitchFamily="34" charset="0"/>
            <a:ea typeface="+mn-ea"/>
            <a:cs typeface="Arial" panose="020B0604020202020204" pitchFamily="34" charset="0"/>
          </a:endParaRPr>
        </a:p>
      </dsp:txBody>
      <dsp:txXfrm>
        <a:off x="670511" y="1266632"/>
        <a:ext cx="6232780" cy="1029279"/>
      </dsp:txXfrm>
    </dsp:sp>
    <dsp:sp modelId="{10ED03CB-7415-4D8D-B615-6883A04F621D}">
      <dsp:nvSpPr>
        <dsp:cNvPr id="0" name=""/>
        <dsp:cNvSpPr/>
      </dsp:nvSpPr>
      <dsp:spPr>
        <a:xfrm>
          <a:off x="1267448" y="2540845"/>
          <a:ext cx="7623751" cy="1092931"/>
        </a:xfrm>
        <a:prstGeom prst="roundRect">
          <a:avLst>
            <a:gd name="adj" fmla="val 10000"/>
          </a:avLst>
        </a:prstGeom>
        <a:solidFill>
          <a:schemeClr val="accent5">
            <a:lumMod val="75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14:m xmlns:a14="http://schemas.microsoft.com/office/drawing/2010/main">
            <m:oMath xmlns:m="http://schemas.openxmlformats.org/officeDocument/2006/math">
              <m:f>
                <m:fPr>
                  <m:ctrlPr>
                    <a:rPr lang="en-US" sz="3200" i="1" kern="1200" smtClean="0">
                      <a:solidFill>
                        <a:srgbClr val="FFFFFF"/>
                      </a:solidFill>
                      <a:latin typeface="Cambria Math" panose="02040503050406030204" pitchFamily="18" charset="0"/>
                      <a:ea typeface="+mn-ea"/>
                      <a:cs typeface="Arial" panose="020B0604020202020204" pitchFamily="34" charset="0"/>
                    </a:rPr>
                  </m:ctrlPr>
                </m:fPr>
                <m:num>
                  <m:r>
                    <a:rPr lang="en-US" sz="3200" b="0" i="1" kern="1200" smtClean="0">
                      <a:solidFill>
                        <a:srgbClr val="FFFFFF"/>
                      </a:solidFill>
                      <a:latin typeface="Cambria Math" panose="02040503050406030204" pitchFamily="18" charset="0"/>
                      <a:ea typeface="+mn-ea"/>
                      <a:cs typeface="Arial" panose="020B0604020202020204" pitchFamily="34" charset="0"/>
                    </a:rPr>
                    <m:t>𝑑</m:t>
                  </m:r>
                </m:num>
                <m:den>
                  <m:r>
                    <a:rPr lang="en-US" sz="3200" b="0" i="1" kern="1200" smtClean="0">
                      <a:solidFill>
                        <a:srgbClr val="FFFFFF"/>
                      </a:solidFill>
                      <a:latin typeface="Cambria Math" panose="02040503050406030204" pitchFamily="18" charset="0"/>
                      <a:ea typeface="+mn-ea"/>
                      <a:cs typeface="Arial" panose="020B0604020202020204" pitchFamily="34" charset="0"/>
                    </a:rPr>
                    <m:t>𝑑𝑝</m:t>
                  </m:r>
                </m:den>
              </m:f>
            </m:oMath>
          </a14:m>
          <a:r>
            <a:rPr lang="en-US" altLang="en-PK" sz="2400" b="0" i="1" kern="1200" dirty="0"/>
            <a:t>T</a:t>
          </a:r>
          <a:r>
            <a:rPr lang="en-US" altLang="en-PK" sz="2400" b="0" i="1" kern="1200" baseline="-25000" dirty="0"/>
            <a:t>P</a:t>
          </a:r>
          <a14:m xmlns:a14="http://schemas.microsoft.com/office/drawing/2010/main">
            <m:oMath xmlns:m="http://schemas.openxmlformats.org/officeDocument/2006/math">
              <m:r>
                <a:rPr lang="en-US" sz="2400" b="0" i="1" kern="1200" smtClean="0">
                  <a:solidFill>
                    <a:srgbClr val="FFFFFF"/>
                  </a:solidFill>
                  <a:latin typeface="Cambria Math" panose="02040503050406030204" pitchFamily="18" charset="0"/>
                  <a:ea typeface="+mn-ea"/>
                  <a:cs typeface="Arial" panose="020B0604020202020204" pitchFamily="34" charset="0"/>
                </a:rPr>
                <m:t>    = 0</m:t>
              </m:r>
            </m:oMath>
          </a14:m>
          <a:endParaRPr lang="en-US" sz="2400" kern="1200" dirty="0">
            <a:solidFill>
              <a:srgbClr val="FFFFFF"/>
            </a:solidFill>
            <a:latin typeface="Arial" panose="020B0604020202020204" pitchFamily="34" charset="0"/>
            <a:ea typeface="+mn-ea"/>
            <a:cs typeface="Arial" panose="020B0604020202020204" pitchFamily="34" charset="0"/>
          </a:endParaRPr>
        </a:p>
      </dsp:txBody>
      <dsp:txXfrm>
        <a:off x="1299459" y="2572856"/>
        <a:ext cx="6242331" cy="1028909"/>
      </dsp:txXfrm>
    </dsp:sp>
    <dsp:sp modelId="{D75E12E9-20A0-4460-825A-DF40F7CA2C16}">
      <dsp:nvSpPr>
        <dsp:cNvPr id="0" name=""/>
        <dsp:cNvSpPr/>
      </dsp:nvSpPr>
      <dsp:spPr>
        <a:xfrm>
          <a:off x="1905937" y="3803904"/>
          <a:ext cx="7623751" cy="961556"/>
        </a:xfrm>
        <a:prstGeom prst="roundRect">
          <a:avLst>
            <a:gd name="adj" fmla="val 10000"/>
          </a:avLst>
        </a:prstGeom>
        <a:solidFill>
          <a:schemeClr val="accent6">
            <a:lumMod val="75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en-PK" sz="2000" kern="1200" dirty="0"/>
            <a:t>If </a:t>
          </a:r>
          <a:r>
            <a:rPr lang="en-US" altLang="en-PK" sz="2000" b="1" i="1" kern="1200" dirty="0"/>
            <a:t>p</a:t>
          </a:r>
          <a:r>
            <a:rPr lang="en-US" altLang="en-PK" sz="2000" kern="1200" baseline="-25000" dirty="0"/>
            <a:t>0</a:t>
          </a:r>
          <a:r>
            <a:rPr lang="en-US" altLang="en-PK" sz="2000" kern="1200" dirty="0"/>
            <a:t> is the value of </a:t>
          </a:r>
          <a:r>
            <a:rPr lang="en-US" altLang="en-PK" sz="2000" b="1" i="1" kern="1200" dirty="0"/>
            <a:t>p</a:t>
          </a:r>
          <a:r>
            <a:rPr lang="en-US" altLang="en-PK" sz="2000" kern="1200" dirty="0"/>
            <a:t> as determined by this equation, </a:t>
          </a:r>
          <a:r>
            <a:rPr lang="en-US" altLang="en-PK" sz="2000" b="1" i="1" kern="1200" dirty="0"/>
            <a:t>T</a:t>
          </a:r>
          <a:r>
            <a:rPr lang="en-US" altLang="en-PK" sz="2000" b="1" i="1" kern="1200" baseline="-25000" dirty="0"/>
            <a:t>P</a:t>
          </a:r>
          <a:r>
            <a:rPr lang="en-US" altLang="en-PK" sz="2000" kern="1200" dirty="0"/>
            <a:t>(</a:t>
          </a:r>
          <a:r>
            <a:rPr lang="en-US" altLang="en-PK" sz="2000" b="1" i="1" kern="1200" dirty="0"/>
            <a:t>p</a:t>
          </a:r>
          <a:r>
            <a:rPr lang="en-US" altLang="en-PK" sz="2000" kern="1200" baseline="-25000" dirty="0"/>
            <a:t>0</a:t>
          </a:r>
          <a:r>
            <a:rPr lang="en-US" altLang="en-PK" sz="2000" kern="1200" dirty="0"/>
            <a:t>) is the minimum parallel time. </a:t>
          </a:r>
          <a:endParaRPr lang="en-US" sz="2000" kern="1200" dirty="0">
            <a:solidFill>
              <a:srgbClr val="FFFFFF"/>
            </a:solidFill>
            <a:latin typeface="Arial" panose="020B0604020202020204" pitchFamily="34" charset="0"/>
            <a:ea typeface="+mn-ea"/>
            <a:cs typeface="Arial" panose="020B0604020202020204" pitchFamily="34" charset="0"/>
          </a:endParaRPr>
        </a:p>
      </dsp:txBody>
      <dsp:txXfrm>
        <a:off x="1934100" y="3832067"/>
        <a:ext cx="6240498" cy="905230"/>
      </dsp:txXfrm>
    </dsp:sp>
    <dsp:sp modelId="{803FC7D3-846C-4873-9FE9-4A99686E0D6E}">
      <dsp:nvSpPr>
        <dsp:cNvPr id="0" name=""/>
        <dsp:cNvSpPr/>
      </dsp:nvSpPr>
      <dsp:spPr>
        <a:xfrm>
          <a:off x="6935313" y="811201"/>
          <a:ext cx="688437" cy="688437"/>
        </a:xfrm>
        <a:prstGeom prst="downArrow">
          <a:avLst>
            <a:gd name="adj1" fmla="val 55000"/>
            <a:gd name="adj2" fmla="val 45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9370" tIns="39370" rIns="39370" bIns="39370" numCol="1" spcCol="1270" anchor="ctr" anchorCtr="0">
          <a:noAutofit/>
        </a:bodyPr>
        <a:lstStyle/>
        <a:p>
          <a:pPr marL="0" lvl="0" indent="0" algn="ctr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PK" sz="3100" kern="1200"/>
        </a:p>
      </dsp:txBody>
      <dsp:txXfrm>
        <a:off x="7090211" y="811201"/>
        <a:ext cx="378641" cy="518049"/>
      </dsp:txXfrm>
    </dsp:sp>
    <dsp:sp modelId="{ACF30220-8469-4F6E-8571-17A56045E759}">
      <dsp:nvSpPr>
        <dsp:cNvPr id="0" name=""/>
        <dsp:cNvSpPr/>
      </dsp:nvSpPr>
      <dsp:spPr>
        <a:xfrm>
          <a:off x="7573802" y="2062906"/>
          <a:ext cx="688437" cy="688437"/>
        </a:xfrm>
        <a:prstGeom prst="downArrow">
          <a:avLst>
            <a:gd name="adj1" fmla="val 55000"/>
            <a:gd name="adj2" fmla="val 45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9370" tIns="39370" rIns="39370" bIns="39370" numCol="1" spcCol="1270" anchor="ctr" anchorCtr="0">
          <a:noAutofit/>
        </a:bodyPr>
        <a:lstStyle/>
        <a:p>
          <a:pPr marL="0" lvl="0" indent="0" algn="ctr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PK" sz="3100" kern="1200"/>
        </a:p>
      </dsp:txBody>
      <dsp:txXfrm>
        <a:off x="7728700" y="2062906"/>
        <a:ext cx="378641" cy="518049"/>
      </dsp:txXfrm>
    </dsp:sp>
    <dsp:sp modelId="{71A7B654-DD46-4041-9AE6-297674385EE0}">
      <dsp:nvSpPr>
        <dsp:cNvPr id="0" name=""/>
        <dsp:cNvSpPr/>
      </dsp:nvSpPr>
      <dsp:spPr>
        <a:xfrm>
          <a:off x="8202762" y="3314611"/>
          <a:ext cx="688437" cy="688437"/>
        </a:xfrm>
        <a:prstGeom prst="downArrow">
          <a:avLst>
            <a:gd name="adj1" fmla="val 55000"/>
            <a:gd name="adj2" fmla="val 45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9370" tIns="39370" rIns="39370" bIns="39370" numCol="1" spcCol="1270" anchor="ctr" anchorCtr="0">
          <a:noAutofit/>
        </a:bodyPr>
        <a:lstStyle/>
        <a:p>
          <a:pPr marL="0" lvl="0" indent="0" algn="ctr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3100" kern="1200"/>
        </a:p>
      </dsp:txBody>
      <dsp:txXfrm>
        <a:off x="8357660" y="3314611"/>
        <a:ext cx="378641" cy="518049"/>
      </dsp:txXfrm>
    </dsp:sp>
  </dsp:spTree>
</dsp:drawing>
</file>

<file path=ppt/diagrams/drawing4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D0B1555-8F11-4AE1-A4E9-3D169280FF49}">
      <dsp:nvSpPr>
        <dsp:cNvPr id="0" name=""/>
        <dsp:cNvSpPr/>
      </dsp:nvSpPr>
      <dsp:spPr>
        <a:xfrm>
          <a:off x="0" y="-16513"/>
          <a:ext cx="8100235" cy="1548376"/>
        </a:xfrm>
        <a:prstGeom prst="roundRect">
          <a:avLst>
            <a:gd name="adj" fmla="val 10000"/>
          </a:avLst>
        </a:prstGeom>
        <a:solidFill>
          <a:schemeClr val="accent2">
            <a:lumMod val="75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en-PK" sz="2400" kern="1200" dirty="0"/>
            <a:t>Consider the minimum execution time for  adding </a:t>
          </a:r>
          <a:r>
            <a:rPr lang="en-US" altLang="en-PK" sz="2400" b="1" i="1" kern="1200" dirty="0"/>
            <a:t>n</a:t>
          </a:r>
          <a:r>
            <a:rPr lang="en-US" altLang="en-PK" sz="2400" kern="1200" dirty="0"/>
            <a:t>  numbers.</a:t>
          </a:r>
        </a:p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en-PK" sz="2400" kern="1200" dirty="0"/>
            <a:t> </a:t>
          </a:r>
          <a:r>
            <a:rPr lang="en-US" altLang="en-PK" sz="3200" b="0" i="1" kern="1200" dirty="0"/>
            <a:t>T</a:t>
          </a:r>
          <a:r>
            <a:rPr lang="en-US" altLang="en-PK" sz="3200" b="0" i="1" kern="1200" baseline="-25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P</a:t>
          </a:r>
          <a14:m xmlns:a14="http://schemas.microsoft.com/office/drawing/2010/main">
            <m:oMath xmlns:m="http://schemas.openxmlformats.org/officeDocument/2006/math">
              <m:r>
                <a:rPr lang="en-US" sz="3200" b="1" i="1" kern="1200" smtClean="0">
                  <a:solidFill>
                    <a:srgbClr val="FFFFFF"/>
                  </a:solidFill>
                  <a:latin typeface="Cambria Math" panose="02040503050406030204" pitchFamily="18" charset="0"/>
                  <a:ea typeface="+mn-ea"/>
                  <a:cs typeface="Arial" panose="020B0604020202020204" pitchFamily="34" charset="0"/>
                </a:rPr>
                <m:t>  </m:t>
              </m:r>
              <m:r>
                <a:rPr lang="en-US" sz="3200" b="0" i="1" kern="1200" smtClean="0">
                  <a:solidFill>
                    <a:srgbClr val="FFFFFF"/>
                  </a:solidFill>
                  <a:latin typeface="Cambria Math" panose="02040503050406030204" pitchFamily="18" charset="0"/>
                  <a:ea typeface="+mn-ea"/>
                  <a:cs typeface="Arial" panose="020B0604020202020204" pitchFamily="34" charset="0"/>
                </a:rPr>
                <m:t>= </m:t>
              </m:r>
              <m:f>
                <m:fPr>
                  <m:ctrlPr>
                    <a:rPr lang="en-US" sz="3200" i="1" kern="1200" smtClean="0">
                      <a:solidFill>
                        <a:srgbClr val="FFFFFF"/>
                      </a:solidFill>
                      <a:latin typeface="Cambria Math" panose="02040503050406030204" pitchFamily="18" charset="0"/>
                      <a:ea typeface="+mn-ea"/>
                      <a:cs typeface="Arial" panose="020B0604020202020204" pitchFamily="34" charset="0"/>
                    </a:rPr>
                  </m:ctrlPr>
                </m:fPr>
                <m:num>
                  <m:r>
                    <a:rPr lang="en-US" sz="3200" b="0" i="1" kern="1200" smtClean="0">
                      <a:solidFill>
                        <a:srgbClr val="FFFFFF"/>
                      </a:solidFill>
                      <a:latin typeface="Cambria Math" panose="02040503050406030204" pitchFamily="18" charset="0"/>
                      <a:ea typeface="+mn-ea"/>
                      <a:cs typeface="Arial" panose="020B0604020202020204" pitchFamily="34" charset="0"/>
                    </a:rPr>
                    <m:t>𝑛</m:t>
                  </m:r>
                </m:num>
                <m:den>
                  <m:r>
                    <a:rPr lang="en-US" sz="3200" b="0" i="1" kern="1200" smtClean="0">
                      <a:solidFill>
                        <a:srgbClr val="FFFFFF"/>
                      </a:solidFill>
                      <a:latin typeface="Cambria Math" panose="02040503050406030204" pitchFamily="18" charset="0"/>
                      <a:ea typeface="+mn-ea"/>
                      <a:cs typeface="Arial" panose="020B0604020202020204" pitchFamily="34" charset="0"/>
                    </a:rPr>
                    <m:t>𝑝</m:t>
                  </m:r>
                </m:den>
              </m:f>
            </m:oMath>
          </a14:m>
          <a:r>
            <a:rPr lang="en-US" altLang="en-PK" sz="2400" b="0" i="1" kern="1200" dirty="0"/>
            <a:t> + 2 log p</a:t>
          </a:r>
          <a14:m xmlns:a14="http://schemas.microsoft.com/office/drawing/2010/main">
            <m:oMath xmlns:m="http://schemas.openxmlformats.org/officeDocument/2006/math">
              <m:r>
                <a:rPr lang="en-US" sz="2400" b="0" i="1" kern="1200" smtClean="0">
                  <a:solidFill>
                    <a:srgbClr val="FFFFFF"/>
                  </a:solidFill>
                  <a:latin typeface="Cambria Math" panose="02040503050406030204" pitchFamily="18" charset="0"/>
                  <a:ea typeface="+mn-ea"/>
                  <a:cs typeface="Arial" panose="020B0604020202020204" pitchFamily="34" charset="0"/>
                </a:rPr>
                <m:t>    = 0</m:t>
              </m:r>
            </m:oMath>
          </a14:m>
          <a:endParaRPr lang="en-US" sz="2400" kern="1200" dirty="0">
            <a:solidFill>
              <a:srgbClr val="FFFFFF"/>
            </a:solidFill>
            <a:latin typeface="Arial" panose="020B0604020202020204" pitchFamily="34" charset="0"/>
            <a:ea typeface="+mn-ea"/>
            <a:cs typeface="Arial" panose="020B0604020202020204" pitchFamily="34" charset="0"/>
          </a:endParaRPr>
        </a:p>
      </dsp:txBody>
      <dsp:txXfrm>
        <a:off x="45350" y="28837"/>
        <a:ext cx="6496823" cy="1457676"/>
      </dsp:txXfrm>
    </dsp:sp>
    <dsp:sp modelId="{82253AB6-B23F-41BC-8608-272D3B19EFE8}">
      <dsp:nvSpPr>
        <dsp:cNvPr id="0" name=""/>
        <dsp:cNvSpPr/>
      </dsp:nvSpPr>
      <dsp:spPr>
        <a:xfrm>
          <a:off x="714726" y="1694936"/>
          <a:ext cx="8100235" cy="1656690"/>
        </a:xfrm>
        <a:prstGeom prst="roundRect">
          <a:avLst>
            <a:gd name="adj" fmla="val 10000"/>
          </a:avLst>
        </a:prstGeom>
        <a:solidFill>
          <a:schemeClr val="accent3">
            <a:lumMod val="75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en-PK" sz="2000" kern="1200" dirty="0"/>
            <a:t>Setting the derivative </a:t>
          </a:r>
          <a:r>
            <a:rPr lang="en-US" altLang="en-PK" sz="2000" kern="1200" dirty="0" err="1"/>
            <a:t>w.r.t.</a:t>
          </a:r>
          <a:r>
            <a:rPr lang="en-US" altLang="en-PK" sz="2000" kern="1200" dirty="0"/>
            <a:t> </a:t>
          </a:r>
          <a:r>
            <a:rPr lang="en-US" altLang="en-PK" sz="2000" b="1" i="1" kern="1200" dirty="0"/>
            <a:t>p</a:t>
          </a:r>
          <a:r>
            <a:rPr lang="en-US" altLang="en-PK" sz="2000" kern="1200" dirty="0"/>
            <a:t> to zero, we have </a:t>
          </a:r>
          <a:r>
            <a:rPr lang="en-US" altLang="en-PK" sz="2000" b="1" i="1" kern="1200" dirty="0"/>
            <a:t>p = n/2</a:t>
          </a:r>
        </a:p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en-PK" sz="2000" kern="1200" dirty="0"/>
            <a:t> </a:t>
          </a:r>
          <a14:m xmlns:a14="http://schemas.microsoft.com/office/drawing/2010/main">
            <m:oMath xmlns:m="http://schemas.openxmlformats.org/officeDocument/2006/math">
              <m:sSup>
                <m:sSupPr>
                  <m:ctrlPr>
                    <a:rPr lang="en-US" altLang="en-PK" sz="2400" i="1" kern="1200" smtClean="0">
                      <a:latin typeface="Cambria Math" panose="02040503050406030204" pitchFamily="18" charset="0"/>
                    </a:rPr>
                  </m:ctrlPr>
                </m:sSupPr>
                <m:e>
                  <m:r>
                    <a:rPr lang="en-US" altLang="en-PK" sz="2400" b="0" i="1" kern="1200" smtClean="0">
                      <a:latin typeface="Cambria Math" panose="02040503050406030204" pitchFamily="18" charset="0"/>
                    </a:rPr>
                    <m:t>𝑇𝑝</m:t>
                  </m:r>
                </m:e>
                <m:sup>
                  <m:r>
                    <a:rPr lang="en-US" altLang="en-PK" sz="2400" b="0" i="1" kern="1200" smtClean="0">
                      <a:latin typeface="Cambria Math" panose="02040503050406030204" pitchFamily="18" charset="0"/>
                    </a:rPr>
                    <m:t>𝑚𝑖𝑛</m:t>
                  </m:r>
                </m:sup>
              </m:sSup>
              <m:r>
                <a:rPr lang="en-US" altLang="en-PK" sz="2400" i="1" kern="1200" smtClean="0">
                  <a:latin typeface="Cambria Math" panose="02040503050406030204" pitchFamily="18" charset="0"/>
                </a:rPr>
                <m:t>=</m:t>
              </m:r>
              <m:r>
                <a:rPr lang="en-US" altLang="en-PK" sz="2400" b="0" i="1" kern="1200" smtClean="0">
                  <a:latin typeface="Cambria Math" panose="02040503050406030204" pitchFamily="18" charset="0"/>
                </a:rPr>
                <m:t>2 </m:t>
              </m:r>
              <m:r>
                <a:rPr lang="en-US" altLang="en-PK" sz="2400" b="0" i="1" kern="1200" smtClean="0">
                  <a:latin typeface="Cambria Math" panose="02040503050406030204" pitchFamily="18" charset="0"/>
                </a:rPr>
                <m:t>𝑙𝑜𝑔𝑛</m:t>
              </m:r>
            </m:oMath>
          </a14:m>
          <a:endParaRPr lang="en-US" sz="2400" kern="1200" dirty="0">
            <a:solidFill>
              <a:srgbClr val="FFFFFF"/>
            </a:solidFill>
            <a:latin typeface="Arial" panose="020B0604020202020204" pitchFamily="34" charset="0"/>
            <a:ea typeface="+mn-ea"/>
            <a:cs typeface="Arial" panose="020B0604020202020204" pitchFamily="34" charset="0"/>
          </a:endParaRPr>
        </a:p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en-PK" sz="2000" kern="1200" dirty="0"/>
            <a:t>(One may verify that this is indeed a min by verifying that the second derivative is positive). </a:t>
          </a:r>
          <a:endParaRPr lang="en-US" sz="2000" kern="1200" dirty="0">
            <a:solidFill>
              <a:srgbClr val="FFFFFF"/>
            </a:solidFill>
            <a:latin typeface="Arial" panose="020B0604020202020204" pitchFamily="34" charset="0"/>
            <a:ea typeface="+mn-ea"/>
            <a:cs typeface="Arial" panose="020B0604020202020204" pitchFamily="34" charset="0"/>
          </a:endParaRPr>
        </a:p>
      </dsp:txBody>
      <dsp:txXfrm>
        <a:off x="763249" y="1743459"/>
        <a:ext cx="6324952" cy="1559644"/>
      </dsp:txXfrm>
    </dsp:sp>
    <dsp:sp modelId="{9F5BEE2D-E61D-461C-9EF0-48EAC7A21940}">
      <dsp:nvSpPr>
        <dsp:cNvPr id="0" name=""/>
        <dsp:cNvSpPr/>
      </dsp:nvSpPr>
      <dsp:spPr>
        <a:xfrm>
          <a:off x="1429453" y="3623213"/>
          <a:ext cx="8100235" cy="1186437"/>
        </a:xfrm>
        <a:prstGeom prst="roundRect">
          <a:avLst>
            <a:gd name="adj" fmla="val 10000"/>
          </a:avLst>
        </a:prstGeom>
        <a:solidFill>
          <a:schemeClr val="accent5">
            <a:lumMod val="75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en-PK" sz="2000" b="1" kern="1200" dirty="0"/>
            <a:t>Note: </a:t>
          </a:r>
          <a:r>
            <a:rPr lang="en-US" altLang="en-PK" sz="2000" kern="1200" dirty="0"/>
            <a:t>that at this point, the formulation is not cost-optimal. </a:t>
          </a:r>
          <a:endParaRPr lang="en-US" sz="2000" kern="1200" dirty="0">
            <a:solidFill>
              <a:srgbClr val="FFFFFF"/>
            </a:solidFill>
            <a:latin typeface="Arial" panose="020B0604020202020204" pitchFamily="34" charset="0"/>
            <a:ea typeface="+mn-ea"/>
            <a:cs typeface="Arial" panose="020B0604020202020204" pitchFamily="34" charset="0"/>
          </a:endParaRPr>
        </a:p>
      </dsp:txBody>
      <dsp:txXfrm>
        <a:off x="1464203" y="3657963"/>
        <a:ext cx="6352498" cy="1116937"/>
      </dsp:txXfrm>
    </dsp:sp>
    <dsp:sp modelId="{1E318A8D-3D5D-4AE2-835F-2C83AA847FAC}">
      <dsp:nvSpPr>
        <dsp:cNvPr id="0" name=""/>
        <dsp:cNvSpPr/>
      </dsp:nvSpPr>
      <dsp:spPr>
        <a:xfrm>
          <a:off x="7136724" y="1140609"/>
          <a:ext cx="963510" cy="963510"/>
        </a:xfrm>
        <a:prstGeom prst="downArrow">
          <a:avLst>
            <a:gd name="adj1" fmla="val 55000"/>
            <a:gd name="adj2" fmla="val 45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PK" sz="3600" kern="1200"/>
        </a:p>
      </dsp:txBody>
      <dsp:txXfrm>
        <a:off x="7353514" y="1140609"/>
        <a:ext cx="529930" cy="725041"/>
      </dsp:txXfrm>
    </dsp:sp>
    <dsp:sp modelId="{EE2095E9-43E6-4571-85FF-8C93545BB9D1}">
      <dsp:nvSpPr>
        <dsp:cNvPr id="0" name=""/>
        <dsp:cNvSpPr/>
      </dsp:nvSpPr>
      <dsp:spPr>
        <a:xfrm>
          <a:off x="7851451" y="2860105"/>
          <a:ext cx="963510" cy="963510"/>
        </a:xfrm>
        <a:prstGeom prst="downArrow">
          <a:avLst>
            <a:gd name="adj1" fmla="val 55000"/>
            <a:gd name="adj2" fmla="val 45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PK" sz="3600" kern="1200"/>
        </a:p>
      </dsp:txBody>
      <dsp:txXfrm>
        <a:off x="8068241" y="2860105"/>
        <a:ext cx="529930" cy="725041"/>
      </dsp:txXfrm>
    </dsp:sp>
  </dsp:spTree>
</dsp:drawing>
</file>

<file path=ppt/diagrams/drawing4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3E7A576-731C-4304-99BF-E64AC8B09198}">
      <dsp:nvSpPr>
        <dsp:cNvPr id="0" name=""/>
        <dsp:cNvSpPr/>
      </dsp:nvSpPr>
      <dsp:spPr>
        <a:xfrm>
          <a:off x="0" y="3715752"/>
          <a:ext cx="10808414" cy="812915"/>
        </a:xfrm>
        <a:prstGeom prst="rect">
          <a:avLst/>
        </a:prstGeom>
        <a:solidFill>
          <a:schemeClr val="accent4">
            <a:lumMod val="75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6464" tIns="156464" rIns="156464" bIns="156464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en-PK" sz="2200" kern="1200" dirty="0">
              <a:latin typeface="Arial" panose="020B0604020202020204" pitchFamily="34" charset="0"/>
              <a:cs typeface="Arial" panose="020B0604020202020204" pitchFamily="34" charset="0"/>
            </a:rPr>
            <a:t>It is important to identify the objectives of analysis and to use appropriate metrics! </a:t>
          </a:r>
          <a:endParaRPr lang="x-none" sz="2200" kern="1200" dirty="0"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0" y="3715752"/>
        <a:ext cx="10808414" cy="812915"/>
      </dsp:txXfrm>
    </dsp:sp>
    <dsp:sp modelId="{0F4FAD0A-C418-4DEE-A843-F5CE15F7CD85}">
      <dsp:nvSpPr>
        <dsp:cNvPr id="0" name=""/>
        <dsp:cNvSpPr/>
      </dsp:nvSpPr>
      <dsp:spPr>
        <a:xfrm rot="10800000">
          <a:off x="0" y="2477682"/>
          <a:ext cx="10808414" cy="1250264"/>
        </a:xfrm>
        <a:prstGeom prst="upArrowCallout">
          <a:avLst/>
        </a:prstGeom>
        <a:solidFill>
          <a:schemeClr val="accent3">
            <a:lumMod val="75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6464" tIns="156464" rIns="156464" bIns="156464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en-PK" sz="2200" kern="1200" dirty="0">
              <a:latin typeface="Arial" panose="020B0604020202020204" pitchFamily="34" charset="0"/>
              <a:cs typeface="Arial" panose="020B0604020202020204" pitchFamily="34" charset="0"/>
            </a:rPr>
            <a:t>In terms of cost, algorithms A2 and A4 are cost optimal, A1 and A3 are not. </a:t>
          </a:r>
          <a:endParaRPr lang="x-none" sz="2200" kern="1200" dirty="0">
            <a:latin typeface="Arial" panose="020B0604020202020204" pitchFamily="34" charset="0"/>
            <a:cs typeface="Arial" panose="020B0604020202020204" pitchFamily="34" charset="0"/>
          </a:endParaRPr>
        </a:p>
      </dsp:txBody>
      <dsp:txXfrm rot="10800000">
        <a:off x="0" y="2477682"/>
        <a:ext cx="10808414" cy="812384"/>
      </dsp:txXfrm>
    </dsp:sp>
    <dsp:sp modelId="{DAFAC9E6-7644-42D6-BD53-5E20E0850837}">
      <dsp:nvSpPr>
        <dsp:cNvPr id="0" name=""/>
        <dsp:cNvSpPr/>
      </dsp:nvSpPr>
      <dsp:spPr>
        <a:xfrm rot="10800000">
          <a:off x="0" y="1239611"/>
          <a:ext cx="10808414" cy="1250264"/>
        </a:xfrm>
        <a:prstGeom prst="upArrowCallout">
          <a:avLst/>
        </a:prstGeom>
        <a:solidFill>
          <a:schemeClr val="accent2">
            <a:lumMod val="75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2240" tIns="142240" rIns="142240" bIns="14224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en-PK" sz="2000" kern="1200" dirty="0">
              <a:latin typeface="Arial" panose="020B0604020202020204" pitchFamily="34" charset="0"/>
              <a:cs typeface="Arial" panose="020B0604020202020204" pitchFamily="34" charset="0"/>
            </a:rPr>
            <a:t>In terms of efficiency, A2 and A4 are the best, followed by A3 and A1</a:t>
          </a:r>
          <a:r>
            <a:rPr lang="en-US" altLang="en-PK" sz="2000" kern="1200" dirty="0"/>
            <a:t>. </a:t>
          </a:r>
          <a:endParaRPr lang="x-none" sz="2000" kern="1200" dirty="0">
            <a:latin typeface="Arial" panose="020B0604020202020204" pitchFamily="34" charset="0"/>
            <a:cs typeface="Arial" panose="020B0604020202020204" pitchFamily="34" charset="0"/>
          </a:endParaRPr>
        </a:p>
      </dsp:txBody>
      <dsp:txXfrm rot="10800000">
        <a:off x="0" y="1239611"/>
        <a:ext cx="10808414" cy="812384"/>
      </dsp:txXfrm>
    </dsp:sp>
    <dsp:sp modelId="{4090C6FD-020A-4444-86D5-2A19DE9C5D92}">
      <dsp:nvSpPr>
        <dsp:cNvPr id="0" name=""/>
        <dsp:cNvSpPr/>
      </dsp:nvSpPr>
      <dsp:spPr>
        <a:xfrm rot="10800000">
          <a:off x="0" y="1540"/>
          <a:ext cx="10808414" cy="1250264"/>
        </a:xfrm>
        <a:prstGeom prst="upArrowCallout">
          <a:avLst/>
        </a:prstGeom>
        <a:solidFill>
          <a:schemeClr val="accent2">
            <a:lumMod val="75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2240" tIns="142240" rIns="142240" bIns="14224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en-PK" sz="2000" kern="1200" dirty="0">
              <a:latin typeface="Arial" panose="020B0604020202020204" pitchFamily="34" charset="0"/>
              <a:cs typeface="Arial" panose="020B0604020202020204" pitchFamily="34" charset="0"/>
            </a:rPr>
            <a:t>If the metric is speed, algorithm A1 is the best, followed by A3, A4, and A2 (in order of increasing </a:t>
          </a:r>
          <a:r>
            <a:rPr lang="en-US" altLang="en-PK" sz="2000" b="1" i="1" kern="1200" dirty="0">
              <a:latin typeface="Arial" panose="020B0604020202020204" pitchFamily="34" charset="0"/>
              <a:cs typeface="Arial" panose="020B0604020202020204" pitchFamily="34" charset="0"/>
            </a:rPr>
            <a:t>T</a:t>
          </a:r>
          <a:r>
            <a:rPr lang="en-US" altLang="en-PK" sz="2000" b="1" i="1" kern="1200" baseline="-25000" dirty="0">
              <a:latin typeface="Arial" panose="020B0604020202020204" pitchFamily="34" charset="0"/>
              <a:cs typeface="Arial" panose="020B0604020202020204" pitchFamily="34" charset="0"/>
            </a:rPr>
            <a:t>P</a:t>
          </a:r>
          <a:r>
            <a:rPr lang="en-US" altLang="en-PK" sz="2000" kern="1200" dirty="0">
              <a:latin typeface="Arial" panose="020B0604020202020204" pitchFamily="34" charset="0"/>
              <a:cs typeface="Arial" panose="020B0604020202020204" pitchFamily="34" charset="0"/>
            </a:rPr>
            <a:t>).</a:t>
          </a:r>
          <a:endParaRPr lang="x-none" sz="2000" kern="1200" dirty="0">
            <a:latin typeface="Arial" panose="020B0604020202020204" pitchFamily="34" charset="0"/>
            <a:cs typeface="Arial" panose="020B0604020202020204" pitchFamily="34" charset="0"/>
          </a:endParaRPr>
        </a:p>
      </dsp:txBody>
      <dsp:txXfrm rot="10800000">
        <a:off x="0" y="1540"/>
        <a:ext cx="10808414" cy="81238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hProcess9">
  <dgm:title val=""/>
  <dgm:desc val=""/>
  <dgm:catLst>
    <dgm:cat type="process" pri="5000"/>
    <dgm:cat type="convert" pri="13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CompostProcess">
    <dgm:varLst>
      <dgm:dir/>
      <dgm:resizeHandles val="exact"/>
    </dgm:varLst>
    <dgm:alg type="composite">
      <dgm:param type="horzAlign" val="ctr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arrow" refType="w" fact="0.85"/>
      <dgm:constr type="h" for="ch" forName="arrow" refType="h"/>
      <dgm:constr type="ctrX" for="ch" forName="arrow" refType="w" fact="0.5"/>
      <dgm:constr type="ctrY" for="ch" forName="arrow" refType="h" fact="0.5"/>
      <dgm:constr type="w" for="ch" forName="linearProcess" refType="w"/>
      <dgm:constr type="h" for="ch" forName="linearProcess" refType="h" fact="0.4"/>
      <dgm:constr type="ctrX" for="ch" forName="linearProcess" refType="w" fact="0.5"/>
      <dgm:constr type="ctrY" for="ch" forName="linearProcess" refType="h" fact="0.5"/>
    </dgm:constrLst>
    <dgm:ruleLst/>
    <dgm:layoutNode name="arrow" styleLbl="bgShp">
      <dgm:alg type="sp"/>
      <dgm:choose name="Name0">
        <dgm:if name="Name1" func="var" arg="dir" op="equ" val="norm">
          <dgm:shape xmlns:r="http://schemas.openxmlformats.org/officeDocument/2006/relationships" type="rightArrow" r:blip="">
            <dgm:adjLst/>
          </dgm:shape>
        </dgm:if>
        <dgm:else name="Name2">
          <dgm:shape xmlns:r="http://schemas.openxmlformats.org/officeDocument/2006/relationships" type="leftArrow" r:blip="">
            <dgm:adjLst/>
          </dgm:shape>
        </dgm:else>
      </dgm:choose>
      <dgm:presOf/>
      <dgm:constrLst/>
      <dgm:ruleLst/>
    </dgm:layoutNode>
    <dgm:layoutNode name="linearProcess">
      <dgm:choose name="Name3">
        <dgm:if name="Name4" func="var" arg="dir" op="equ" val="norm">
          <dgm:alg type="lin"/>
        </dgm:if>
        <dgm:else name="Name5">
          <dgm:alg type="lin">
            <dgm:param type="linDir" val="from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userA" for="ch" ptType="node" refType="w"/>
        <dgm:constr type="h" for="ch" ptType="node" refType="h"/>
        <dgm:constr type="w" for="ch" ptType="node" op="equ"/>
        <dgm:constr type="w" for="ch" forName="sibTrans" refType="w" fact="0.05"/>
        <dgm:constr type="primFontSz" for="ch" ptType="node" op="equ" val="65"/>
      </dgm:constrLst>
      <dgm:ruleLst/>
      <dgm:forEach name="Name6" axis="ch" ptType="node">
        <dgm:layoutNode name="textNode" styleLbl="node1">
          <dgm:varLst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desOrSelf" ptType="node"/>
          <dgm:constrLst>
            <dgm:constr type="userA"/>
            <dgm:constr type="w" refType="userA" fact="0.3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w" val="NaN" fact="1" max="NaN"/>
            <dgm:rule type="primFontSz" val="5" fact="NaN" max="NaN"/>
          </dgm:ruleLst>
        </dgm:layoutNode>
        <dgm:forEach name="Name7" axis="followSib" ptType="sibTrans" cnt="1">
          <dgm:layoutNode name="sibTrans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forEach>
      </dgm:forEach>
    </dgm:layoutNode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process4">
  <dgm:title val=""/>
  <dgm:desc val=""/>
  <dgm:catLst>
    <dgm:cat type="process" pri="16000"/>
    <dgm:cat type="list" pri="20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alg type="lin">
      <dgm:param type="linDir" val="fromB"/>
    </dgm:alg>
    <dgm:shape xmlns:r="http://schemas.openxmlformats.org/officeDocument/2006/relationships" r:blip="">
      <dgm:adjLst/>
    </dgm:shape>
    <dgm:presOf/>
    <dgm:constrLst>
      <dgm:constr type="h" for="ch" forName="boxAndChildren" refType="h"/>
      <dgm:constr type="h" for="ch" forName="arrowAndChildren" refType="h" refFor="ch" refForName="boxAndChildren" op="equ" fact="1.538"/>
      <dgm:constr type="w" for="ch" forName="arrowAndChildren" refType="w"/>
      <dgm:constr type="w" for="ch" forName="boxAndChildren" refType="w"/>
      <dgm:constr type="h" for="ch" forName="sp" refType="h" fact="-0.015"/>
      <dgm:constr type="primFontSz" for="des" forName="parentTextBox" val="65"/>
      <dgm:constr type="primFontSz" for="des" forName="parentTextArrow" refType="primFontSz" refFor="des" refForName="parentTextBox" op="equ"/>
      <dgm:constr type="primFontSz" for="des" forName="childTextArrow" val="65"/>
      <dgm:constr type="primFontSz" for="des" forName="childTextBox" refType="primFontSz" refFor="des" refForName="childTextArrow" op="equ"/>
    </dgm:constrLst>
    <dgm:ruleLst/>
    <dgm:forEach name="Name1" axis="ch" ptType="node" st="-1" step="-1">
      <dgm:choose name="Name2">
        <dgm:if name="Name3" axis="self" ptType="node" func="revPos" op="equ" val="1">
          <dgm:layoutNode name="boxAndChildren">
            <dgm:alg type="composite"/>
            <dgm:shape xmlns:r="http://schemas.openxmlformats.org/officeDocument/2006/relationships" r:blip="">
              <dgm:adjLst/>
            </dgm:shape>
            <dgm:presOf/>
            <dgm:choose name="Name4">
              <dgm:if name="Name5" axis="ch" ptType="node" func="cnt" op="gte" val="1">
                <dgm:constrLst>
                  <dgm:constr type="w" for="ch" forName="parentTextBox" refType="w"/>
                  <dgm:constr type="h" for="ch" forName="parentTextBox" refType="h" fact="0.54"/>
                  <dgm:constr type="t" for="ch" forName="parentTextBox"/>
                  <dgm:constr type="w" for="ch" forName="entireBox" refType="w"/>
                  <dgm:constr type="h" for="ch" forName="entireBox" refType="h"/>
                  <dgm:constr type="w" for="ch" forName="descendantBox" refType="w"/>
                  <dgm:constr type="b" for="ch" forName="descendantBox" refType="h" fact="0.98"/>
                  <dgm:constr type="h" for="ch" forName="descendantBox" refType="h" fact="0.46"/>
                </dgm:constrLst>
              </dgm:if>
              <dgm:else name="Name6">
                <dgm:constrLst>
                  <dgm:constr type="w" for="ch" forName="parentTextBox" refType="w"/>
                  <dgm:constr type="h" for="ch" forName="parentTextBox" refType="h"/>
                </dgm:constrLst>
              </dgm:else>
            </dgm:choose>
            <dgm:ruleLst/>
            <dgm:layoutNode name="parentTextBox">
              <dgm:alg type="tx"/>
              <dgm:choose name="Name7">
                <dgm:if name="Name8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9">
                  <dgm:shape xmlns:r="http://schemas.openxmlformats.org/officeDocument/2006/relationships" type="rect" r:blip="">
                    <dgm:adjLst/>
                  </dgm:shape>
                </dgm:else>
              </dgm:choose>
              <dgm:presOf axis="self"/>
              <dgm:constrLst/>
              <dgm:ruleLst>
                <dgm:rule type="primFontSz" val="5" fact="NaN" max="NaN"/>
              </dgm:ruleLst>
            </dgm:layoutNode>
            <dgm:choose name="Name10">
              <dgm:if name="Name11" axis="ch" ptType="node" func="cnt" op="gte" val="1">
                <dgm:layoutNode name="entireBox">
                  <dgm:alg type="sp"/>
                  <dgm:shape xmlns:r="http://schemas.openxmlformats.org/officeDocument/2006/relationships" type="rect" r:blip="">
                    <dgm:adjLst/>
                  </dgm:shape>
                  <dgm:presOf axis="self"/>
                  <dgm:constrLst/>
                  <dgm:ruleLst/>
                </dgm:layoutNode>
                <dgm:layoutNode name="descendantBox" styleLbl="fgAccFollowNode1">
                  <dgm:choose name="Name12">
                    <dgm:if name="Name13" func="var" arg="dir" op="equ" val="norm">
                      <dgm:alg type="lin"/>
                    </dgm:if>
                    <dgm:else name="Name14">
                      <dgm:alg type="lin">
                        <dgm:param type="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for="ch" forName="childTextBox" refType="w"/>
                    <dgm:constr type="h" for="ch" forName="childTextBox" refType="h"/>
                  </dgm:constrLst>
                  <dgm:ruleLst/>
                  <dgm:forEach name="Name15" axis="ch" ptType="node">
                    <dgm:layoutNode name="childTextBox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rect" r:blip="">
                        <dgm:adjLst/>
                      </dgm:shape>
                      <dgm:presOf axis="desOrSelf" ptType="node"/>
                      <dgm:constrLst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</dgm:forEach>
                </dgm:layoutNode>
              </dgm:if>
              <dgm:else name="Name16"/>
            </dgm:choose>
          </dgm:layoutNode>
        </dgm:if>
        <dgm:else name="Name17">
          <dgm:layoutNode name="arrowAndChildren">
            <dgm:alg type="composite"/>
            <dgm:shape xmlns:r="http://schemas.openxmlformats.org/officeDocument/2006/relationships" r:blip="">
              <dgm:adjLst/>
            </dgm:shape>
            <dgm:presOf/>
            <dgm:choose name="Name18">
              <dgm:if name="Name19" axis="ch" ptType="node" func="cnt" op="gte" val="1">
                <dgm:constrLst>
                  <dgm:constr type="w" for="ch" forName="parentTextArrow" refType="w"/>
                  <dgm:constr type="t" for="ch" forName="parentTextArrow"/>
                  <dgm:constr type="h" for="ch" forName="parentTextArrow" refType="h" fact="0.351"/>
                  <dgm:constr type="w" for="ch" forName="arrow" refType="w"/>
                  <dgm:constr type="h" for="ch" forName="arrow" refType="h"/>
                  <dgm:constr type="w" for="ch" forName="descendantArrow" refType="w"/>
                  <dgm:constr type="b" for="ch" forName="descendantArrow" refType="h" fact="0.65"/>
                  <dgm:constr type="h" for="ch" forName="descendantArrow" refType="h" fact="0.299"/>
                </dgm:constrLst>
              </dgm:if>
              <dgm:else name="Name20">
                <dgm:constrLst>
                  <dgm:constr type="w" for="ch" forName="parentTextArrow" refType="w"/>
                  <dgm:constr type="h" for="ch" forName="parentTextArrow" refType="h"/>
                </dgm:constrLst>
              </dgm:else>
            </dgm:choose>
            <dgm:ruleLst/>
            <dgm:layoutNode name="parentTextArrow">
              <dgm:alg type="tx"/>
              <dgm:choose name="Name21">
                <dgm:if name="Name22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23">
                  <dgm:shape xmlns:r="http://schemas.openxmlformats.org/officeDocument/2006/relationships" rot="180" type="upArrowCallout" r:blip="">
                    <dgm:adjLst/>
                  </dgm:shape>
                </dgm:else>
              </dgm:choose>
              <dgm:presOf axis="self"/>
              <dgm:constrLst/>
              <dgm:ruleLst>
                <dgm:rule type="primFontSz" val="5" fact="NaN" max="NaN"/>
              </dgm:ruleLst>
            </dgm:layoutNode>
            <dgm:choose name="Name24">
              <dgm:if name="Name25" axis="ch" ptType="node" func="cnt" op="gte" val="1">
                <dgm:layoutNode name="arrow">
                  <dgm:alg type="sp"/>
                  <dgm:shape xmlns:r="http://schemas.openxmlformats.org/officeDocument/2006/relationships" rot="180" type="upArrowCallout" r:blip="">
                    <dgm:adjLst/>
                  </dgm:shape>
                  <dgm:presOf axis="self"/>
                  <dgm:constrLst/>
                  <dgm:ruleLst/>
                </dgm:layoutNode>
                <dgm:layoutNode name="descendantArrow">
                  <dgm:choose name="Name26">
                    <dgm:if name="Name27" func="var" arg="dir" op="equ" val="norm">
                      <dgm:alg type="lin"/>
                    </dgm:if>
                    <dgm:else name="Name28">
                      <dgm:alg type="lin">
                        <dgm:param type="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for="ch" forName="childTextArrow" refType="w"/>
                    <dgm:constr type="h" for="ch" forName="childTextArrow" refType="h"/>
                  </dgm:constrLst>
                  <dgm:ruleLst/>
                  <dgm:forEach name="Name29" axis="ch" ptType="node">
                    <dgm:layoutNode name="childTextArrow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rect" r:blip="">
                        <dgm:adjLst/>
                      </dgm:shape>
                      <dgm:presOf axis="desOrSelf" ptType="node"/>
                      <dgm:constrLst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</dgm:forEach>
                </dgm:layoutNode>
              </dgm:if>
              <dgm:else name="Name30"/>
            </dgm:choose>
          </dgm:layoutNode>
        </dgm:else>
      </dgm:choose>
      <dgm:forEach name="Name31" axis="precedSib" ptType="sibTrans" st="-1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process4">
  <dgm:title val=""/>
  <dgm:desc val=""/>
  <dgm:catLst>
    <dgm:cat type="process" pri="16000"/>
    <dgm:cat type="list" pri="20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alg type="lin">
      <dgm:param type="linDir" val="fromB"/>
    </dgm:alg>
    <dgm:shape xmlns:r="http://schemas.openxmlformats.org/officeDocument/2006/relationships" r:blip="">
      <dgm:adjLst/>
    </dgm:shape>
    <dgm:presOf/>
    <dgm:constrLst>
      <dgm:constr type="h" for="ch" forName="boxAndChildren" refType="h"/>
      <dgm:constr type="h" for="ch" forName="arrowAndChildren" refType="h" refFor="ch" refForName="boxAndChildren" op="equ" fact="1.538"/>
      <dgm:constr type="w" for="ch" forName="arrowAndChildren" refType="w"/>
      <dgm:constr type="w" for="ch" forName="boxAndChildren" refType="w"/>
      <dgm:constr type="h" for="ch" forName="sp" refType="h" fact="-0.015"/>
      <dgm:constr type="primFontSz" for="des" forName="parentTextBox" val="65"/>
      <dgm:constr type="primFontSz" for="des" forName="parentTextArrow" refType="primFontSz" refFor="des" refForName="parentTextBox" op="equ"/>
      <dgm:constr type="primFontSz" for="des" forName="childTextArrow" val="65"/>
      <dgm:constr type="primFontSz" for="des" forName="childTextBox" refType="primFontSz" refFor="des" refForName="childTextArrow" op="equ"/>
    </dgm:constrLst>
    <dgm:ruleLst/>
    <dgm:forEach name="Name1" axis="ch" ptType="node" st="-1" step="-1">
      <dgm:choose name="Name2">
        <dgm:if name="Name3" axis="self" ptType="node" func="revPos" op="equ" val="1">
          <dgm:layoutNode name="boxAndChildren">
            <dgm:alg type="composite"/>
            <dgm:shape xmlns:r="http://schemas.openxmlformats.org/officeDocument/2006/relationships" r:blip="">
              <dgm:adjLst/>
            </dgm:shape>
            <dgm:presOf/>
            <dgm:choose name="Name4">
              <dgm:if name="Name5" axis="ch" ptType="node" func="cnt" op="gte" val="1">
                <dgm:constrLst>
                  <dgm:constr type="w" for="ch" forName="parentTextBox" refType="w"/>
                  <dgm:constr type="h" for="ch" forName="parentTextBox" refType="h" fact="0.54"/>
                  <dgm:constr type="t" for="ch" forName="parentTextBox"/>
                  <dgm:constr type="w" for="ch" forName="entireBox" refType="w"/>
                  <dgm:constr type="h" for="ch" forName="entireBox" refType="h"/>
                  <dgm:constr type="w" for="ch" forName="descendantBox" refType="w"/>
                  <dgm:constr type="b" for="ch" forName="descendantBox" refType="h" fact="0.98"/>
                  <dgm:constr type="h" for="ch" forName="descendantBox" refType="h" fact="0.46"/>
                </dgm:constrLst>
              </dgm:if>
              <dgm:else name="Name6">
                <dgm:constrLst>
                  <dgm:constr type="w" for="ch" forName="parentTextBox" refType="w"/>
                  <dgm:constr type="h" for="ch" forName="parentTextBox" refType="h"/>
                </dgm:constrLst>
              </dgm:else>
            </dgm:choose>
            <dgm:ruleLst/>
            <dgm:layoutNode name="parentTextBox">
              <dgm:alg type="tx"/>
              <dgm:choose name="Name7">
                <dgm:if name="Name8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9">
                  <dgm:shape xmlns:r="http://schemas.openxmlformats.org/officeDocument/2006/relationships" type="rect" r:blip="">
                    <dgm:adjLst/>
                  </dgm:shape>
                </dgm:else>
              </dgm:choose>
              <dgm:presOf axis="self"/>
              <dgm:constrLst/>
              <dgm:ruleLst>
                <dgm:rule type="primFontSz" val="5" fact="NaN" max="NaN"/>
              </dgm:ruleLst>
            </dgm:layoutNode>
            <dgm:choose name="Name10">
              <dgm:if name="Name11" axis="ch" ptType="node" func="cnt" op="gte" val="1">
                <dgm:layoutNode name="entireBox">
                  <dgm:alg type="sp"/>
                  <dgm:shape xmlns:r="http://schemas.openxmlformats.org/officeDocument/2006/relationships" type="rect" r:blip="">
                    <dgm:adjLst/>
                  </dgm:shape>
                  <dgm:presOf axis="self"/>
                  <dgm:constrLst/>
                  <dgm:ruleLst/>
                </dgm:layoutNode>
                <dgm:layoutNode name="descendantBox" styleLbl="fgAccFollowNode1">
                  <dgm:choose name="Name12">
                    <dgm:if name="Name13" func="var" arg="dir" op="equ" val="norm">
                      <dgm:alg type="lin"/>
                    </dgm:if>
                    <dgm:else name="Name14">
                      <dgm:alg type="lin">
                        <dgm:param type="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for="ch" forName="childTextBox" refType="w"/>
                    <dgm:constr type="h" for="ch" forName="childTextBox" refType="h"/>
                  </dgm:constrLst>
                  <dgm:ruleLst/>
                  <dgm:forEach name="Name15" axis="ch" ptType="node">
                    <dgm:layoutNode name="childTextBox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rect" r:blip="">
                        <dgm:adjLst/>
                      </dgm:shape>
                      <dgm:presOf axis="desOrSelf" ptType="node"/>
                      <dgm:constrLst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</dgm:forEach>
                </dgm:layoutNode>
              </dgm:if>
              <dgm:else name="Name16"/>
            </dgm:choose>
          </dgm:layoutNode>
        </dgm:if>
        <dgm:else name="Name17">
          <dgm:layoutNode name="arrowAndChildren">
            <dgm:alg type="composite"/>
            <dgm:shape xmlns:r="http://schemas.openxmlformats.org/officeDocument/2006/relationships" r:blip="">
              <dgm:adjLst/>
            </dgm:shape>
            <dgm:presOf/>
            <dgm:choose name="Name18">
              <dgm:if name="Name19" axis="ch" ptType="node" func="cnt" op="gte" val="1">
                <dgm:constrLst>
                  <dgm:constr type="w" for="ch" forName="parentTextArrow" refType="w"/>
                  <dgm:constr type="t" for="ch" forName="parentTextArrow"/>
                  <dgm:constr type="h" for="ch" forName="parentTextArrow" refType="h" fact="0.351"/>
                  <dgm:constr type="w" for="ch" forName="arrow" refType="w"/>
                  <dgm:constr type="h" for="ch" forName="arrow" refType="h"/>
                  <dgm:constr type="w" for="ch" forName="descendantArrow" refType="w"/>
                  <dgm:constr type="b" for="ch" forName="descendantArrow" refType="h" fact="0.65"/>
                  <dgm:constr type="h" for="ch" forName="descendantArrow" refType="h" fact="0.299"/>
                </dgm:constrLst>
              </dgm:if>
              <dgm:else name="Name20">
                <dgm:constrLst>
                  <dgm:constr type="w" for="ch" forName="parentTextArrow" refType="w"/>
                  <dgm:constr type="h" for="ch" forName="parentTextArrow" refType="h"/>
                </dgm:constrLst>
              </dgm:else>
            </dgm:choose>
            <dgm:ruleLst/>
            <dgm:layoutNode name="parentTextArrow">
              <dgm:alg type="tx"/>
              <dgm:choose name="Name21">
                <dgm:if name="Name22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23">
                  <dgm:shape xmlns:r="http://schemas.openxmlformats.org/officeDocument/2006/relationships" rot="180" type="upArrowCallout" r:blip="">
                    <dgm:adjLst/>
                  </dgm:shape>
                </dgm:else>
              </dgm:choose>
              <dgm:presOf axis="self"/>
              <dgm:constrLst/>
              <dgm:ruleLst>
                <dgm:rule type="primFontSz" val="5" fact="NaN" max="NaN"/>
              </dgm:ruleLst>
            </dgm:layoutNode>
            <dgm:choose name="Name24">
              <dgm:if name="Name25" axis="ch" ptType="node" func="cnt" op="gte" val="1">
                <dgm:layoutNode name="arrow">
                  <dgm:alg type="sp"/>
                  <dgm:shape xmlns:r="http://schemas.openxmlformats.org/officeDocument/2006/relationships" rot="180" type="upArrowCallout" r:blip="">
                    <dgm:adjLst/>
                  </dgm:shape>
                  <dgm:presOf axis="self"/>
                  <dgm:constrLst/>
                  <dgm:ruleLst/>
                </dgm:layoutNode>
                <dgm:layoutNode name="descendantArrow">
                  <dgm:choose name="Name26">
                    <dgm:if name="Name27" func="var" arg="dir" op="equ" val="norm">
                      <dgm:alg type="lin"/>
                    </dgm:if>
                    <dgm:else name="Name28">
                      <dgm:alg type="lin">
                        <dgm:param type="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for="ch" forName="childTextArrow" refType="w"/>
                    <dgm:constr type="h" for="ch" forName="childTextArrow" refType="h"/>
                  </dgm:constrLst>
                  <dgm:ruleLst/>
                  <dgm:forEach name="Name29" axis="ch" ptType="node">
                    <dgm:layoutNode name="childTextArrow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rect" r:blip="">
                        <dgm:adjLst/>
                      </dgm:shape>
                      <dgm:presOf axis="desOrSelf" ptType="node"/>
                      <dgm:constrLst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</dgm:forEach>
                </dgm:layoutNode>
              </dgm:if>
              <dgm:else name="Name30"/>
            </dgm:choose>
          </dgm:layoutNode>
        </dgm:else>
      </dgm:choose>
      <dgm:forEach name="Name31" axis="precedSib" ptType="sibTrans" st="-1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process4">
  <dgm:title val=""/>
  <dgm:desc val=""/>
  <dgm:catLst>
    <dgm:cat type="process" pri="16000"/>
    <dgm:cat type="list" pri="20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alg type="lin">
      <dgm:param type="linDir" val="fromB"/>
    </dgm:alg>
    <dgm:shape xmlns:r="http://schemas.openxmlformats.org/officeDocument/2006/relationships" r:blip="">
      <dgm:adjLst/>
    </dgm:shape>
    <dgm:presOf/>
    <dgm:constrLst>
      <dgm:constr type="h" for="ch" forName="boxAndChildren" refType="h"/>
      <dgm:constr type="h" for="ch" forName="arrowAndChildren" refType="h" refFor="ch" refForName="boxAndChildren" op="equ" fact="1.538"/>
      <dgm:constr type="w" for="ch" forName="arrowAndChildren" refType="w"/>
      <dgm:constr type="w" for="ch" forName="boxAndChildren" refType="w"/>
      <dgm:constr type="h" for="ch" forName="sp" refType="h" fact="-0.015"/>
      <dgm:constr type="primFontSz" for="des" forName="parentTextBox" val="65"/>
      <dgm:constr type="primFontSz" for="des" forName="parentTextArrow" refType="primFontSz" refFor="des" refForName="parentTextBox" op="equ"/>
      <dgm:constr type="primFontSz" for="des" forName="childTextArrow" val="65"/>
      <dgm:constr type="primFontSz" for="des" forName="childTextBox" refType="primFontSz" refFor="des" refForName="childTextArrow" op="equ"/>
    </dgm:constrLst>
    <dgm:ruleLst/>
    <dgm:forEach name="Name1" axis="ch" ptType="node" st="-1" step="-1">
      <dgm:choose name="Name2">
        <dgm:if name="Name3" axis="self" ptType="node" func="revPos" op="equ" val="1">
          <dgm:layoutNode name="boxAndChildren">
            <dgm:alg type="composite"/>
            <dgm:shape xmlns:r="http://schemas.openxmlformats.org/officeDocument/2006/relationships" r:blip="">
              <dgm:adjLst/>
            </dgm:shape>
            <dgm:presOf/>
            <dgm:choose name="Name4">
              <dgm:if name="Name5" axis="ch" ptType="node" func="cnt" op="gte" val="1">
                <dgm:constrLst>
                  <dgm:constr type="w" for="ch" forName="parentTextBox" refType="w"/>
                  <dgm:constr type="h" for="ch" forName="parentTextBox" refType="h" fact="0.54"/>
                  <dgm:constr type="t" for="ch" forName="parentTextBox"/>
                  <dgm:constr type="w" for="ch" forName="entireBox" refType="w"/>
                  <dgm:constr type="h" for="ch" forName="entireBox" refType="h"/>
                  <dgm:constr type="w" for="ch" forName="descendantBox" refType="w"/>
                  <dgm:constr type="b" for="ch" forName="descendantBox" refType="h" fact="0.98"/>
                  <dgm:constr type="h" for="ch" forName="descendantBox" refType="h" fact="0.46"/>
                </dgm:constrLst>
              </dgm:if>
              <dgm:else name="Name6">
                <dgm:constrLst>
                  <dgm:constr type="w" for="ch" forName="parentTextBox" refType="w"/>
                  <dgm:constr type="h" for="ch" forName="parentTextBox" refType="h"/>
                </dgm:constrLst>
              </dgm:else>
            </dgm:choose>
            <dgm:ruleLst/>
            <dgm:layoutNode name="parentTextBox">
              <dgm:alg type="tx"/>
              <dgm:choose name="Name7">
                <dgm:if name="Name8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9">
                  <dgm:shape xmlns:r="http://schemas.openxmlformats.org/officeDocument/2006/relationships" type="rect" r:blip="">
                    <dgm:adjLst/>
                  </dgm:shape>
                </dgm:else>
              </dgm:choose>
              <dgm:presOf axis="self"/>
              <dgm:constrLst/>
              <dgm:ruleLst>
                <dgm:rule type="primFontSz" val="5" fact="NaN" max="NaN"/>
              </dgm:ruleLst>
            </dgm:layoutNode>
            <dgm:choose name="Name10">
              <dgm:if name="Name11" axis="ch" ptType="node" func="cnt" op="gte" val="1">
                <dgm:layoutNode name="entireBox">
                  <dgm:alg type="sp"/>
                  <dgm:shape xmlns:r="http://schemas.openxmlformats.org/officeDocument/2006/relationships" type="rect" r:blip="">
                    <dgm:adjLst/>
                  </dgm:shape>
                  <dgm:presOf axis="self"/>
                  <dgm:constrLst/>
                  <dgm:ruleLst/>
                </dgm:layoutNode>
                <dgm:layoutNode name="descendantBox" styleLbl="fgAccFollowNode1">
                  <dgm:choose name="Name12">
                    <dgm:if name="Name13" func="var" arg="dir" op="equ" val="norm">
                      <dgm:alg type="lin"/>
                    </dgm:if>
                    <dgm:else name="Name14">
                      <dgm:alg type="lin">
                        <dgm:param type="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for="ch" forName="childTextBox" refType="w"/>
                    <dgm:constr type="h" for="ch" forName="childTextBox" refType="h"/>
                  </dgm:constrLst>
                  <dgm:ruleLst/>
                  <dgm:forEach name="Name15" axis="ch" ptType="node">
                    <dgm:layoutNode name="childTextBox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rect" r:blip="">
                        <dgm:adjLst/>
                      </dgm:shape>
                      <dgm:presOf axis="desOrSelf" ptType="node"/>
                      <dgm:constrLst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</dgm:forEach>
                </dgm:layoutNode>
              </dgm:if>
              <dgm:else name="Name16"/>
            </dgm:choose>
          </dgm:layoutNode>
        </dgm:if>
        <dgm:else name="Name17">
          <dgm:layoutNode name="arrowAndChildren">
            <dgm:alg type="composite"/>
            <dgm:shape xmlns:r="http://schemas.openxmlformats.org/officeDocument/2006/relationships" r:blip="">
              <dgm:adjLst/>
            </dgm:shape>
            <dgm:presOf/>
            <dgm:choose name="Name18">
              <dgm:if name="Name19" axis="ch" ptType="node" func="cnt" op="gte" val="1">
                <dgm:constrLst>
                  <dgm:constr type="w" for="ch" forName="parentTextArrow" refType="w"/>
                  <dgm:constr type="t" for="ch" forName="parentTextArrow"/>
                  <dgm:constr type="h" for="ch" forName="parentTextArrow" refType="h" fact="0.351"/>
                  <dgm:constr type="w" for="ch" forName="arrow" refType="w"/>
                  <dgm:constr type="h" for="ch" forName="arrow" refType="h"/>
                  <dgm:constr type="w" for="ch" forName="descendantArrow" refType="w"/>
                  <dgm:constr type="b" for="ch" forName="descendantArrow" refType="h" fact="0.65"/>
                  <dgm:constr type="h" for="ch" forName="descendantArrow" refType="h" fact="0.299"/>
                </dgm:constrLst>
              </dgm:if>
              <dgm:else name="Name20">
                <dgm:constrLst>
                  <dgm:constr type="w" for="ch" forName="parentTextArrow" refType="w"/>
                  <dgm:constr type="h" for="ch" forName="parentTextArrow" refType="h"/>
                </dgm:constrLst>
              </dgm:else>
            </dgm:choose>
            <dgm:ruleLst/>
            <dgm:layoutNode name="parentTextArrow">
              <dgm:alg type="tx"/>
              <dgm:choose name="Name21">
                <dgm:if name="Name22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23">
                  <dgm:shape xmlns:r="http://schemas.openxmlformats.org/officeDocument/2006/relationships" rot="180" type="upArrowCallout" r:blip="">
                    <dgm:adjLst/>
                  </dgm:shape>
                </dgm:else>
              </dgm:choose>
              <dgm:presOf axis="self"/>
              <dgm:constrLst/>
              <dgm:ruleLst>
                <dgm:rule type="primFontSz" val="5" fact="NaN" max="NaN"/>
              </dgm:ruleLst>
            </dgm:layoutNode>
            <dgm:choose name="Name24">
              <dgm:if name="Name25" axis="ch" ptType="node" func="cnt" op="gte" val="1">
                <dgm:layoutNode name="arrow">
                  <dgm:alg type="sp"/>
                  <dgm:shape xmlns:r="http://schemas.openxmlformats.org/officeDocument/2006/relationships" rot="180" type="upArrowCallout" r:blip="">
                    <dgm:adjLst/>
                  </dgm:shape>
                  <dgm:presOf axis="self"/>
                  <dgm:constrLst/>
                  <dgm:ruleLst/>
                </dgm:layoutNode>
                <dgm:layoutNode name="descendantArrow">
                  <dgm:choose name="Name26">
                    <dgm:if name="Name27" func="var" arg="dir" op="equ" val="norm">
                      <dgm:alg type="lin"/>
                    </dgm:if>
                    <dgm:else name="Name28">
                      <dgm:alg type="lin">
                        <dgm:param type="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for="ch" forName="childTextArrow" refType="w"/>
                    <dgm:constr type="h" for="ch" forName="childTextArrow" refType="h"/>
                  </dgm:constrLst>
                  <dgm:ruleLst/>
                  <dgm:forEach name="Name29" axis="ch" ptType="node">
                    <dgm:layoutNode name="childTextArrow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rect" r:blip="">
                        <dgm:adjLst/>
                      </dgm:shape>
                      <dgm:presOf axis="desOrSelf" ptType="node"/>
                      <dgm:constrLst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</dgm:forEach>
                </dgm:layoutNode>
              </dgm:if>
              <dgm:else name="Name30"/>
            </dgm:choose>
          </dgm:layoutNode>
        </dgm:else>
      </dgm:choose>
      <dgm:forEach name="Name31" axis="precedSib" ptType="sibTrans" st="-1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5/8/layout/process4">
  <dgm:title val=""/>
  <dgm:desc val=""/>
  <dgm:catLst>
    <dgm:cat type="process" pri="16000"/>
    <dgm:cat type="list" pri="20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alg type="lin">
      <dgm:param type="linDir" val="fromB"/>
    </dgm:alg>
    <dgm:shape xmlns:r="http://schemas.openxmlformats.org/officeDocument/2006/relationships" r:blip="">
      <dgm:adjLst/>
    </dgm:shape>
    <dgm:presOf/>
    <dgm:constrLst>
      <dgm:constr type="h" for="ch" forName="boxAndChildren" refType="h"/>
      <dgm:constr type="h" for="ch" forName="arrowAndChildren" refType="h" refFor="ch" refForName="boxAndChildren" op="equ" fact="1.538"/>
      <dgm:constr type="w" for="ch" forName="arrowAndChildren" refType="w"/>
      <dgm:constr type="w" for="ch" forName="boxAndChildren" refType="w"/>
      <dgm:constr type="h" for="ch" forName="sp" refType="h" fact="-0.015"/>
      <dgm:constr type="primFontSz" for="des" forName="parentTextBox" val="65"/>
      <dgm:constr type="primFontSz" for="des" forName="parentTextArrow" refType="primFontSz" refFor="des" refForName="parentTextBox" op="equ"/>
      <dgm:constr type="primFontSz" for="des" forName="childTextArrow" val="65"/>
      <dgm:constr type="primFontSz" for="des" forName="childTextBox" refType="primFontSz" refFor="des" refForName="childTextArrow" op="equ"/>
    </dgm:constrLst>
    <dgm:ruleLst/>
    <dgm:forEach name="Name1" axis="ch" ptType="node" st="-1" step="-1">
      <dgm:choose name="Name2">
        <dgm:if name="Name3" axis="self" ptType="node" func="revPos" op="equ" val="1">
          <dgm:layoutNode name="boxAndChildren">
            <dgm:alg type="composite"/>
            <dgm:shape xmlns:r="http://schemas.openxmlformats.org/officeDocument/2006/relationships" r:blip="">
              <dgm:adjLst/>
            </dgm:shape>
            <dgm:presOf/>
            <dgm:choose name="Name4">
              <dgm:if name="Name5" axis="ch" ptType="node" func="cnt" op="gte" val="1">
                <dgm:constrLst>
                  <dgm:constr type="w" for="ch" forName="parentTextBox" refType="w"/>
                  <dgm:constr type="h" for="ch" forName="parentTextBox" refType="h" fact="0.54"/>
                  <dgm:constr type="t" for="ch" forName="parentTextBox"/>
                  <dgm:constr type="w" for="ch" forName="entireBox" refType="w"/>
                  <dgm:constr type="h" for="ch" forName="entireBox" refType="h"/>
                  <dgm:constr type="w" for="ch" forName="descendantBox" refType="w"/>
                  <dgm:constr type="b" for="ch" forName="descendantBox" refType="h" fact="0.98"/>
                  <dgm:constr type="h" for="ch" forName="descendantBox" refType="h" fact="0.46"/>
                </dgm:constrLst>
              </dgm:if>
              <dgm:else name="Name6">
                <dgm:constrLst>
                  <dgm:constr type="w" for="ch" forName="parentTextBox" refType="w"/>
                  <dgm:constr type="h" for="ch" forName="parentTextBox" refType="h"/>
                </dgm:constrLst>
              </dgm:else>
            </dgm:choose>
            <dgm:ruleLst/>
            <dgm:layoutNode name="parentTextBox">
              <dgm:alg type="tx"/>
              <dgm:choose name="Name7">
                <dgm:if name="Name8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9">
                  <dgm:shape xmlns:r="http://schemas.openxmlformats.org/officeDocument/2006/relationships" type="rect" r:blip="">
                    <dgm:adjLst/>
                  </dgm:shape>
                </dgm:else>
              </dgm:choose>
              <dgm:presOf axis="self"/>
              <dgm:constrLst/>
              <dgm:ruleLst>
                <dgm:rule type="primFontSz" val="5" fact="NaN" max="NaN"/>
              </dgm:ruleLst>
            </dgm:layoutNode>
            <dgm:choose name="Name10">
              <dgm:if name="Name11" axis="ch" ptType="node" func="cnt" op="gte" val="1">
                <dgm:layoutNode name="entireBox">
                  <dgm:alg type="sp"/>
                  <dgm:shape xmlns:r="http://schemas.openxmlformats.org/officeDocument/2006/relationships" type="rect" r:blip="">
                    <dgm:adjLst/>
                  </dgm:shape>
                  <dgm:presOf axis="self"/>
                  <dgm:constrLst/>
                  <dgm:ruleLst/>
                </dgm:layoutNode>
                <dgm:layoutNode name="descendantBox" styleLbl="fgAccFollowNode1">
                  <dgm:choose name="Name12">
                    <dgm:if name="Name13" func="var" arg="dir" op="equ" val="norm">
                      <dgm:alg type="lin"/>
                    </dgm:if>
                    <dgm:else name="Name14">
                      <dgm:alg type="lin">
                        <dgm:param type="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for="ch" forName="childTextBox" refType="w"/>
                    <dgm:constr type="h" for="ch" forName="childTextBox" refType="h"/>
                  </dgm:constrLst>
                  <dgm:ruleLst/>
                  <dgm:forEach name="Name15" axis="ch" ptType="node">
                    <dgm:layoutNode name="childTextBox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rect" r:blip="">
                        <dgm:adjLst/>
                      </dgm:shape>
                      <dgm:presOf axis="desOrSelf" ptType="node"/>
                      <dgm:constrLst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</dgm:forEach>
                </dgm:layoutNode>
              </dgm:if>
              <dgm:else name="Name16"/>
            </dgm:choose>
          </dgm:layoutNode>
        </dgm:if>
        <dgm:else name="Name17">
          <dgm:layoutNode name="arrowAndChildren">
            <dgm:alg type="composite"/>
            <dgm:shape xmlns:r="http://schemas.openxmlformats.org/officeDocument/2006/relationships" r:blip="">
              <dgm:adjLst/>
            </dgm:shape>
            <dgm:presOf/>
            <dgm:choose name="Name18">
              <dgm:if name="Name19" axis="ch" ptType="node" func="cnt" op="gte" val="1">
                <dgm:constrLst>
                  <dgm:constr type="w" for="ch" forName="parentTextArrow" refType="w"/>
                  <dgm:constr type="t" for="ch" forName="parentTextArrow"/>
                  <dgm:constr type="h" for="ch" forName="parentTextArrow" refType="h" fact="0.351"/>
                  <dgm:constr type="w" for="ch" forName="arrow" refType="w"/>
                  <dgm:constr type="h" for="ch" forName="arrow" refType="h"/>
                  <dgm:constr type="w" for="ch" forName="descendantArrow" refType="w"/>
                  <dgm:constr type="b" for="ch" forName="descendantArrow" refType="h" fact="0.65"/>
                  <dgm:constr type="h" for="ch" forName="descendantArrow" refType="h" fact="0.299"/>
                </dgm:constrLst>
              </dgm:if>
              <dgm:else name="Name20">
                <dgm:constrLst>
                  <dgm:constr type="w" for="ch" forName="parentTextArrow" refType="w"/>
                  <dgm:constr type="h" for="ch" forName="parentTextArrow" refType="h"/>
                </dgm:constrLst>
              </dgm:else>
            </dgm:choose>
            <dgm:ruleLst/>
            <dgm:layoutNode name="parentTextArrow">
              <dgm:alg type="tx"/>
              <dgm:choose name="Name21">
                <dgm:if name="Name22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23">
                  <dgm:shape xmlns:r="http://schemas.openxmlformats.org/officeDocument/2006/relationships" rot="180" type="upArrowCallout" r:blip="">
                    <dgm:adjLst/>
                  </dgm:shape>
                </dgm:else>
              </dgm:choose>
              <dgm:presOf axis="self"/>
              <dgm:constrLst/>
              <dgm:ruleLst>
                <dgm:rule type="primFontSz" val="5" fact="NaN" max="NaN"/>
              </dgm:ruleLst>
            </dgm:layoutNode>
            <dgm:choose name="Name24">
              <dgm:if name="Name25" axis="ch" ptType="node" func="cnt" op="gte" val="1">
                <dgm:layoutNode name="arrow">
                  <dgm:alg type="sp"/>
                  <dgm:shape xmlns:r="http://schemas.openxmlformats.org/officeDocument/2006/relationships" rot="180" type="upArrowCallout" r:blip="">
                    <dgm:adjLst/>
                  </dgm:shape>
                  <dgm:presOf axis="self"/>
                  <dgm:constrLst/>
                  <dgm:ruleLst/>
                </dgm:layoutNode>
                <dgm:layoutNode name="descendantArrow">
                  <dgm:choose name="Name26">
                    <dgm:if name="Name27" func="var" arg="dir" op="equ" val="norm">
                      <dgm:alg type="lin"/>
                    </dgm:if>
                    <dgm:else name="Name28">
                      <dgm:alg type="lin">
                        <dgm:param type="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for="ch" forName="childTextArrow" refType="w"/>
                    <dgm:constr type="h" for="ch" forName="childTextArrow" refType="h"/>
                  </dgm:constrLst>
                  <dgm:ruleLst/>
                  <dgm:forEach name="Name29" axis="ch" ptType="node">
                    <dgm:layoutNode name="childTextArrow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rect" r:blip="">
                        <dgm:adjLst/>
                      </dgm:shape>
                      <dgm:presOf axis="desOrSelf" ptType="node"/>
                      <dgm:constrLst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</dgm:forEach>
                </dgm:layoutNode>
              </dgm:if>
              <dgm:else name="Name30"/>
            </dgm:choose>
          </dgm:layoutNode>
        </dgm:else>
      </dgm:choose>
      <dgm:forEach name="Name31" axis="precedSib" ptType="sibTrans" st="-1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05/8/layout/chevron2">
  <dgm:title val=""/>
  <dgm:desc val=""/>
  <dgm:catLst>
    <dgm:cat type="process" pri="12000"/>
    <dgm:cat type="list" pri="16000"/>
    <dgm:cat type="convert" pri="1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</dgm:ptLst>
      <dgm:cxnLst>
        <dgm:cxn modelId="4" srcId="0" destId="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linearFlow">
    <dgm:varLst>
      <dgm:dir/>
      <dgm:animLvl val="lvl"/>
      <dgm:resizeHandles val="exact"/>
    </dgm:varLst>
    <dgm:alg type="lin">
      <dgm:param type="linDir" val="fromT"/>
      <dgm:param type="nodeHorzAlign" val="l"/>
    </dgm:alg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h" for="des" forName="parentText" op="equ"/>
      <dgm:constr type="h" for="ch" forName="sp" val="-14.88"/>
      <dgm:constr type="h" for="ch" forName="sp" refType="w" refFor="des" refForName="parentText" op="gte" fact="-0.3"/>
      <dgm:constr type="primFontSz" for="des" forName="parentText" op="equ" val="65"/>
      <dgm:constr type="primFontSz" for="des" forName="descendantText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t" for="ch" forName="parentText"/>
              <dgm:constr type="l" for="ch" forName="parentText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 refType="w" refFor="ch" refForName="pare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if>
          <dgm:else name="Name3">
            <dgm:constrLst>
              <dgm:constr type="t" for="ch" forName="parentText"/>
              <dgm:constr type="r" for="ch" forName="parentText" refType="w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else>
        </dgm:choose>
        <dgm:ruleLst/>
        <dgm:layoutNode name="parentText" styleLbl="alignNode1">
          <dgm:varLst>
            <dgm:chMax val="1"/>
            <dgm:bulletEnabled val="1"/>
          </dgm:varLst>
          <dgm:alg type="tx"/>
          <dgm:shape xmlns:r="http://schemas.openxmlformats.org/officeDocument/2006/relationships" rot="90" type="chevron" r:blip="">
            <dgm:adjLst/>
          </dgm:shape>
          <dgm:presOf axis="self" ptType="node"/>
          <dgm:constrLst>
            <dgm:constr type="lMarg" refType="primFontSz" fact="0.05"/>
            <dgm:constr type="rMarg" refType="primFontSz" fact="0.05"/>
            <dgm:constr type="tMarg" refType="primFontSz" fact="0.05"/>
            <dgm:constr type="bMarg" refType="primFontSz" fact="0.05"/>
          </dgm:constrLst>
          <dgm:ruleLst>
            <dgm:rule type="h" val="100" fact="NaN" max="NaN"/>
            <dgm:rule type="primFontSz" val="24" fact="NaN" max="NaN"/>
            <dgm:rule type="h" val="110" fact="NaN" max="NaN"/>
            <dgm:rule type="primFontSz" val="18" fact="NaN" max="NaN"/>
            <dgm:rule type="h" val="INF" fact="NaN" max="NaN"/>
            <dgm:rule type="primFontSz" val="5" fact="NaN" max="NaN"/>
          </dgm:ruleLst>
        </dgm:layoutNode>
        <dgm:layoutNode name="descendantText" styleLbl="alignAcc1">
          <dgm:varLst>
            <dgm:bulletEnabled val="1"/>
          </dgm:varLst>
          <dgm:choose name="Name4">
            <dgm:if name="Name5" func="var" arg="dir" op="equ" val="norm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rot="90" type="round2SameRect" r:blip="">
                <dgm:adjLst/>
              </dgm:shape>
            </dgm:if>
            <dgm:else name="Name6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rot="-90" type="round2SameRect" r:blip="">
                <dgm:adjLst/>
              </dgm:shape>
            </dgm:else>
          </dgm:choose>
          <dgm:presOf axis="des" ptType="node"/>
          <dgm:choose name="Name7">
            <dgm:if name="Name8" func="var" arg="dir" op="equ" val="norm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rMarg" refType="primFontSz" fact="0.05"/>
              </dgm:constrLst>
            </dgm:if>
            <dgm:else name="Name9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lMarg" refType="primFontSz" fact="0.05"/>
              </dgm:constrLst>
            </dgm:else>
          </dgm:choose>
          <dgm:ruleLst>
            <dgm:rule type="primFontSz" val="5" fact="NaN" max="NaN"/>
          </dgm:ruleLst>
        </dgm:layoutNode>
      </dgm:layoutNode>
      <dgm:forEach name="Name10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>
            <dgm:constr type="w" val="1"/>
            <dgm:constr type="h" val="37.5"/>
          </dgm:constrLst>
          <dgm:ruleLst/>
        </dgm:layoutNode>
      </dgm:forEach>
    </dgm:forEach>
  </dgm:layoutNode>
</dgm:layoutDef>
</file>

<file path=ppt/diagrams/layout9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10.xml><?xml version="1.0" encoding="utf-8"?>
<dgm:layoutDef xmlns:dgm="http://schemas.openxmlformats.org/drawingml/2006/diagram" xmlns:a="http://schemas.openxmlformats.org/drawingml/2006/main" uniqueId="urn:microsoft.com/office/officeart/2005/8/layout/process4">
  <dgm:title val=""/>
  <dgm:desc val=""/>
  <dgm:catLst>
    <dgm:cat type="process" pri="16000"/>
    <dgm:cat type="list" pri="20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alg type="lin">
      <dgm:param type="linDir" val="fromB"/>
    </dgm:alg>
    <dgm:shape xmlns:r="http://schemas.openxmlformats.org/officeDocument/2006/relationships" r:blip="">
      <dgm:adjLst/>
    </dgm:shape>
    <dgm:presOf/>
    <dgm:constrLst>
      <dgm:constr type="h" for="ch" forName="boxAndChildren" refType="h"/>
      <dgm:constr type="h" for="ch" forName="arrowAndChildren" refType="h" refFor="ch" refForName="boxAndChildren" op="equ" fact="1.538"/>
      <dgm:constr type="w" for="ch" forName="arrowAndChildren" refType="w"/>
      <dgm:constr type="w" for="ch" forName="boxAndChildren" refType="w"/>
      <dgm:constr type="h" for="ch" forName="sp" refType="h" fact="-0.015"/>
      <dgm:constr type="primFontSz" for="des" forName="parentTextBox" val="65"/>
      <dgm:constr type="primFontSz" for="des" forName="parentTextArrow" refType="primFontSz" refFor="des" refForName="parentTextBox" op="equ"/>
      <dgm:constr type="primFontSz" for="des" forName="childTextArrow" val="65"/>
      <dgm:constr type="primFontSz" for="des" forName="childTextBox" refType="primFontSz" refFor="des" refForName="childTextArrow" op="equ"/>
    </dgm:constrLst>
    <dgm:ruleLst/>
    <dgm:forEach name="Name1" axis="ch" ptType="node" st="-1" step="-1">
      <dgm:choose name="Name2">
        <dgm:if name="Name3" axis="self" ptType="node" func="revPos" op="equ" val="1">
          <dgm:layoutNode name="boxAndChildren">
            <dgm:alg type="composite"/>
            <dgm:shape xmlns:r="http://schemas.openxmlformats.org/officeDocument/2006/relationships" r:blip="">
              <dgm:adjLst/>
            </dgm:shape>
            <dgm:presOf/>
            <dgm:choose name="Name4">
              <dgm:if name="Name5" axis="ch" ptType="node" func="cnt" op="gte" val="1">
                <dgm:constrLst>
                  <dgm:constr type="w" for="ch" forName="parentTextBox" refType="w"/>
                  <dgm:constr type="h" for="ch" forName="parentTextBox" refType="h" fact="0.54"/>
                  <dgm:constr type="t" for="ch" forName="parentTextBox"/>
                  <dgm:constr type="w" for="ch" forName="entireBox" refType="w"/>
                  <dgm:constr type="h" for="ch" forName="entireBox" refType="h"/>
                  <dgm:constr type="w" for="ch" forName="descendantBox" refType="w"/>
                  <dgm:constr type="b" for="ch" forName="descendantBox" refType="h" fact="0.98"/>
                  <dgm:constr type="h" for="ch" forName="descendantBox" refType="h" fact="0.46"/>
                </dgm:constrLst>
              </dgm:if>
              <dgm:else name="Name6">
                <dgm:constrLst>
                  <dgm:constr type="w" for="ch" forName="parentTextBox" refType="w"/>
                  <dgm:constr type="h" for="ch" forName="parentTextBox" refType="h"/>
                </dgm:constrLst>
              </dgm:else>
            </dgm:choose>
            <dgm:ruleLst/>
            <dgm:layoutNode name="parentTextBox">
              <dgm:alg type="tx"/>
              <dgm:choose name="Name7">
                <dgm:if name="Name8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9">
                  <dgm:shape xmlns:r="http://schemas.openxmlformats.org/officeDocument/2006/relationships" type="rect" r:blip="">
                    <dgm:adjLst/>
                  </dgm:shape>
                </dgm:else>
              </dgm:choose>
              <dgm:presOf axis="self"/>
              <dgm:constrLst/>
              <dgm:ruleLst>
                <dgm:rule type="primFontSz" val="5" fact="NaN" max="NaN"/>
              </dgm:ruleLst>
            </dgm:layoutNode>
            <dgm:choose name="Name10">
              <dgm:if name="Name11" axis="ch" ptType="node" func="cnt" op="gte" val="1">
                <dgm:layoutNode name="entireBox">
                  <dgm:alg type="sp"/>
                  <dgm:shape xmlns:r="http://schemas.openxmlformats.org/officeDocument/2006/relationships" type="rect" r:blip="">
                    <dgm:adjLst/>
                  </dgm:shape>
                  <dgm:presOf axis="self"/>
                  <dgm:constrLst/>
                  <dgm:ruleLst/>
                </dgm:layoutNode>
                <dgm:layoutNode name="descendantBox" styleLbl="fgAccFollowNode1">
                  <dgm:choose name="Name12">
                    <dgm:if name="Name13" func="var" arg="dir" op="equ" val="norm">
                      <dgm:alg type="lin"/>
                    </dgm:if>
                    <dgm:else name="Name14">
                      <dgm:alg type="lin">
                        <dgm:param type="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for="ch" forName="childTextBox" refType="w"/>
                    <dgm:constr type="h" for="ch" forName="childTextBox" refType="h"/>
                  </dgm:constrLst>
                  <dgm:ruleLst/>
                  <dgm:forEach name="Name15" axis="ch" ptType="node">
                    <dgm:layoutNode name="childTextBox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rect" r:blip="">
                        <dgm:adjLst/>
                      </dgm:shape>
                      <dgm:presOf axis="desOrSelf" ptType="node"/>
                      <dgm:constrLst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</dgm:forEach>
                </dgm:layoutNode>
              </dgm:if>
              <dgm:else name="Name16"/>
            </dgm:choose>
          </dgm:layoutNode>
        </dgm:if>
        <dgm:else name="Name17">
          <dgm:layoutNode name="arrowAndChildren">
            <dgm:alg type="composite"/>
            <dgm:shape xmlns:r="http://schemas.openxmlformats.org/officeDocument/2006/relationships" r:blip="">
              <dgm:adjLst/>
            </dgm:shape>
            <dgm:presOf/>
            <dgm:choose name="Name18">
              <dgm:if name="Name19" axis="ch" ptType="node" func="cnt" op="gte" val="1">
                <dgm:constrLst>
                  <dgm:constr type="w" for="ch" forName="parentTextArrow" refType="w"/>
                  <dgm:constr type="t" for="ch" forName="parentTextArrow"/>
                  <dgm:constr type="h" for="ch" forName="parentTextArrow" refType="h" fact="0.351"/>
                  <dgm:constr type="w" for="ch" forName="arrow" refType="w"/>
                  <dgm:constr type="h" for="ch" forName="arrow" refType="h"/>
                  <dgm:constr type="w" for="ch" forName="descendantArrow" refType="w"/>
                  <dgm:constr type="b" for="ch" forName="descendantArrow" refType="h" fact="0.65"/>
                  <dgm:constr type="h" for="ch" forName="descendantArrow" refType="h" fact="0.299"/>
                </dgm:constrLst>
              </dgm:if>
              <dgm:else name="Name20">
                <dgm:constrLst>
                  <dgm:constr type="w" for="ch" forName="parentTextArrow" refType="w"/>
                  <dgm:constr type="h" for="ch" forName="parentTextArrow" refType="h"/>
                </dgm:constrLst>
              </dgm:else>
            </dgm:choose>
            <dgm:ruleLst/>
            <dgm:layoutNode name="parentTextArrow">
              <dgm:alg type="tx"/>
              <dgm:choose name="Name21">
                <dgm:if name="Name22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23">
                  <dgm:shape xmlns:r="http://schemas.openxmlformats.org/officeDocument/2006/relationships" rot="180" type="upArrowCallout" r:blip="">
                    <dgm:adjLst/>
                  </dgm:shape>
                </dgm:else>
              </dgm:choose>
              <dgm:presOf axis="self"/>
              <dgm:constrLst/>
              <dgm:ruleLst>
                <dgm:rule type="primFontSz" val="5" fact="NaN" max="NaN"/>
              </dgm:ruleLst>
            </dgm:layoutNode>
            <dgm:choose name="Name24">
              <dgm:if name="Name25" axis="ch" ptType="node" func="cnt" op="gte" val="1">
                <dgm:layoutNode name="arrow">
                  <dgm:alg type="sp"/>
                  <dgm:shape xmlns:r="http://schemas.openxmlformats.org/officeDocument/2006/relationships" rot="180" type="upArrowCallout" r:blip="">
                    <dgm:adjLst/>
                  </dgm:shape>
                  <dgm:presOf axis="self"/>
                  <dgm:constrLst/>
                  <dgm:ruleLst/>
                </dgm:layoutNode>
                <dgm:layoutNode name="descendantArrow">
                  <dgm:choose name="Name26">
                    <dgm:if name="Name27" func="var" arg="dir" op="equ" val="norm">
                      <dgm:alg type="lin"/>
                    </dgm:if>
                    <dgm:else name="Name28">
                      <dgm:alg type="lin">
                        <dgm:param type="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for="ch" forName="childTextArrow" refType="w"/>
                    <dgm:constr type="h" for="ch" forName="childTextArrow" refType="h"/>
                  </dgm:constrLst>
                  <dgm:ruleLst/>
                  <dgm:forEach name="Name29" axis="ch" ptType="node">
                    <dgm:layoutNode name="childTextArrow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rect" r:blip="">
                        <dgm:adjLst/>
                      </dgm:shape>
                      <dgm:presOf axis="desOrSelf" ptType="node"/>
                      <dgm:constrLst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</dgm:forEach>
                </dgm:layoutNode>
              </dgm:if>
              <dgm:else name="Name30"/>
            </dgm:choose>
          </dgm:layoutNode>
        </dgm:else>
      </dgm:choose>
      <dgm:forEach name="Name31" axis="precedSib" ptType="sibTrans" st="-1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11.xml><?xml version="1.0" encoding="utf-8"?>
<dgm:layoutDef xmlns:dgm="http://schemas.openxmlformats.org/drawingml/2006/diagram" xmlns:a="http://schemas.openxmlformats.org/drawingml/2006/main" uniqueId="urn:microsoft.com/office/officeart/2005/8/layout/process4">
  <dgm:title val=""/>
  <dgm:desc val=""/>
  <dgm:catLst>
    <dgm:cat type="process" pri="16000"/>
    <dgm:cat type="list" pri="20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alg type="lin">
      <dgm:param type="linDir" val="fromB"/>
    </dgm:alg>
    <dgm:shape xmlns:r="http://schemas.openxmlformats.org/officeDocument/2006/relationships" r:blip="">
      <dgm:adjLst/>
    </dgm:shape>
    <dgm:presOf/>
    <dgm:constrLst>
      <dgm:constr type="h" for="ch" forName="boxAndChildren" refType="h"/>
      <dgm:constr type="h" for="ch" forName="arrowAndChildren" refType="h" refFor="ch" refForName="boxAndChildren" op="equ" fact="1.538"/>
      <dgm:constr type="w" for="ch" forName="arrowAndChildren" refType="w"/>
      <dgm:constr type="w" for="ch" forName="boxAndChildren" refType="w"/>
      <dgm:constr type="h" for="ch" forName="sp" refType="h" fact="-0.015"/>
      <dgm:constr type="primFontSz" for="des" forName="parentTextBox" val="65"/>
      <dgm:constr type="primFontSz" for="des" forName="parentTextArrow" refType="primFontSz" refFor="des" refForName="parentTextBox" op="equ"/>
      <dgm:constr type="primFontSz" for="des" forName="childTextArrow" val="65"/>
      <dgm:constr type="primFontSz" for="des" forName="childTextBox" refType="primFontSz" refFor="des" refForName="childTextArrow" op="equ"/>
    </dgm:constrLst>
    <dgm:ruleLst/>
    <dgm:forEach name="Name1" axis="ch" ptType="node" st="-1" step="-1">
      <dgm:choose name="Name2">
        <dgm:if name="Name3" axis="self" ptType="node" func="revPos" op="equ" val="1">
          <dgm:layoutNode name="boxAndChildren">
            <dgm:alg type="composite"/>
            <dgm:shape xmlns:r="http://schemas.openxmlformats.org/officeDocument/2006/relationships" r:blip="">
              <dgm:adjLst/>
            </dgm:shape>
            <dgm:presOf/>
            <dgm:choose name="Name4">
              <dgm:if name="Name5" axis="ch" ptType="node" func="cnt" op="gte" val="1">
                <dgm:constrLst>
                  <dgm:constr type="w" for="ch" forName="parentTextBox" refType="w"/>
                  <dgm:constr type="h" for="ch" forName="parentTextBox" refType="h" fact="0.54"/>
                  <dgm:constr type="t" for="ch" forName="parentTextBox"/>
                  <dgm:constr type="w" for="ch" forName="entireBox" refType="w"/>
                  <dgm:constr type="h" for="ch" forName="entireBox" refType="h"/>
                  <dgm:constr type="w" for="ch" forName="descendantBox" refType="w"/>
                  <dgm:constr type="b" for="ch" forName="descendantBox" refType="h" fact="0.98"/>
                  <dgm:constr type="h" for="ch" forName="descendantBox" refType="h" fact="0.46"/>
                </dgm:constrLst>
              </dgm:if>
              <dgm:else name="Name6">
                <dgm:constrLst>
                  <dgm:constr type="w" for="ch" forName="parentTextBox" refType="w"/>
                  <dgm:constr type="h" for="ch" forName="parentTextBox" refType="h"/>
                </dgm:constrLst>
              </dgm:else>
            </dgm:choose>
            <dgm:ruleLst/>
            <dgm:layoutNode name="parentTextBox">
              <dgm:alg type="tx"/>
              <dgm:choose name="Name7">
                <dgm:if name="Name8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9">
                  <dgm:shape xmlns:r="http://schemas.openxmlformats.org/officeDocument/2006/relationships" type="rect" r:blip="">
                    <dgm:adjLst/>
                  </dgm:shape>
                </dgm:else>
              </dgm:choose>
              <dgm:presOf axis="self"/>
              <dgm:constrLst/>
              <dgm:ruleLst>
                <dgm:rule type="primFontSz" val="5" fact="NaN" max="NaN"/>
              </dgm:ruleLst>
            </dgm:layoutNode>
            <dgm:choose name="Name10">
              <dgm:if name="Name11" axis="ch" ptType="node" func="cnt" op="gte" val="1">
                <dgm:layoutNode name="entireBox">
                  <dgm:alg type="sp"/>
                  <dgm:shape xmlns:r="http://schemas.openxmlformats.org/officeDocument/2006/relationships" type="rect" r:blip="">
                    <dgm:adjLst/>
                  </dgm:shape>
                  <dgm:presOf axis="self"/>
                  <dgm:constrLst/>
                  <dgm:ruleLst/>
                </dgm:layoutNode>
                <dgm:layoutNode name="descendantBox" styleLbl="fgAccFollowNode1">
                  <dgm:choose name="Name12">
                    <dgm:if name="Name13" func="var" arg="dir" op="equ" val="norm">
                      <dgm:alg type="lin"/>
                    </dgm:if>
                    <dgm:else name="Name14">
                      <dgm:alg type="lin">
                        <dgm:param type="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for="ch" forName="childTextBox" refType="w"/>
                    <dgm:constr type="h" for="ch" forName="childTextBox" refType="h"/>
                  </dgm:constrLst>
                  <dgm:ruleLst/>
                  <dgm:forEach name="Name15" axis="ch" ptType="node">
                    <dgm:layoutNode name="childTextBox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rect" r:blip="">
                        <dgm:adjLst/>
                      </dgm:shape>
                      <dgm:presOf axis="desOrSelf" ptType="node"/>
                      <dgm:constrLst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</dgm:forEach>
                </dgm:layoutNode>
              </dgm:if>
              <dgm:else name="Name16"/>
            </dgm:choose>
          </dgm:layoutNode>
        </dgm:if>
        <dgm:else name="Name17">
          <dgm:layoutNode name="arrowAndChildren">
            <dgm:alg type="composite"/>
            <dgm:shape xmlns:r="http://schemas.openxmlformats.org/officeDocument/2006/relationships" r:blip="">
              <dgm:adjLst/>
            </dgm:shape>
            <dgm:presOf/>
            <dgm:choose name="Name18">
              <dgm:if name="Name19" axis="ch" ptType="node" func="cnt" op="gte" val="1">
                <dgm:constrLst>
                  <dgm:constr type="w" for="ch" forName="parentTextArrow" refType="w"/>
                  <dgm:constr type="t" for="ch" forName="parentTextArrow"/>
                  <dgm:constr type="h" for="ch" forName="parentTextArrow" refType="h" fact="0.351"/>
                  <dgm:constr type="w" for="ch" forName="arrow" refType="w"/>
                  <dgm:constr type="h" for="ch" forName="arrow" refType="h"/>
                  <dgm:constr type="w" for="ch" forName="descendantArrow" refType="w"/>
                  <dgm:constr type="b" for="ch" forName="descendantArrow" refType="h" fact="0.65"/>
                  <dgm:constr type="h" for="ch" forName="descendantArrow" refType="h" fact="0.299"/>
                </dgm:constrLst>
              </dgm:if>
              <dgm:else name="Name20">
                <dgm:constrLst>
                  <dgm:constr type="w" for="ch" forName="parentTextArrow" refType="w"/>
                  <dgm:constr type="h" for="ch" forName="parentTextArrow" refType="h"/>
                </dgm:constrLst>
              </dgm:else>
            </dgm:choose>
            <dgm:ruleLst/>
            <dgm:layoutNode name="parentTextArrow">
              <dgm:alg type="tx"/>
              <dgm:choose name="Name21">
                <dgm:if name="Name22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23">
                  <dgm:shape xmlns:r="http://schemas.openxmlformats.org/officeDocument/2006/relationships" rot="180" type="upArrowCallout" r:blip="">
                    <dgm:adjLst/>
                  </dgm:shape>
                </dgm:else>
              </dgm:choose>
              <dgm:presOf axis="self"/>
              <dgm:constrLst/>
              <dgm:ruleLst>
                <dgm:rule type="primFontSz" val="5" fact="NaN" max="NaN"/>
              </dgm:ruleLst>
            </dgm:layoutNode>
            <dgm:choose name="Name24">
              <dgm:if name="Name25" axis="ch" ptType="node" func="cnt" op="gte" val="1">
                <dgm:layoutNode name="arrow">
                  <dgm:alg type="sp"/>
                  <dgm:shape xmlns:r="http://schemas.openxmlformats.org/officeDocument/2006/relationships" rot="180" type="upArrowCallout" r:blip="">
                    <dgm:adjLst/>
                  </dgm:shape>
                  <dgm:presOf axis="self"/>
                  <dgm:constrLst/>
                  <dgm:ruleLst/>
                </dgm:layoutNode>
                <dgm:layoutNode name="descendantArrow">
                  <dgm:choose name="Name26">
                    <dgm:if name="Name27" func="var" arg="dir" op="equ" val="norm">
                      <dgm:alg type="lin"/>
                    </dgm:if>
                    <dgm:else name="Name28">
                      <dgm:alg type="lin">
                        <dgm:param type="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for="ch" forName="childTextArrow" refType="w"/>
                    <dgm:constr type="h" for="ch" forName="childTextArrow" refType="h"/>
                  </dgm:constrLst>
                  <dgm:ruleLst/>
                  <dgm:forEach name="Name29" axis="ch" ptType="node">
                    <dgm:layoutNode name="childTextArrow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rect" r:blip="">
                        <dgm:adjLst/>
                      </dgm:shape>
                      <dgm:presOf axis="desOrSelf" ptType="node"/>
                      <dgm:constrLst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</dgm:forEach>
                </dgm:layoutNode>
              </dgm:if>
              <dgm:else name="Name30"/>
            </dgm:choose>
          </dgm:layoutNode>
        </dgm:else>
      </dgm:choose>
      <dgm:forEach name="Name31" axis="precedSib" ptType="sibTrans" st="-1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12.xml><?xml version="1.0" encoding="utf-8"?>
<dgm:layoutDef xmlns:dgm="http://schemas.openxmlformats.org/drawingml/2006/diagram" xmlns:a="http://schemas.openxmlformats.org/drawingml/2006/main" uniqueId="urn:microsoft.com/office/officeart/2005/8/layout/process4">
  <dgm:title val=""/>
  <dgm:desc val=""/>
  <dgm:catLst>
    <dgm:cat type="process" pri="16000"/>
    <dgm:cat type="list" pri="20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alg type="lin">
      <dgm:param type="linDir" val="fromB"/>
    </dgm:alg>
    <dgm:shape xmlns:r="http://schemas.openxmlformats.org/officeDocument/2006/relationships" r:blip="">
      <dgm:adjLst/>
    </dgm:shape>
    <dgm:presOf/>
    <dgm:constrLst>
      <dgm:constr type="h" for="ch" forName="boxAndChildren" refType="h"/>
      <dgm:constr type="h" for="ch" forName="arrowAndChildren" refType="h" refFor="ch" refForName="boxAndChildren" op="equ" fact="1.538"/>
      <dgm:constr type="w" for="ch" forName="arrowAndChildren" refType="w"/>
      <dgm:constr type="w" for="ch" forName="boxAndChildren" refType="w"/>
      <dgm:constr type="h" for="ch" forName="sp" refType="h" fact="-0.015"/>
      <dgm:constr type="primFontSz" for="des" forName="parentTextBox" val="65"/>
      <dgm:constr type="primFontSz" for="des" forName="parentTextArrow" refType="primFontSz" refFor="des" refForName="parentTextBox" op="equ"/>
      <dgm:constr type="primFontSz" for="des" forName="childTextArrow" val="65"/>
      <dgm:constr type="primFontSz" for="des" forName="childTextBox" refType="primFontSz" refFor="des" refForName="childTextArrow" op="equ"/>
    </dgm:constrLst>
    <dgm:ruleLst/>
    <dgm:forEach name="Name1" axis="ch" ptType="node" st="-1" step="-1">
      <dgm:choose name="Name2">
        <dgm:if name="Name3" axis="self" ptType="node" func="revPos" op="equ" val="1">
          <dgm:layoutNode name="boxAndChildren">
            <dgm:alg type="composite"/>
            <dgm:shape xmlns:r="http://schemas.openxmlformats.org/officeDocument/2006/relationships" r:blip="">
              <dgm:adjLst/>
            </dgm:shape>
            <dgm:presOf/>
            <dgm:choose name="Name4">
              <dgm:if name="Name5" axis="ch" ptType="node" func="cnt" op="gte" val="1">
                <dgm:constrLst>
                  <dgm:constr type="w" for="ch" forName="parentTextBox" refType="w"/>
                  <dgm:constr type="h" for="ch" forName="parentTextBox" refType="h" fact="0.54"/>
                  <dgm:constr type="t" for="ch" forName="parentTextBox"/>
                  <dgm:constr type="w" for="ch" forName="entireBox" refType="w"/>
                  <dgm:constr type="h" for="ch" forName="entireBox" refType="h"/>
                  <dgm:constr type="w" for="ch" forName="descendantBox" refType="w"/>
                  <dgm:constr type="b" for="ch" forName="descendantBox" refType="h" fact="0.98"/>
                  <dgm:constr type="h" for="ch" forName="descendantBox" refType="h" fact="0.46"/>
                </dgm:constrLst>
              </dgm:if>
              <dgm:else name="Name6">
                <dgm:constrLst>
                  <dgm:constr type="w" for="ch" forName="parentTextBox" refType="w"/>
                  <dgm:constr type="h" for="ch" forName="parentTextBox" refType="h"/>
                </dgm:constrLst>
              </dgm:else>
            </dgm:choose>
            <dgm:ruleLst/>
            <dgm:layoutNode name="parentTextBox">
              <dgm:alg type="tx"/>
              <dgm:choose name="Name7">
                <dgm:if name="Name8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9">
                  <dgm:shape xmlns:r="http://schemas.openxmlformats.org/officeDocument/2006/relationships" type="rect" r:blip="">
                    <dgm:adjLst/>
                  </dgm:shape>
                </dgm:else>
              </dgm:choose>
              <dgm:presOf axis="self"/>
              <dgm:constrLst/>
              <dgm:ruleLst>
                <dgm:rule type="primFontSz" val="5" fact="NaN" max="NaN"/>
              </dgm:ruleLst>
            </dgm:layoutNode>
            <dgm:choose name="Name10">
              <dgm:if name="Name11" axis="ch" ptType="node" func="cnt" op="gte" val="1">
                <dgm:layoutNode name="entireBox">
                  <dgm:alg type="sp"/>
                  <dgm:shape xmlns:r="http://schemas.openxmlformats.org/officeDocument/2006/relationships" type="rect" r:blip="">
                    <dgm:adjLst/>
                  </dgm:shape>
                  <dgm:presOf axis="self"/>
                  <dgm:constrLst/>
                  <dgm:ruleLst/>
                </dgm:layoutNode>
                <dgm:layoutNode name="descendantBox" styleLbl="fgAccFollowNode1">
                  <dgm:choose name="Name12">
                    <dgm:if name="Name13" func="var" arg="dir" op="equ" val="norm">
                      <dgm:alg type="lin"/>
                    </dgm:if>
                    <dgm:else name="Name14">
                      <dgm:alg type="lin">
                        <dgm:param type="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for="ch" forName="childTextBox" refType="w"/>
                    <dgm:constr type="h" for="ch" forName="childTextBox" refType="h"/>
                  </dgm:constrLst>
                  <dgm:ruleLst/>
                  <dgm:forEach name="Name15" axis="ch" ptType="node">
                    <dgm:layoutNode name="childTextBox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rect" r:blip="">
                        <dgm:adjLst/>
                      </dgm:shape>
                      <dgm:presOf axis="desOrSelf" ptType="node"/>
                      <dgm:constrLst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</dgm:forEach>
                </dgm:layoutNode>
              </dgm:if>
              <dgm:else name="Name16"/>
            </dgm:choose>
          </dgm:layoutNode>
        </dgm:if>
        <dgm:else name="Name17">
          <dgm:layoutNode name="arrowAndChildren">
            <dgm:alg type="composite"/>
            <dgm:shape xmlns:r="http://schemas.openxmlformats.org/officeDocument/2006/relationships" r:blip="">
              <dgm:adjLst/>
            </dgm:shape>
            <dgm:presOf/>
            <dgm:choose name="Name18">
              <dgm:if name="Name19" axis="ch" ptType="node" func="cnt" op="gte" val="1">
                <dgm:constrLst>
                  <dgm:constr type="w" for="ch" forName="parentTextArrow" refType="w"/>
                  <dgm:constr type="t" for="ch" forName="parentTextArrow"/>
                  <dgm:constr type="h" for="ch" forName="parentTextArrow" refType="h" fact="0.351"/>
                  <dgm:constr type="w" for="ch" forName="arrow" refType="w"/>
                  <dgm:constr type="h" for="ch" forName="arrow" refType="h"/>
                  <dgm:constr type="w" for="ch" forName="descendantArrow" refType="w"/>
                  <dgm:constr type="b" for="ch" forName="descendantArrow" refType="h" fact="0.65"/>
                  <dgm:constr type="h" for="ch" forName="descendantArrow" refType="h" fact="0.299"/>
                </dgm:constrLst>
              </dgm:if>
              <dgm:else name="Name20">
                <dgm:constrLst>
                  <dgm:constr type="w" for="ch" forName="parentTextArrow" refType="w"/>
                  <dgm:constr type="h" for="ch" forName="parentTextArrow" refType="h"/>
                </dgm:constrLst>
              </dgm:else>
            </dgm:choose>
            <dgm:ruleLst/>
            <dgm:layoutNode name="parentTextArrow">
              <dgm:alg type="tx"/>
              <dgm:choose name="Name21">
                <dgm:if name="Name22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23">
                  <dgm:shape xmlns:r="http://schemas.openxmlformats.org/officeDocument/2006/relationships" rot="180" type="upArrowCallout" r:blip="">
                    <dgm:adjLst/>
                  </dgm:shape>
                </dgm:else>
              </dgm:choose>
              <dgm:presOf axis="self"/>
              <dgm:constrLst/>
              <dgm:ruleLst>
                <dgm:rule type="primFontSz" val="5" fact="NaN" max="NaN"/>
              </dgm:ruleLst>
            </dgm:layoutNode>
            <dgm:choose name="Name24">
              <dgm:if name="Name25" axis="ch" ptType="node" func="cnt" op="gte" val="1">
                <dgm:layoutNode name="arrow">
                  <dgm:alg type="sp"/>
                  <dgm:shape xmlns:r="http://schemas.openxmlformats.org/officeDocument/2006/relationships" rot="180" type="upArrowCallout" r:blip="">
                    <dgm:adjLst/>
                  </dgm:shape>
                  <dgm:presOf axis="self"/>
                  <dgm:constrLst/>
                  <dgm:ruleLst/>
                </dgm:layoutNode>
                <dgm:layoutNode name="descendantArrow">
                  <dgm:choose name="Name26">
                    <dgm:if name="Name27" func="var" arg="dir" op="equ" val="norm">
                      <dgm:alg type="lin"/>
                    </dgm:if>
                    <dgm:else name="Name28">
                      <dgm:alg type="lin">
                        <dgm:param type="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for="ch" forName="childTextArrow" refType="w"/>
                    <dgm:constr type="h" for="ch" forName="childTextArrow" refType="h"/>
                  </dgm:constrLst>
                  <dgm:ruleLst/>
                  <dgm:forEach name="Name29" axis="ch" ptType="node">
                    <dgm:layoutNode name="childTextArrow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rect" r:blip="">
                        <dgm:adjLst/>
                      </dgm:shape>
                      <dgm:presOf axis="desOrSelf" ptType="node"/>
                      <dgm:constrLst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</dgm:forEach>
                </dgm:layoutNode>
              </dgm:if>
              <dgm:else name="Name30"/>
            </dgm:choose>
          </dgm:layoutNode>
        </dgm:else>
      </dgm:choose>
      <dgm:forEach name="Name31" axis="precedSib" ptType="sibTrans" st="-1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13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14.xml><?xml version="1.0" encoding="utf-8"?>
<dgm:layoutDef xmlns:dgm="http://schemas.openxmlformats.org/drawingml/2006/diagram" xmlns:a="http://schemas.openxmlformats.org/drawingml/2006/main" uniqueId="urn:microsoft.com/office/officeart/2005/8/layout/hProcess9">
  <dgm:title val=""/>
  <dgm:desc val=""/>
  <dgm:catLst>
    <dgm:cat type="process" pri="5000"/>
    <dgm:cat type="convert" pri="13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CompostProcess">
    <dgm:varLst>
      <dgm:dir/>
      <dgm:resizeHandles val="exact"/>
    </dgm:varLst>
    <dgm:alg type="composite">
      <dgm:param type="horzAlign" val="ctr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arrow" refType="w" fact="0.85"/>
      <dgm:constr type="h" for="ch" forName="arrow" refType="h"/>
      <dgm:constr type="ctrX" for="ch" forName="arrow" refType="w" fact="0.5"/>
      <dgm:constr type="ctrY" for="ch" forName="arrow" refType="h" fact="0.5"/>
      <dgm:constr type="w" for="ch" forName="linearProcess" refType="w"/>
      <dgm:constr type="h" for="ch" forName="linearProcess" refType="h" fact="0.4"/>
      <dgm:constr type="ctrX" for="ch" forName="linearProcess" refType="w" fact="0.5"/>
      <dgm:constr type="ctrY" for="ch" forName="linearProcess" refType="h" fact="0.5"/>
    </dgm:constrLst>
    <dgm:ruleLst/>
    <dgm:layoutNode name="arrow" styleLbl="bgShp">
      <dgm:alg type="sp"/>
      <dgm:choose name="Name0">
        <dgm:if name="Name1" func="var" arg="dir" op="equ" val="norm">
          <dgm:shape xmlns:r="http://schemas.openxmlformats.org/officeDocument/2006/relationships" type="rightArrow" r:blip="">
            <dgm:adjLst/>
          </dgm:shape>
        </dgm:if>
        <dgm:else name="Name2">
          <dgm:shape xmlns:r="http://schemas.openxmlformats.org/officeDocument/2006/relationships" type="leftArrow" r:blip="">
            <dgm:adjLst/>
          </dgm:shape>
        </dgm:else>
      </dgm:choose>
      <dgm:presOf/>
      <dgm:constrLst/>
      <dgm:ruleLst/>
    </dgm:layoutNode>
    <dgm:layoutNode name="linearProcess">
      <dgm:choose name="Name3">
        <dgm:if name="Name4" func="var" arg="dir" op="equ" val="norm">
          <dgm:alg type="lin"/>
        </dgm:if>
        <dgm:else name="Name5">
          <dgm:alg type="lin">
            <dgm:param type="linDir" val="from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userA" for="ch" ptType="node" refType="w"/>
        <dgm:constr type="h" for="ch" ptType="node" refType="h"/>
        <dgm:constr type="w" for="ch" ptType="node" op="equ"/>
        <dgm:constr type="w" for="ch" forName="sibTrans" refType="w" fact="0.05"/>
        <dgm:constr type="primFontSz" for="ch" ptType="node" op="equ" val="65"/>
      </dgm:constrLst>
      <dgm:ruleLst/>
      <dgm:forEach name="Name6" axis="ch" ptType="node">
        <dgm:layoutNode name="textNode" styleLbl="node1">
          <dgm:varLst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desOrSelf" ptType="node"/>
          <dgm:constrLst>
            <dgm:constr type="userA"/>
            <dgm:constr type="w" refType="userA" fact="0.3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w" val="NaN" fact="1" max="NaN"/>
            <dgm:rule type="primFontSz" val="5" fact="NaN" max="NaN"/>
          </dgm:ruleLst>
        </dgm:layoutNode>
        <dgm:forEach name="Name7" axis="followSib" ptType="sibTrans" cnt="1">
          <dgm:layoutNode name="sibTrans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forEach>
      </dgm:forEach>
    </dgm:layoutNode>
  </dgm:layoutNode>
</dgm:layoutDef>
</file>

<file path=ppt/diagrams/layout15.xml><?xml version="1.0" encoding="utf-8"?>
<dgm:layoutDef xmlns:dgm="http://schemas.openxmlformats.org/drawingml/2006/diagram" xmlns:a="http://schemas.openxmlformats.org/drawingml/2006/main" uniqueId="urn:microsoft.com/office/officeart/2005/8/layout/process4">
  <dgm:title val=""/>
  <dgm:desc val=""/>
  <dgm:catLst>
    <dgm:cat type="process" pri="16000"/>
    <dgm:cat type="list" pri="20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alg type="lin">
      <dgm:param type="linDir" val="fromB"/>
    </dgm:alg>
    <dgm:shape xmlns:r="http://schemas.openxmlformats.org/officeDocument/2006/relationships" r:blip="">
      <dgm:adjLst/>
    </dgm:shape>
    <dgm:presOf/>
    <dgm:constrLst>
      <dgm:constr type="h" for="ch" forName="boxAndChildren" refType="h"/>
      <dgm:constr type="h" for="ch" forName="arrowAndChildren" refType="h" refFor="ch" refForName="boxAndChildren" op="equ" fact="1.538"/>
      <dgm:constr type="w" for="ch" forName="arrowAndChildren" refType="w"/>
      <dgm:constr type="w" for="ch" forName="boxAndChildren" refType="w"/>
      <dgm:constr type="h" for="ch" forName="sp" refType="h" fact="-0.015"/>
      <dgm:constr type="primFontSz" for="des" forName="parentTextBox" val="65"/>
      <dgm:constr type="primFontSz" for="des" forName="parentTextArrow" refType="primFontSz" refFor="des" refForName="parentTextBox" op="equ"/>
      <dgm:constr type="primFontSz" for="des" forName="childTextArrow" val="65"/>
      <dgm:constr type="primFontSz" for="des" forName="childTextBox" refType="primFontSz" refFor="des" refForName="childTextArrow" op="equ"/>
    </dgm:constrLst>
    <dgm:ruleLst/>
    <dgm:forEach name="Name1" axis="ch" ptType="node" st="-1" step="-1">
      <dgm:choose name="Name2">
        <dgm:if name="Name3" axis="self" ptType="node" func="revPos" op="equ" val="1">
          <dgm:layoutNode name="boxAndChildren">
            <dgm:alg type="composite"/>
            <dgm:shape xmlns:r="http://schemas.openxmlformats.org/officeDocument/2006/relationships" r:blip="">
              <dgm:adjLst/>
            </dgm:shape>
            <dgm:presOf/>
            <dgm:choose name="Name4">
              <dgm:if name="Name5" axis="ch" ptType="node" func="cnt" op="gte" val="1">
                <dgm:constrLst>
                  <dgm:constr type="w" for="ch" forName="parentTextBox" refType="w"/>
                  <dgm:constr type="h" for="ch" forName="parentTextBox" refType="h" fact="0.54"/>
                  <dgm:constr type="t" for="ch" forName="parentTextBox"/>
                  <dgm:constr type="w" for="ch" forName="entireBox" refType="w"/>
                  <dgm:constr type="h" for="ch" forName="entireBox" refType="h"/>
                  <dgm:constr type="w" for="ch" forName="descendantBox" refType="w"/>
                  <dgm:constr type="b" for="ch" forName="descendantBox" refType="h" fact="0.98"/>
                  <dgm:constr type="h" for="ch" forName="descendantBox" refType="h" fact="0.46"/>
                </dgm:constrLst>
              </dgm:if>
              <dgm:else name="Name6">
                <dgm:constrLst>
                  <dgm:constr type="w" for="ch" forName="parentTextBox" refType="w"/>
                  <dgm:constr type="h" for="ch" forName="parentTextBox" refType="h"/>
                </dgm:constrLst>
              </dgm:else>
            </dgm:choose>
            <dgm:ruleLst/>
            <dgm:layoutNode name="parentTextBox">
              <dgm:alg type="tx"/>
              <dgm:choose name="Name7">
                <dgm:if name="Name8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9">
                  <dgm:shape xmlns:r="http://schemas.openxmlformats.org/officeDocument/2006/relationships" type="rect" r:blip="">
                    <dgm:adjLst/>
                  </dgm:shape>
                </dgm:else>
              </dgm:choose>
              <dgm:presOf axis="self"/>
              <dgm:constrLst/>
              <dgm:ruleLst>
                <dgm:rule type="primFontSz" val="5" fact="NaN" max="NaN"/>
              </dgm:ruleLst>
            </dgm:layoutNode>
            <dgm:choose name="Name10">
              <dgm:if name="Name11" axis="ch" ptType="node" func="cnt" op="gte" val="1">
                <dgm:layoutNode name="entireBox">
                  <dgm:alg type="sp"/>
                  <dgm:shape xmlns:r="http://schemas.openxmlformats.org/officeDocument/2006/relationships" type="rect" r:blip="">
                    <dgm:adjLst/>
                  </dgm:shape>
                  <dgm:presOf axis="self"/>
                  <dgm:constrLst/>
                  <dgm:ruleLst/>
                </dgm:layoutNode>
                <dgm:layoutNode name="descendantBox" styleLbl="fgAccFollowNode1">
                  <dgm:choose name="Name12">
                    <dgm:if name="Name13" func="var" arg="dir" op="equ" val="norm">
                      <dgm:alg type="lin"/>
                    </dgm:if>
                    <dgm:else name="Name14">
                      <dgm:alg type="lin">
                        <dgm:param type="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for="ch" forName="childTextBox" refType="w"/>
                    <dgm:constr type="h" for="ch" forName="childTextBox" refType="h"/>
                  </dgm:constrLst>
                  <dgm:ruleLst/>
                  <dgm:forEach name="Name15" axis="ch" ptType="node">
                    <dgm:layoutNode name="childTextBox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rect" r:blip="">
                        <dgm:adjLst/>
                      </dgm:shape>
                      <dgm:presOf axis="desOrSelf" ptType="node"/>
                      <dgm:constrLst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</dgm:forEach>
                </dgm:layoutNode>
              </dgm:if>
              <dgm:else name="Name16"/>
            </dgm:choose>
          </dgm:layoutNode>
        </dgm:if>
        <dgm:else name="Name17">
          <dgm:layoutNode name="arrowAndChildren">
            <dgm:alg type="composite"/>
            <dgm:shape xmlns:r="http://schemas.openxmlformats.org/officeDocument/2006/relationships" r:blip="">
              <dgm:adjLst/>
            </dgm:shape>
            <dgm:presOf/>
            <dgm:choose name="Name18">
              <dgm:if name="Name19" axis="ch" ptType="node" func="cnt" op="gte" val="1">
                <dgm:constrLst>
                  <dgm:constr type="w" for="ch" forName="parentTextArrow" refType="w"/>
                  <dgm:constr type="t" for="ch" forName="parentTextArrow"/>
                  <dgm:constr type="h" for="ch" forName="parentTextArrow" refType="h" fact="0.351"/>
                  <dgm:constr type="w" for="ch" forName="arrow" refType="w"/>
                  <dgm:constr type="h" for="ch" forName="arrow" refType="h"/>
                  <dgm:constr type="w" for="ch" forName="descendantArrow" refType="w"/>
                  <dgm:constr type="b" for="ch" forName="descendantArrow" refType="h" fact="0.65"/>
                  <dgm:constr type="h" for="ch" forName="descendantArrow" refType="h" fact="0.299"/>
                </dgm:constrLst>
              </dgm:if>
              <dgm:else name="Name20">
                <dgm:constrLst>
                  <dgm:constr type="w" for="ch" forName="parentTextArrow" refType="w"/>
                  <dgm:constr type="h" for="ch" forName="parentTextArrow" refType="h"/>
                </dgm:constrLst>
              </dgm:else>
            </dgm:choose>
            <dgm:ruleLst/>
            <dgm:layoutNode name="parentTextArrow">
              <dgm:alg type="tx"/>
              <dgm:choose name="Name21">
                <dgm:if name="Name22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23">
                  <dgm:shape xmlns:r="http://schemas.openxmlformats.org/officeDocument/2006/relationships" rot="180" type="upArrowCallout" r:blip="">
                    <dgm:adjLst/>
                  </dgm:shape>
                </dgm:else>
              </dgm:choose>
              <dgm:presOf axis="self"/>
              <dgm:constrLst/>
              <dgm:ruleLst>
                <dgm:rule type="primFontSz" val="5" fact="NaN" max="NaN"/>
              </dgm:ruleLst>
            </dgm:layoutNode>
            <dgm:choose name="Name24">
              <dgm:if name="Name25" axis="ch" ptType="node" func="cnt" op="gte" val="1">
                <dgm:layoutNode name="arrow">
                  <dgm:alg type="sp"/>
                  <dgm:shape xmlns:r="http://schemas.openxmlformats.org/officeDocument/2006/relationships" rot="180" type="upArrowCallout" r:blip="">
                    <dgm:adjLst/>
                  </dgm:shape>
                  <dgm:presOf axis="self"/>
                  <dgm:constrLst/>
                  <dgm:ruleLst/>
                </dgm:layoutNode>
                <dgm:layoutNode name="descendantArrow">
                  <dgm:choose name="Name26">
                    <dgm:if name="Name27" func="var" arg="dir" op="equ" val="norm">
                      <dgm:alg type="lin"/>
                    </dgm:if>
                    <dgm:else name="Name28">
                      <dgm:alg type="lin">
                        <dgm:param type="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for="ch" forName="childTextArrow" refType="w"/>
                    <dgm:constr type="h" for="ch" forName="childTextArrow" refType="h"/>
                  </dgm:constrLst>
                  <dgm:ruleLst/>
                  <dgm:forEach name="Name29" axis="ch" ptType="node">
                    <dgm:layoutNode name="childTextArrow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rect" r:blip="">
                        <dgm:adjLst/>
                      </dgm:shape>
                      <dgm:presOf axis="desOrSelf" ptType="node"/>
                      <dgm:constrLst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</dgm:forEach>
                </dgm:layoutNode>
              </dgm:if>
              <dgm:else name="Name30"/>
            </dgm:choose>
          </dgm:layoutNode>
        </dgm:else>
      </dgm:choose>
      <dgm:forEach name="Name31" axis="precedSib" ptType="sibTrans" st="-1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16.xml><?xml version="1.0" encoding="utf-8"?>
<dgm:layoutDef xmlns:dgm="http://schemas.openxmlformats.org/drawingml/2006/diagram" xmlns:a="http://schemas.openxmlformats.org/drawingml/2006/main" uniqueId="urn:microsoft.com/office/officeart/2005/8/layout/process4">
  <dgm:title val=""/>
  <dgm:desc val=""/>
  <dgm:catLst>
    <dgm:cat type="process" pri="16000"/>
    <dgm:cat type="list" pri="20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alg type="lin">
      <dgm:param type="linDir" val="fromB"/>
    </dgm:alg>
    <dgm:shape xmlns:r="http://schemas.openxmlformats.org/officeDocument/2006/relationships" r:blip="">
      <dgm:adjLst/>
    </dgm:shape>
    <dgm:presOf/>
    <dgm:constrLst>
      <dgm:constr type="h" for="ch" forName="boxAndChildren" refType="h"/>
      <dgm:constr type="h" for="ch" forName="arrowAndChildren" refType="h" refFor="ch" refForName="boxAndChildren" op="equ" fact="1.538"/>
      <dgm:constr type="w" for="ch" forName="arrowAndChildren" refType="w"/>
      <dgm:constr type="w" for="ch" forName="boxAndChildren" refType="w"/>
      <dgm:constr type="h" for="ch" forName="sp" refType="h" fact="-0.015"/>
      <dgm:constr type="primFontSz" for="des" forName="parentTextBox" val="65"/>
      <dgm:constr type="primFontSz" for="des" forName="parentTextArrow" refType="primFontSz" refFor="des" refForName="parentTextBox" op="equ"/>
      <dgm:constr type="primFontSz" for="des" forName="childTextArrow" val="65"/>
      <dgm:constr type="primFontSz" for="des" forName="childTextBox" refType="primFontSz" refFor="des" refForName="childTextArrow" op="equ"/>
    </dgm:constrLst>
    <dgm:ruleLst/>
    <dgm:forEach name="Name1" axis="ch" ptType="node" st="-1" step="-1">
      <dgm:choose name="Name2">
        <dgm:if name="Name3" axis="self" ptType="node" func="revPos" op="equ" val="1">
          <dgm:layoutNode name="boxAndChildren">
            <dgm:alg type="composite"/>
            <dgm:shape xmlns:r="http://schemas.openxmlformats.org/officeDocument/2006/relationships" r:blip="">
              <dgm:adjLst/>
            </dgm:shape>
            <dgm:presOf/>
            <dgm:choose name="Name4">
              <dgm:if name="Name5" axis="ch" ptType="node" func="cnt" op="gte" val="1">
                <dgm:constrLst>
                  <dgm:constr type="w" for="ch" forName="parentTextBox" refType="w"/>
                  <dgm:constr type="h" for="ch" forName="parentTextBox" refType="h" fact="0.54"/>
                  <dgm:constr type="t" for="ch" forName="parentTextBox"/>
                  <dgm:constr type="w" for="ch" forName="entireBox" refType="w"/>
                  <dgm:constr type="h" for="ch" forName="entireBox" refType="h"/>
                  <dgm:constr type="w" for="ch" forName="descendantBox" refType="w"/>
                  <dgm:constr type="b" for="ch" forName="descendantBox" refType="h" fact="0.98"/>
                  <dgm:constr type="h" for="ch" forName="descendantBox" refType="h" fact="0.46"/>
                </dgm:constrLst>
              </dgm:if>
              <dgm:else name="Name6">
                <dgm:constrLst>
                  <dgm:constr type="w" for="ch" forName="parentTextBox" refType="w"/>
                  <dgm:constr type="h" for="ch" forName="parentTextBox" refType="h"/>
                </dgm:constrLst>
              </dgm:else>
            </dgm:choose>
            <dgm:ruleLst/>
            <dgm:layoutNode name="parentTextBox">
              <dgm:alg type="tx"/>
              <dgm:choose name="Name7">
                <dgm:if name="Name8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9">
                  <dgm:shape xmlns:r="http://schemas.openxmlformats.org/officeDocument/2006/relationships" type="rect" r:blip="">
                    <dgm:adjLst/>
                  </dgm:shape>
                </dgm:else>
              </dgm:choose>
              <dgm:presOf axis="self"/>
              <dgm:constrLst/>
              <dgm:ruleLst>
                <dgm:rule type="primFontSz" val="5" fact="NaN" max="NaN"/>
              </dgm:ruleLst>
            </dgm:layoutNode>
            <dgm:choose name="Name10">
              <dgm:if name="Name11" axis="ch" ptType="node" func="cnt" op="gte" val="1">
                <dgm:layoutNode name="entireBox">
                  <dgm:alg type="sp"/>
                  <dgm:shape xmlns:r="http://schemas.openxmlformats.org/officeDocument/2006/relationships" type="rect" r:blip="">
                    <dgm:adjLst/>
                  </dgm:shape>
                  <dgm:presOf axis="self"/>
                  <dgm:constrLst/>
                  <dgm:ruleLst/>
                </dgm:layoutNode>
                <dgm:layoutNode name="descendantBox" styleLbl="fgAccFollowNode1">
                  <dgm:choose name="Name12">
                    <dgm:if name="Name13" func="var" arg="dir" op="equ" val="norm">
                      <dgm:alg type="lin"/>
                    </dgm:if>
                    <dgm:else name="Name14">
                      <dgm:alg type="lin">
                        <dgm:param type="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for="ch" forName="childTextBox" refType="w"/>
                    <dgm:constr type="h" for="ch" forName="childTextBox" refType="h"/>
                  </dgm:constrLst>
                  <dgm:ruleLst/>
                  <dgm:forEach name="Name15" axis="ch" ptType="node">
                    <dgm:layoutNode name="childTextBox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rect" r:blip="">
                        <dgm:adjLst/>
                      </dgm:shape>
                      <dgm:presOf axis="desOrSelf" ptType="node"/>
                      <dgm:constrLst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</dgm:forEach>
                </dgm:layoutNode>
              </dgm:if>
              <dgm:else name="Name16"/>
            </dgm:choose>
          </dgm:layoutNode>
        </dgm:if>
        <dgm:else name="Name17">
          <dgm:layoutNode name="arrowAndChildren">
            <dgm:alg type="composite"/>
            <dgm:shape xmlns:r="http://schemas.openxmlformats.org/officeDocument/2006/relationships" r:blip="">
              <dgm:adjLst/>
            </dgm:shape>
            <dgm:presOf/>
            <dgm:choose name="Name18">
              <dgm:if name="Name19" axis="ch" ptType="node" func="cnt" op="gte" val="1">
                <dgm:constrLst>
                  <dgm:constr type="w" for="ch" forName="parentTextArrow" refType="w"/>
                  <dgm:constr type="t" for="ch" forName="parentTextArrow"/>
                  <dgm:constr type="h" for="ch" forName="parentTextArrow" refType="h" fact="0.351"/>
                  <dgm:constr type="w" for="ch" forName="arrow" refType="w"/>
                  <dgm:constr type="h" for="ch" forName="arrow" refType="h"/>
                  <dgm:constr type="w" for="ch" forName="descendantArrow" refType="w"/>
                  <dgm:constr type="b" for="ch" forName="descendantArrow" refType="h" fact="0.65"/>
                  <dgm:constr type="h" for="ch" forName="descendantArrow" refType="h" fact="0.299"/>
                </dgm:constrLst>
              </dgm:if>
              <dgm:else name="Name20">
                <dgm:constrLst>
                  <dgm:constr type="w" for="ch" forName="parentTextArrow" refType="w"/>
                  <dgm:constr type="h" for="ch" forName="parentTextArrow" refType="h"/>
                </dgm:constrLst>
              </dgm:else>
            </dgm:choose>
            <dgm:ruleLst/>
            <dgm:layoutNode name="parentTextArrow">
              <dgm:alg type="tx"/>
              <dgm:choose name="Name21">
                <dgm:if name="Name22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23">
                  <dgm:shape xmlns:r="http://schemas.openxmlformats.org/officeDocument/2006/relationships" rot="180" type="upArrowCallout" r:blip="">
                    <dgm:adjLst/>
                  </dgm:shape>
                </dgm:else>
              </dgm:choose>
              <dgm:presOf axis="self"/>
              <dgm:constrLst/>
              <dgm:ruleLst>
                <dgm:rule type="primFontSz" val="5" fact="NaN" max="NaN"/>
              </dgm:ruleLst>
            </dgm:layoutNode>
            <dgm:choose name="Name24">
              <dgm:if name="Name25" axis="ch" ptType="node" func="cnt" op="gte" val="1">
                <dgm:layoutNode name="arrow">
                  <dgm:alg type="sp"/>
                  <dgm:shape xmlns:r="http://schemas.openxmlformats.org/officeDocument/2006/relationships" rot="180" type="upArrowCallout" r:blip="">
                    <dgm:adjLst/>
                  </dgm:shape>
                  <dgm:presOf axis="self"/>
                  <dgm:constrLst/>
                  <dgm:ruleLst/>
                </dgm:layoutNode>
                <dgm:layoutNode name="descendantArrow">
                  <dgm:choose name="Name26">
                    <dgm:if name="Name27" func="var" arg="dir" op="equ" val="norm">
                      <dgm:alg type="lin"/>
                    </dgm:if>
                    <dgm:else name="Name28">
                      <dgm:alg type="lin">
                        <dgm:param type="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for="ch" forName="childTextArrow" refType="w"/>
                    <dgm:constr type="h" for="ch" forName="childTextArrow" refType="h"/>
                  </dgm:constrLst>
                  <dgm:ruleLst/>
                  <dgm:forEach name="Name29" axis="ch" ptType="node">
                    <dgm:layoutNode name="childTextArrow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rect" r:blip="">
                        <dgm:adjLst/>
                      </dgm:shape>
                      <dgm:presOf axis="desOrSelf" ptType="node"/>
                      <dgm:constrLst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</dgm:forEach>
                </dgm:layoutNode>
              </dgm:if>
              <dgm:else name="Name30"/>
            </dgm:choose>
          </dgm:layoutNode>
        </dgm:else>
      </dgm:choose>
      <dgm:forEach name="Name31" axis="precedSib" ptType="sibTrans" st="-1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17.xml><?xml version="1.0" encoding="utf-8"?>
<dgm:layoutDef xmlns:dgm="http://schemas.openxmlformats.org/drawingml/2006/diagram" xmlns:a="http://schemas.openxmlformats.org/drawingml/2006/main" uniqueId="urn:microsoft.com/office/officeart/2005/8/layout/hList6">
  <dgm:title val=""/>
  <dgm:desc val=""/>
  <dgm:catLst>
    <dgm:cat type="list" pri="18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ptType="node" refType="h"/>
      <dgm:constr type="w" for="ch" ptType="node" refType="w"/>
      <dgm:constr type="primFontSz" for="ch" ptType="node" op="equ"/>
      <dgm:constr type="w" for="ch" forName="sibTrans" refType="w" fact="0.075"/>
    </dgm:constrLst>
    <dgm:ruleLst/>
    <dgm:forEach name="nodesForEach" axis="ch" ptType="node">
      <dgm:layoutNode name="node">
        <dgm:varLst>
          <dgm:bulletEnabled val="1"/>
        </dgm:varLst>
        <dgm:alg type="tx"/>
        <dgm:choose name="Name4">
          <dgm:if name="Name5" func="var" arg="dir" op="equ" val="norm">
            <dgm:shape xmlns:r="http://schemas.openxmlformats.org/officeDocument/2006/relationships" rot="-90" type="flowChartManualOperation" r:blip="">
              <dgm:adjLst/>
            </dgm:shape>
          </dgm:if>
          <dgm:else name="Name6">
            <dgm:shape xmlns:r="http://schemas.openxmlformats.org/officeDocument/2006/relationships" rot="90" type="flowChartManualOperation" r:blip="">
              <dgm:adjLst/>
            </dgm:shape>
          </dgm:else>
        </dgm:choose>
        <dgm:presOf axis="desOrSelf" ptType="node"/>
        <dgm:constrLst>
          <dgm:constr type="primFontSz" val="65"/>
          <dgm:constr type="tMarg"/>
          <dgm:constr type="bMarg"/>
          <dgm:constr type="lMarg" refType="primFontSz" fact="0.5"/>
          <dgm:constr type="rMarg" refType="lMarg"/>
        </dgm:constrLst>
        <dgm:ruleLst>
          <dgm:rule type="primFontSz" val="5" fact="NaN" max="NaN"/>
        </dgm:ruleLst>
      </dgm:layoutNode>
      <dgm:forEach name="sibTransForEach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18.xml><?xml version="1.0" encoding="utf-8"?>
<dgm:layoutDef xmlns:dgm="http://schemas.openxmlformats.org/drawingml/2006/diagram" xmlns:a="http://schemas.openxmlformats.org/drawingml/2006/main" uniqueId="urn:microsoft.com/office/officeart/2005/8/layout/process4">
  <dgm:title val=""/>
  <dgm:desc val=""/>
  <dgm:catLst>
    <dgm:cat type="process" pri="16000"/>
    <dgm:cat type="list" pri="20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alg type="lin">
      <dgm:param type="linDir" val="fromB"/>
    </dgm:alg>
    <dgm:shape xmlns:r="http://schemas.openxmlformats.org/officeDocument/2006/relationships" r:blip="">
      <dgm:adjLst/>
    </dgm:shape>
    <dgm:presOf/>
    <dgm:constrLst>
      <dgm:constr type="h" for="ch" forName="boxAndChildren" refType="h"/>
      <dgm:constr type="h" for="ch" forName="arrowAndChildren" refType="h" refFor="ch" refForName="boxAndChildren" op="equ" fact="1.538"/>
      <dgm:constr type="w" for="ch" forName="arrowAndChildren" refType="w"/>
      <dgm:constr type="w" for="ch" forName="boxAndChildren" refType="w"/>
      <dgm:constr type="h" for="ch" forName="sp" refType="h" fact="-0.015"/>
      <dgm:constr type="primFontSz" for="des" forName="parentTextBox" val="65"/>
      <dgm:constr type="primFontSz" for="des" forName="parentTextArrow" refType="primFontSz" refFor="des" refForName="parentTextBox" op="equ"/>
      <dgm:constr type="primFontSz" for="des" forName="childTextArrow" val="65"/>
      <dgm:constr type="primFontSz" for="des" forName="childTextBox" refType="primFontSz" refFor="des" refForName="childTextArrow" op="equ"/>
    </dgm:constrLst>
    <dgm:ruleLst/>
    <dgm:forEach name="Name1" axis="ch" ptType="node" st="-1" step="-1">
      <dgm:choose name="Name2">
        <dgm:if name="Name3" axis="self" ptType="node" func="revPos" op="equ" val="1">
          <dgm:layoutNode name="boxAndChildren">
            <dgm:alg type="composite"/>
            <dgm:shape xmlns:r="http://schemas.openxmlformats.org/officeDocument/2006/relationships" r:blip="">
              <dgm:adjLst/>
            </dgm:shape>
            <dgm:presOf/>
            <dgm:choose name="Name4">
              <dgm:if name="Name5" axis="ch" ptType="node" func="cnt" op="gte" val="1">
                <dgm:constrLst>
                  <dgm:constr type="w" for="ch" forName="parentTextBox" refType="w"/>
                  <dgm:constr type="h" for="ch" forName="parentTextBox" refType="h" fact="0.54"/>
                  <dgm:constr type="t" for="ch" forName="parentTextBox"/>
                  <dgm:constr type="w" for="ch" forName="entireBox" refType="w"/>
                  <dgm:constr type="h" for="ch" forName="entireBox" refType="h"/>
                  <dgm:constr type="w" for="ch" forName="descendantBox" refType="w"/>
                  <dgm:constr type="b" for="ch" forName="descendantBox" refType="h" fact="0.98"/>
                  <dgm:constr type="h" for="ch" forName="descendantBox" refType="h" fact="0.46"/>
                </dgm:constrLst>
              </dgm:if>
              <dgm:else name="Name6">
                <dgm:constrLst>
                  <dgm:constr type="w" for="ch" forName="parentTextBox" refType="w"/>
                  <dgm:constr type="h" for="ch" forName="parentTextBox" refType="h"/>
                </dgm:constrLst>
              </dgm:else>
            </dgm:choose>
            <dgm:ruleLst/>
            <dgm:layoutNode name="parentTextBox">
              <dgm:alg type="tx"/>
              <dgm:choose name="Name7">
                <dgm:if name="Name8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9">
                  <dgm:shape xmlns:r="http://schemas.openxmlformats.org/officeDocument/2006/relationships" type="rect" r:blip="">
                    <dgm:adjLst/>
                  </dgm:shape>
                </dgm:else>
              </dgm:choose>
              <dgm:presOf axis="self"/>
              <dgm:constrLst/>
              <dgm:ruleLst>
                <dgm:rule type="primFontSz" val="5" fact="NaN" max="NaN"/>
              </dgm:ruleLst>
            </dgm:layoutNode>
            <dgm:choose name="Name10">
              <dgm:if name="Name11" axis="ch" ptType="node" func="cnt" op="gte" val="1">
                <dgm:layoutNode name="entireBox">
                  <dgm:alg type="sp"/>
                  <dgm:shape xmlns:r="http://schemas.openxmlformats.org/officeDocument/2006/relationships" type="rect" r:blip="">
                    <dgm:adjLst/>
                  </dgm:shape>
                  <dgm:presOf axis="self"/>
                  <dgm:constrLst/>
                  <dgm:ruleLst/>
                </dgm:layoutNode>
                <dgm:layoutNode name="descendantBox" styleLbl="fgAccFollowNode1">
                  <dgm:choose name="Name12">
                    <dgm:if name="Name13" func="var" arg="dir" op="equ" val="norm">
                      <dgm:alg type="lin"/>
                    </dgm:if>
                    <dgm:else name="Name14">
                      <dgm:alg type="lin">
                        <dgm:param type="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for="ch" forName="childTextBox" refType="w"/>
                    <dgm:constr type="h" for="ch" forName="childTextBox" refType="h"/>
                  </dgm:constrLst>
                  <dgm:ruleLst/>
                  <dgm:forEach name="Name15" axis="ch" ptType="node">
                    <dgm:layoutNode name="childTextBox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rect" r:blip="">
                        <dgm:adjLst/>
                      </dgm:shape>
                      <dgm:presOf axis="desOrSelf" ptType="node"/>
                      <dgm:constrLst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</dgm:forEach>
                </dgm:layoutNode>
              </dgm:if>
              <dgm:else name="Name16"/>
            </dgm:choose>
          </dgm:layoutNode>
        </dgm:if>
        <dgm:else name="Name17">
          <dgm:layoutNode name="arrowAndChildren">
            <dgm:alg type="composite"/>
            <dgm:shape xmlns:r="http://schemas.openxmlformats.org/officeDocument/2006/relationships" r:blip="">
              <dgm:adjLst/>
            </dgm:shape>
            <dgm:presOf/>
            <dgm:choose name="Name18">
              <dgm:if name="Name19" axis="ch" ptType="node" func="cnt" op="gte" val="1">
                <dgm:constrLst>
                  <dgm:constr type="w" for="ch" forName="parentTextArrow" refType="w"/>
                  <dgm:constr type="t" for="ch" forName="parentTextArrow"/>
                  <dgm:constr type="h" for="ch" forName="parentTextArrow" refType="h" fact="0.351"/>
                  <dgm:constr type="w" for="ch" forName="arrow" refType="w"/>
                  <dgm:constr type="h" for="ch" forName="arrow" refType="h"/>
                  <dgm:constr type="w" for="ch" forName="descendantArrow" refType="w"/>
                  <dgm:constr type="b" for="ch" forName="descendantArrow" refType="h" fact="0.65"/>
                  <dgm:constr type="h" for="ch" forName="descendantArrow" refType="h" fact="0.299"/>
                </dgm:constrLst>
              </dgm:if>
              <dgm:else name="Name20">
                <dgm:constrLst>
                  <dgm:constr type="w" for="ch" forName="parentTextArrow" refType="w"/>
                  <dgm:constr type="h" for="ch" forName="parentTextArrow" refType="h"/>
                </dgm:constrLst>
              </dgm:else>
            </dgm:choose>
            <dgm:ruleLst/>
            <dgm:layoutNode name="parentTextArrow">
              <dgm:alg type="tx"/>
              <dgm:choose name="Name21">
                <dgm:if name="Name22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23">
                  <dgm:shape xmlns:r="http://schemas.openxmlformats.org/officeDocument/2006/relationships" rot="180" type="upArrowCallout" r:blip="">
                    <dgm:adjLst/>
                  </dgm:shape>
                </dgm:else>
              </dgm:choose>
              <dgm:presOf axis="self"/>
              <dgm:constrLst/>
              <dgm:ruleLst>
                <dgm:rule type="primFontSz" val="5" fact="NaN" max="NaN"/>
              </dgm:ruleLst>
            </dgm:layoutNode>
            <dgm:choose name="Name24">
              <dgm:if name="Name25" axis="ch" ptType="node" func="cnt" op="gte" val="1">
                <dgm:layoutNode name="arrow">
                  <dgm:alg type="sp"/>
                  <dgm:shape xmlns:r="http://schemas.openxmlformats.org/officeDocument/2006/relationships" rot="180" type="upArrowCallout" r:blip="">
                    <dgm:adjLst/>
                  </dgm:shape>
                  <dgm:presOf axis="self"/>
                  <dgm:constrLst/>
                  <dgm:ruleLst/>
                </dgm:layoutNode>
                <dgm:layoutNode name="descendantArrow">
                  <dgm:choose name="Name26">
                    <dgm:if name="Name27" func="var" arg="dir" op="equ" val="norm">
                      <dgm:alg type="lin"/>
                    </dgm:if>
                    <dgm:else name="Name28">
                      <dgm:alg type="lin">
                        <dgm:param type="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for="ch" forName="childTextArrow" refType="w"/>
                    <dgm:constr type="h" for="ch" forName="childTextArrow" refType="h"/>
                  </dgm:constrLst>
                  <dgm:ruleLst/>
                  <dgm:forEach name="Name29" axis="ch" ptType="node">
                    <dgm:layoutNode name="childTextArrow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rect" r:blip="">
                        <dgm:adjLst/>
                      </dgm:shape>
                      <dgm:presOf axis="desOrSelf" ptType="node"/>
                      <dgm:constrLst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</dgm:forEach>
                </dgm:layoutNode>
              </dgm:if>
              <dgm:else name="Name30"/>
            </dgm:choose>
          </dgm:layoutNode>
        </dgm:else>
      </dgm:choose>
      <dgm:forEach name="Name31" axis="precedSib" ptType="sibTrans" st="-1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19.xml><?xml version="1.0" encoding="utf-8"?>
<dgm:layoutDef xmlns:dgm="http://schemas.openxmlformats.org/drawingml/2006/diagram" xmlns:a="http://schemas.openxmlformats.org/drawingml/2006/main" uniqueId="urn:microsoft.com/office/officeart/2005/8/layout/hList6">
  <dgm:title val=""/>
  <dgm:desc val=""/>
  <dgm:catLst>
    <dgm:cat type="list" pri="18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ptType="node" refType="h"/>
      <dgm:constr type="w" for="ch" ptType="node" refType="w"/>
      <dgm:constr type="primFontSz" for="ch" ptType="node" op="equ"/>
      <dgm:constr type="w" for="ch" forName="sibTrans" refType="w" fact="0.075"/>
    </dgm:constrLst>
    <dgm:ruleLst/>
    <dgm:forEach name="nodesForEach" axis="ch" ptType="node">
      <dgm:layoutNode name="node">
        <dgm:varLst>
          <dgm:bulletEnabled val="1"/>
        </dgm:varLst>
        <dgm:alg type="tx"/>
        <dgm:choose name="Name4">
          <dgm:if name="Name5" func="var" arg="dir" op="equ" val="norm">
            <dgm:shape xmlns:r="http://schemas.openxmlformats.org/officeDocument/2006/relationships" rot="-90" type="flowChartManualOperation" r:blip="">
              <dgm:adjLst/>
            </dgm:shape>
          </dgm:if>
          <dgm:else name="Name6">
            <dgm:shape xmlns:r="http://schemas.openxmlformats.org/officeDocument/2006/relationships" rot="90" type="flowChartManualOperation" r:blip="">
              <dgm:adjLst/>
            </dgm:shape>
          </dgm:else>
        </dgm:choose>
        <dgm:presOf axis="desOrSelf" ptType="node"/>
        <dgm:constrLst>
          <dgm:constr type="primFontSz" val="65"/>
          <dgm:constr type="tMarg"/>
          <dgm:constr type="bMarg"/>
          <dgm:constr type="lMarg" refType="primFontSz" fact="0.5"/>
          <dgm:constr type="rMarg" refType="lMarg"/>
        </dgm:constrLst>
        <dgm:ruleLst>
          <dgm:rule type="primFontSz" val="5" fact="NaN" max="NaN"/>
        </dgm:ruleLst>
      </dgm:layoutNode>
      <dgm:forEach name="sibTransForEach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0.xml><?xml version="1.0" encoding="utf-8"?>
<dgm:layoutDef xmlns:dgm="http://schemas.openxmlformats.org/drawingml/2006/diagram" xmlns:a="http://schemas.openxmlformats.org/drawingml/2006/main" uniqueId="urn:microsoft.com/office/officeart/2005/8/layout/process4">
  <dgm:title val=""/>
  <dgm:desc val=""/>
  <dgm:catLst>
    <dgm:cat type="process" pri="16000"/>
    <dgm:cat type="list" pri="20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alg type="lin">
      <dgm:param type="linDir" val="fromB"/>
    </dgm:alg>
    <dgm:shape xmlns:r="http://schemas.openxmlformats.org/officeDocument/2006/relationships" r:blip="">
      <dgm:adjLst/>
    </dgm:shape>
    <dgm:presOf/>
    <dgm:constrLst>
      <dgm:constr type="h" for="ch" forName="boxAndChildren" refType="h"/>
      <dgm:constr type="h" for="ch" forName="arrowAndChildren" refType="h" refFor="ch" refForName="boxAndChildren" op="equ" fact="1.538"/>
      <dgm:constr type="w" for="ch" forName="arrowAndChildren" refType="w"/>
      <dgm:constr type="w" for="ch" forName="boxAndChildren" refType="w"/>
      <dgm:constr type="h" for="ch" forName="sp" refType="h" fact="-0.015"/>
      <dgm:constr type="primFontSz" for="des" forName="parentTextBox" val="65"/>
      <dgm:constr type="primFontSz" for="des" forName="parentTextArrow" refType="primFontSz" refFor="des" refForName="parentTextBox" op="equ"/>
      <dgm:constr type="primFontSz" for="des" forName="childTextArrow" val="65"/>
      <dgm:constr type="primFontSz" for="des" forName="childTextBox" refType="primFontSz" refFor="des" refForName="childTextArrow" op="equ"/>
    </dgm:constrLst>
    <dgm:ruleLst/>
    <dgm:forEach name="Name1" axis="ch" ptType="node" st="-1" step="-1">
      <dgm:choose name="Name2">
        <dgm:if name="Name3" axis="self" ptType="node" func="revPos" op="equ" val="1">
          <dgm:layoutNode name="boxAndChildren">
            <dgm:alg type="composite"/>
            <dgm:shape xmlns:r="http://schemas.openxmlformats.org/officeDocument/2006/relationships" r:blip="">
              <dgm:adjLst/>
            </dgm:shape>
            <dgm:presOf/>
            <dgm:choose name="Name4">
              <dgm:if name="Name5" axis="ch" ptType="node" func="cnt" op="gte" val="1">
                <dgm:constrLst>
                  <dgm:constr type="w" for="ch" forName="parentTextBox" refType="w"/>
                  <dgm:constr type="h" for="ch" forName="parentTextBox" refType="h" fact="0.54"/>
                  <dgm:constr type="t" for="ch" forName="parentTextBox"/>
                  <dgm:constr type="w" for="ch" forName="entireBox" refType="w"/>
                  <dgm:constr type="h" for="ch" forName="entireBox" refType="h"/>
                  <dgm:constr type="w" for="ch" forName="descendantBox" refType="w"/>
                  <dgm:constr type="b" for="ch" forName="descendantBox" refType="h" fact="0.98"/>
                  <dgm:constr type="h" for="ch" forName="descendantBox" refType="h" fact="0.46"/>
                </dgm:constrLst>
              </dgm:if>
              <dgm:else name="Name6">
                <dgm:constrLst>
                  <dgm:constr type="w" for="ch" forName="parentTextBox" refType="w"/>
                  <dgm:constr type="h" for="ch" forName="parentTextBox" refType="h"/>
                </dgm:constrLst>
              </dgm:else>
            </dgm:choose>
            <dgm:ruleLst/>
            <dgm:layoutNode name="parentTextBox">
              <dgm:alg type="tx"/>
              <dgm:choose name="Name7">
                <dgm:if name="Name8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9">
                  <dgm:shape xmlns:r="http://schemas.openxmlformats.org/officeDocument/2006/relationships" type="rect" r:blip="">
                    <dgm:adjLst/>
                  </dgm:shape>
                </dgm:else>
              </dgm:choose>
              <dgm:presOf axis="self"/>
              <dgm:constrLst/>
              <dgm:ruleLst>
                <dgm:rule type="primFontSz" val="5" fact="NaN" max="NaN"/>
              </dgm:ruleLst>
            </dgm:layoutNode>
            <dgm:choose name="Name10">
              <dgm:if name="Name11" axis="ch" ptType="node" func="cnt" op="gte" val="1">
                <dgm:layoutNode name="entireBox">
                  <dgm:alg type="sp"/>
                  <dgm:shape xmlns:r="http://schemas.openxmlformats.org/officeDocument/2006/relationships" type="rect" r:blip="">
                    <dgm:adjLst/>
                  </dgm:shape>
                  <dgm:presOf axis="self"/>
                  <dgm:constrLst/>
                  <dgm:ruleLst/>
                </dgm:layoutNode>
                <dgm:layoutNode name="descendantBox" styleLbl="fgAccFollowNode1">
                  <dgm:choose name="Name12">
                    <dgm:if name="Name13" func="var" arg="dir" op="equ" val="norm">
                      <dgm:alg type="lin"/>
                    </dgm:if>
                    <dgm:else name="Name14">
                      <dgm:alg type="lin">
                        <dgm:param type="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for="ch" forName="childTextBox" refType="w"/>
                    <dgm:constr type="h" for="ch" forName="childTextBox" refType="h"/>
                  </dgm:constrLst>
                  <dgm:ruleLst/>
                  <dgm:forEach name="Name15" axis="ch" ptType="node">
                    <dgm:layoutNode name="childTextBox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rect" r:blip="">
                        <dgm:adjLst/>
                      </dgm:shape>
                      <dgm:presOf axis="desOrSelf" ptType="node"/>
                      <dgm:constrLst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</dgm:forEach>
                </dgm:layoutNode>
              </dgm:if>
              <dgm:else name="Name16"/>
            </dgm:choose>
          </dgm:layoutNode>
        </dgm:if>
        <dgm:else name="Name17">
          <dgm:layoutNode name="arrowAndChildren">
            <dgm:alg type="composite"/>
            <dgm:shape xmlns:r="http://schemas.openxmlformats.org/officeDocument/2006/relationships" r:blip="">
              <dgm:adjLst/>
            </dgm:shape>
            <dgm:presOf/>
            <dgm:choose name="Name18">
              <dgm:if name="Name19" axis="ch" ptType="node" func="cnt" op="gte" val="1">
                <dgm:constrLst>
                  <dgm:constr type="w" for="ch" forName="parentTextArrow" refType="w"/>
                  <dgm:constr type="t" for="ch" forName="parentTextArrow"/>
                  <dgm:constr type="h" for="ch" forName="parentTextArrow" refType="h" fact="0.351"/>
                  <dgm:constr type="w" for="ch" forName="arrow" refType="w"/>
                  <dgm:constr type="h" for="ch" forName="arrow" refType="h"/>
                  <dgm:constr type="w" for="ch" forName="descendantArrow" refType="w"/>
                  <dgm:constr type="b" for="ch" forName="descendantArrow" refType="h" fact="0.65"/>
                  <dgm:constr type="h" for="ch" forName="descendantArrow" refType="h" fact="0.299"/>
                </dgm:constrLst>
              </dgm:if>
              <dgm:else name="Name20">
                <dgm:constrLst>
                  <dgm:constr type="w" for="ch" forName="parentTextArrow" refType="w"/>
                  <dgm:constr type="h" for="ch" forName="parentTextArrow" refType="h"/>
                </dgm:constrLst>
              </dgm:else>
            </dgm:choose>
            <dgm:ruleLst/>
            <dgm:layoutNode name="parentTextArrow">
              <dgm:alg type="tx"/>
              <dgm:choose name="Name21">
                <dgm:if name="Name22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23">
                  <dgm:shape xmlns:r="http://schemas.openxmlformats.org/officeDocument/2006/relationships" rot="180" type="upArrowCallout" r:blip="">
                    <dgm:adjLst/>
                  </dgm:shape>
                </dgm:else>
              </dgm:choose>
              <dgm:presOf axis="self"/>
              <dgm:constrLst/>
              <dgm:ruleLst>
                <dgm:rule type="primFontSz" val="5" fact="NaN" max="NaN"/>
              </dgm:ruleLst>
            </dgm:layoutNode>
            <dgm:choose name="Name24">
              <dgm:if name="Name25" axis="ch" ptType="node" func="cnt" op="gte" val="1">
                <dgm:layoutNode name="arrow">
                  <dgm:alg type="sp"/>
                  <dgm:shape xmlns:r="http://schemas.openxmlformats.org/officeDocument/2006/relationships" rot="180" type="upArrowCallout" r:blip="">
                    <dgm:adjLst/>
                  </dgm:shape>
                  <dgm:presOf axis="self"/>
                  <dgm:constrLst/>
                  <dgm:ruleLst/>
                </dgm:layoutNode>
                <dgm:layoutNode name="descendantArrow">
                  <dgm:choose name="Name26">
                    <dgm:if name="Name27" func="var" arg="dir" op="equ" val="norm">
                      <dgm:alg type="lin"/>
                    </dgm:if>
                    <dgm:else name="Name28">
                      <dgm:alg type="lin">
                        <dgm:param type="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for="ch" forName="childTextArrow" refType="w"/>
                    <dgm:constr type="h" for="ch" forName="childTextArrow" refType="h"/>
                  </dgm:constrLst>
                  <dgm:ruleLst/>
                  <dgm:forEach name="Name29" axis="ch" ptType="node">
                    <dgm:layoutNode name="childTextArrow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rect" r:blip="">
                        <dgm:adjLst/>
                      </dgm:shape>
                      <dgm:presOf axis="desOrSelf" ptType="node"/>
                      <dgm:constrLst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</dgm:forEach>
                </dgm:layoutNode>
              </dgm:if>
              <dgm:else name="Name30"/>
            </dgm:choose>
          </dgm:layoutNode>
        </dgm:else>
      </dgm:choose>
      <dgm:forEach name="Name31" axis="precedSib" ptType="sibTrans" st="-1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21.xml><?xml version="1.0" encoding="utf-8"?>
<dgm:layoutDef xmlns:dgm="http://schemas.openxmlformats.org/drawingml/2006/diagram" xmlns:a="http://schemas.openxmlformats.org/drawingml/2006/main" uniqueId="urn:microsoft.com/office/officeart/2005/8/layout/process4">
  <dgm:title val=""/>
  <dgm:desc val=""/>
  <dgm:catLst>
    <dgm:cat type="process" pri="16000"/>
    <dgm:cat type="list" pri="20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alg type="lin">
      <dgm:param type="linDir" val="fromB"/>
    </dgm:alg>
    <dgm:shape xmlns:r="http://schemas.openxmlformats.org/officeDocument/2006/relationships" r:blip="">
      <dgm:adjLst/>
    </dgm:shape>
    <dgm:presOf/>
    <dgm:constrLst>
      <dgm:constr type="h" for="ch" forName="boxAndChildren" refType="h"/>
      <dgm:constr type="h" for="ch" forName="arrowAndChildren" refType="h" refFor="ch" refForName="boxAndChildren" op="equ" fact="1.538"/>
      <dgm:constr type="w" for="ch" forName="arrowAndChildren" refType="w"/>
      <dgm:constr type="w" for="ch" forName="boxAndChildren" refType="w"/>
      <dgm:constr type="h" for="ch" forName="sp" refType="h" fact="-0.015"/>
      <dgm:constr type="primFontSz" for="des" forName="parentTextBox" val="65"/>
      <dgm:constr type="primFontSz" for="des" forName="parentTextArrow" refType="primFontSz" refFor="des" refForName="parentTextBox" op="equ"/>
      <dgm:constr type="primFontSz" for="des" forName="childTextArrow" val="65"/>
      <dgm:constr type="primFontSz" for="des" forName="childTextBox" refType="primFontSz" refFor="des" refForName="childTextArrow" op="equ"/>
    </dgm:constrLst>
    <dgm:ruleLst/>
    <dgm:forEach name="Name1" axis="ch" ptType="node" st="-1" step="-1">
      <dgm:choose name="Name2">
        <dgm:if name="Name3" axis="self" ptType="node" func="revPos" op="equ" val="1">
          <dgm:layoutNode name="boxAndChildren">
            <dgm:alg type="composite"/>
            <dgm:shape xmlns:r="http://schemas.openxmlformats.org/officeDocument/2006/relationships" r:blip="">
              <dgm:adjLst/>
            </dgm:shape>
            <dgm:presOf/>
            <dgm:choose name="Name4">
              <dgm:if name="Name5" axis="ch" ptType="node" func="cnt" op="gte" val="1">
                <dgm:constrLst>
                  <dgm:constr type="w" for="ch" forName="parentTextBox" refType="w"/>
                  <dgm:constr type="h" for="ch" forName="parentTextBox" refType="h" fact="0.54"/>
                  <dgm:constr type="t" for="ch" forName="parentTextBox"/>
                  <dgm:constr type="w" for="ch" forName="entireBox" refType="w"/>
                  <dgm:constr type="h" for="ch" forName="entireBox" refType="h"/>
                  <dgm:constr type="w" for="ch" forName="descendantBox" refType="w"/>
                  <dgm:constr type="b" for="ch" forName="descendantBox" refType="h" fact="0.98"/>
                  <dgm:constr type="h" for="ch" forName="descendantBox" refType="h" fact="0.46"/>
                </dgm:constrLst>
              </dgm:if>
              <dgm:else name="Name6">
                <dgm:constrLst>
                  <dgm:constr type="w" for="ch" forName="parentTextBox" refType="w"/>
                  <dgm:constr type="h" for="ch" forName="parentTextBox" refType="h"/>
                </dgm:constrLst>
              </dgm:else>
            </dgm:choose>
            <dgm:ruleLst/>
            <dgm:layoutNode name="parentTextBox">
              <dgm:alg type="tx"/>
              <dgm:choose name="Name7">
                <dgm:if name="Name8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9">
                  <dgm:shape xmlns:r="http://schemas.openxmlformats.org/officeDocument/2006/relationships" type="rect" r:blip="">
                    <dgm:adjLst/>
                  </dgm:shape>
                </dgm:else>
              </dgm:choose>
              <dgm:presOf axis="self"/>
              <dgm:constrLst/>
              <dgm:ruleLst>
                <dgm:rule type="primFontSz" val="5" fact="NaN" max="NaN"/>
              </dgm:ruleLst>
            </dgm:layoutNode>
            <dgm:choose name="Name10">
              <dgm:if name="Name11" axis="ch" ptType="node" func="cnt" op="gte" val="1">
                <dgm:layoutNode name="entireBox">
                  <dgm:alg type="sp"/>
                  <dgm:shape xmlns:r="http://schemas.openxmlformats.org/officeDocument/2006/relationships" type="rect" r:blip="">
                    <dgm:adjLst/>
                  </dgm:shape>
                  <dgm:presOf axis="self"/>
                  <dgm:constrLst/>
                  <dgm:ruleLst/>
                </dgm:layoutNode>
                <dgm:layoutNode name="descendantBox" styleLbl="fgAccFollowNode1">
                  <dgm:choose name="Name12">
                    <dgm:if name="Name13" func="var" arg="dir" op="equ" val="norm">
                      <dgm:alg type="lin"/>
                    </dgm:if>
                    <dgm:else name="Name14">
                      <dgm:alg type="lin">
                        <dgm:param type="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for="ch" forName="childTextBox" refType="w"/>
                    <dgm:constr type="h" for="ch" forName="childTextBox" refType="h"/>
                  </dgm:constrLst>
                  <dgm:ruleLst/>
                  <dgm:forEach name="Name15" axis="ch" ptType="node">
                    <dgm:layoutNode name="childTextBox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rect" r:blip="">
                        <dgm:adjLst/>
                      </dgm:shape>
                      <dgm:presOf axis="desOrSelf" ptType="node"/>
                      <dgm:constrLst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</dgm:forEach>
                </dgm:layoutNode>
              </dgm:if>
              <dgm:else name="Name16"/>
            </dgm:choose>
          </dgm:layoutNode>
        </dgm:if>
        <dgm:else name="Name17">
          <dgm:layoutNode name="arrowAndChildren">
            <dgm:alg type="composite"/>
            <dgm:shape xmlns:r="http://schemas.openxmlformats.org/officeDocument/2006/relationships" r:blip="">
              <dgm:adjLst/>
            </dgm:shape>
            <dgm:presOf/>
            <dgm:choose name="Name18">
              <dgm:if name="Name19" axis="ch" ptType="node" func="cnt" op="gte" val="1">
                <dgm:constrLst>
                  <dgm:constr type="w" for="ch" forName="parentTextArrow" refType="w"/>
                  <dgm:constr type="t" for="ch" forName="parentTextArrow"/>
                  <dgm:constr type="h" for="ch" forName="parentTextArrow" refType="h" fact="0.351"/>
                  <dgm:constr type="w" for="ch" forName="arrow" refType="w"/>
                  <dgm:constr type="h" for="ch" forName="arrow" refType="h"/>
                  <dgm:constr type="w" for="ch" forName="descendantArrow" refType="w"/>
                  <dgm:constr type="b" for="ch" forName="descendantArrow" refType="h" fact="0.65"/>
                  <dgm:constr type="h" for="ch" forName="descendantArrow" refType="h" fact="0.299"/>
                </dgm:constrLst>
              </dgm:if>
              <dgm:else name="Name20">
                <dgm:constrLst>
                  <dgm:constr type="w" for="ch" forName="parentTextArrow" refType="w"/>
                  <dgm:constr type="h" for="ch" forName="parentTextArrow" refType="h"/>
                </dgm:constrLst>
              </dgm:else>
            </dgm:choose>
            <dgm:ruleLst/>
            <dgm:layoutNode name="parentTextArrow">
              <dgm:alg type="tx"/>
              <dgm:choose name="Name21">
                <dgm:if name="Name22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23">
                  <dgm:shape xmlns:r="http://schemas.openxmlformats.org/officeDocument/2006/relationships" rot="180" type="upArrowCallout" r:blip="">
                    <dgm:adjLst/>
                  </dgm:shape>
                </dgm:else>
              </dgm:choose>
              <dgm:presOf axis="self"/>
              <dgm:constrLst/>
              <dgm:ruleLst>
                <dgm:rule type="primFontSz" val="5" fact="NaN" max="NaN"/>
              </dgm:ruleLst>
            </dgm:layoutNode>
            <dgm:choose name="Name24">
              <dgm:if name="Name25" axis="ch" ptType="node" func="cnt" op="gte" val="1">
                <dgm:layoutNode name="arrow">
                  <dgm:alg type="sp"/>
                  <dgm:shape xmlns:r="http://schemas.openxmlformats.org/officeDocument/2006/relationships" rot="180" type="upArrowCallout" r:blip="">
                    <dgm:adjLst/>
                  </dgm:shape>
                  <dgm:presOf axis="self"/>
                  <dgm:constrLst/>
                  <dgm:ruleLst/>
                </dgm:layoutNode>
                <dgm:layoutNode name="descendantArrow">
                  <dgm:choose name="Name26">
                    <dgm:if name="Name27" func="var" arg="dir" op="equ" val="norm">
                      <dgm:alg type="lin"/>
                    </dgm:if>
                    <dgm:else name="Name28">
                      <dgm:alg type="lin">
                        <dgm:param type="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for="ch" forName="childTextArrow" refType="w"/>
                    <dgm:constr type="h" for="ch" forName="childTextArrow" refType="h"/>
                  </dgm:constrLst>
                  <dgm:ruleLst/>
                  <dgm:forEach name="Name29" axis="ch" ptType="node">
                    <dgm:layoutNode name="childTextArrow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rect" r:blip="">
                        <dgm:adjLst/>
                      </dgm:shape>
                      <dgm:presOf axis="desOrSelf" ptType="node"/>
                      <dgm:constrLst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</dgm:forEach>
                </dgm:layoutNode>
              </dgm:if>
              <dgm:else name="Name30"/>
            </dgm:choose>
          </dgm:layoutNode>
        </dgm:else>
      </dgm:choose>
      <dgm:forEach name="Name31" axis="precedSib" ptType="sibTrans" st="-1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22.xml><?xml version="1.0" encoding="utf-8"?>
<dgm:layoutDef xmlns:dgm="http://schemas.openxmlformats.org/drawingml/2006/diagram" xmlns:a="http://schemas.openxmlformats.org/drawingml/2006/main" uniqueId="urn:microsoft.com/office/officeart/2005/8/layout/process4">
  <dgm:title val=""/>
  <dgm:desc val=""/>
  <dgm:catLst>
    <dgm:cat type="process" pri="16000"/>
    <dgm:cat type="list" pri="20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alg type="lin">
      <dgm:param type="linDir" val="fromB"/>
    </dgm:alg>
    <dgm:shape xmlns:r="http://schemas.openxmlformats.org/officeDocument/2006/relationships" r:blip="">
      <dgm:adjLst/>
    </dgm:shape>
    <dgm:presOf/>
    <dgm:constrLst>
      <dgm:constr type="h" for="ch" forName="boxAndChildren" refType="h"/>
      <dgm:constr type="h" for="ch" forName="arrowAndChildren" refType="h" refFor="ch" refForName="boxAndChildren" op="equ" fact="1.538"/>
      <dgm:constr type="w" for="ch" forName="arrowAndChildren" refType="w"/>
      <dgm:constr type="w" for="ch" forName="boxAndChildren" refType="w"/>
      <dgm:constr type="h" for="ch" forName="sp" refType="h" fact="-0.015"/>
      <dgm:constr type="primFontSz" for="des" forName="parentTextBox" val="65"/>
      <dgm:constr type="primFontSz" for="des" forName="parentTextArrow" refType="primFontSz" refFor="des" refForName="parentTextBox" op="equ"/>
      <dgm:constr type="primFontSz" for="des" forName="childTextArrow" val="65"/>
      <dgm:constr type="primFontSz" for="des" forName="childTextBox" refType="primFontSz" refFor="des" refForName="childTextArrow" op="equ"/>
    </dgm:constrLst>
    <dgm:ruleLst/>
    <dgm:forEach name="Name1" axis="ch" ptType="node" st="-1" step="-1">
      <dgm:choose name="Name2">
        <dgm:if name="Name3" axis="self" ptType="node" func="revPos" op="equ" val="1">
          <dgm:layoutNode name="boxAndChildren">
            <dgm:alg type="composite"/>
            <dgm:shape xmlns:r="http://schemas.openxmlformats.org/officeDocument/2006/relationships" r:blip="">
              <dgm:adjLst/>
            </dgm:shape>
            <dgm:presOf/>
            <dgm:choose name="Name4">
              <dgm:if name="Name5" axis="ch" ptType="node" func="cnt" op="gte" val="1">
                <dgm:constrLst>
                  <dgm:constr type="w" for="ch" forName="parentTextBox" refType="w"/>
                  <dgm:constr type="h" for="ch" forName="parentTextBox" refType="h" fact="0.54"/>
                  <dgm:constr type="t" for="ch" forName="parentTextBox"/>
                  <dgm:constr type="w" for="ch" forName="entireBox" refType="w"/>
                  <dgm:constr type="h" for="ch" forName="entireBox" refType="h"/>
                  <dgm:constr type="w" for="ch" forName="descendantBox" refType="w"/>
                  <dgm:constr type="b" for="ch" forName="descendantBox" refType="h" fact="0.98"/>
                  <dgm:constr type="h" for="ch" forName="descendantBox" refType="h" fact="0.46"/>
                </dgm:constrLst>
              </dgm:if>
              <dgm:else name="Name6">
                <dgm:constrLst>
                  <dgm:constr type="w" for="ch" forName="parentTextBox" refType="w"/>
                  <dgm:constr type="h" for="ch" forName="parentTextBox" refType="h"/>
                </dgm:constrLst>
              </dgm:else>
            </dgm:choose>
            <dgm:ruleLst/>
            <dgm:layoutNode name="parentTextBox">
              <dgm:alg type="tx"/>
              <dgm:choose name="Name7">
                <dgm:if name="Name8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9">
                  <dgm:shape xmlns:r="http://schemas.openxmlformats.org/officeDocument/2006/relationships" type="rect" r:blip="">
                    <dgm:adjLst/>
                  </dgm:shape>
                </dgm:else>
              </dgm:choose>
              <dgm:presOf axis="self"/>
              <dgm:constrLst/>
              <dgm:ruleLst>
                <dgm:rule type="primFontSz" val="5" fact="NaN" max="NaN"/>
              </dgm:ruleLst>
            </dgm:layoutNode>
            <dgm:choose name="Name10">
              <dgm:if name="Name11" axis="ch" ptType="node" func="cnt" op="gte" val="1">
                <dgm:layoutNode name="entireBox">
                  <dgm:alg type="sp"/>
                  <dgm:shape xmlns:r="http://schemas.openxmlformats.org/officeDocument/2006/relationships" type="rect" r:blip="">
                    <dgm:adjLst/>
                  </dgm:shape>
                  <dgm:presOf axis="self"/>
                  <dgm:constrLst/>
                  <dgm:ruleLst/>
                </dgm:layoutNode>
                <dgm:layoutNode name="descendantBox" styleLbl="fgAccFollowNode1">
                  <dgm:choose name="Name12">
                    <dgm:if name="Name13" func="var" arg="dir" op="equ" val="norm">
                      <dgm:alg type="lin"/>
                    </dgm:if>
                    <dgm:else name="Name14">
                      <dgm:alg type="lin">
                        <dgm:param type="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for="ch" forName="childTextBox" refType="w"/>
                    <dgm:constr type="h" for="ch" forName="childTextBox" refType="h"/>
                  </dgm:constrLst>
                  <dgm:ruleLst/>
                  <dgm:forEach name="Name15" axis="ch" ptType="node">
                    <dgm:layoutNode name="childTextBox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rect" r:blip="">
                        <dgm:adjLst/>
                      </dgm:shape>
                      <dgm:presOf axis="desOrSelf" ptType="node"/>
                      <dgm:constrLst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</dgm:forEach>
                </dgm:layoutNode>
              </dgm:if>
              <dgm:else name="Name16"/>
            </dgm:choose>
          </dgm:layoutNode>
        </dgm:if>
        <dgm:else name="Name17">
          <dgm:layoutNode name="arrowAndChildren">
            <dgm:alg type="composite"/>
            <dgm:shape xmlns:r="http://schemas.openxmlformats.org/officeDocument/2006/relationships" r:blip="">
              <dgm:adjLst/>
            </dgm:shape>
            <dgm:presOf/>
            <dgm:choose name="Name18">
              <dgm:if name="Name19" axis="ch" ptType="node" func="cnt" op="gte" val="1">
                <dgm:constrLst>
                  <dgm:constr type="w" for="ch" forName="parentTextArrow" refType="w"/>
                  <dgm:constr type="t" for="ch" forName="parentTextArrow"/>
                  <dgm:constr type="h" for="ch" forName="parentTextArrow" refType="h" fact="0.351"/>
                  <dgm:constr type="w" for="ch" forName="arrow" refType="w"/>
                  <dgm:constr type="h" for="ch" forName="arrow" refType="h"/>
                  <dgm:constr type="w" for="ch" forName="descendantArrow" refType="w"/>
                  <dgm:constr type="b" for="ch" forName="descendantArrow" refType="h" fact="0.65"/>
                  <dgm:constr type="h" for="ch" forName="descendantArrow" refType="h" fact="0.299"/>
                </dgm:constrLst>
              </dgm:if>
              <dgm:else name="Name20">
                <dgm:constrLst>
                  <dgm:constr type="w" for="ch" forName="parentTextArrow" refType="w"/>
                  <dgm:constr type="h" for="ch" forName="parentTextArrow" refType="h"/>
                </dgm:constrLst>
              </dgm:else>
            </dgm:choose>
            <dgm:ruleLst/>
            <dgm:layoutNode name="parentTextArrow">
              <dgm:alg type="tx"/>
              <dgm:choose name="Name21">
                <dgm:if name="Name22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23">
                  <dgm:shape xmlns:r="http://schemas.openxmlformats.org/officeDocument/2006/relationships" rot="180" type="upArrowCallout" r:blip="">
                    <dgm:adjLst/>
                  </dgm:shape>
                </dgm:else>
              </dgm:choose>
              <dgm:presOf axis="self"/>
              <dgm:constrLst/>
              <dgm:ruleLst>
                <dgm:rule type="primFontSz" val="5" fact="NaN" max="NaN"/>
              </dgm:ruleLst>
            </dgm:layoutNode>
            <dgm:choose name="Name24">
              <dgm:if name="Name25" axis="ch" ptType="node" func="cnt" op="gte" val="1">
                <dgm:layoutNode name="arrow">
                  <dgm:alg type="sp"/>
                  <dgm:shape xmlns:r="http://schemas.openxmlformats.org/officeDocument/2006/relationships" rot="180" type="upArrowCallout" r:blip="">
                    <dgm:adjLst/>
                  </dgm:shape>
                  <dgm:presOf axis="self"/>
                  <dgm:constrLst/>
                  <dgm:ruleLst/>
                </dgm:layoutNode>
                <dgm:layoutNode name="descendantArrow">
                  <dgm:choose name="Name26">
                    <dgm:if name="Name27" func="var" arg="dir" op="equ" val="norm">
                      <dgm:alg type="lin"/>
                    </dgm:if>
                    <dgm:else name="Name28">
                      <dgm:alg type="lin">
                        <dgm:param type="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for="ch" forName="childTextArrow" refType="w"/>
                    <dgm:constr type="h" for="ch" forName="childTextArrow" refType="h"/>
                  </dgm:constrLst>
                  <dgm:ruleLst/>
                  <dgm:forEach name="Name29" axis="ch" ptType="node">
                    <dgm:layoutNode name="childTextArrow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rect" r:blip="">
                        <dgm:adjLst/>
                      </dgm:shape>
                      <dgm:presOf axis="desOrSelf" ptType="node"/>
                      <dgm:constrLst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</dgm:forEach>
                </dgm:layoutNode>
              </dgm:if>
              <dgm:else name="Name30"/>
            </dgm:choose>
          </dgm:layoutNode>
        </dgm:else>
      </dgm:choose>
      <dgm:forEach name="Name31" axis="precedSib" ptType="sibTrans" st="-1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23.xml><?xml version="1.0" encoding="utf-8"?>
<dgm:layoutDef xmlns:dgm="http://schemas.openxmlformats.org/drawingml/2006/diagram" xmlns:a="http://schemas.openxmlformats.org/drawingml/2006/main" uniqueId="urn:microsoft.com/office/officeart/2005/8/layout/vProcess5">
  <dgm:title val=""/>
  <dgm:desc val=""/>
  <dgm:catLst>
    <dgm:cat type="process" pri="1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</dgm:cxnLst>
      <dgm:bg/>
      <dgm:whole/>
    </dgm:dataModel>
  </dgm:clrData>
  <dgm:layoutNode name="outerComposite">
    <dgm:varLst>
      <dgm:chMax val="5"/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l" for="ch" forName="TwoNodes_1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r" for="ch" forName="TwoNodes_2" refType="w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r" for="ch" forName="TwoConn_1-2" refType="r" refFor="ch" refForName="TwoNodes_1"/>
          <dgm:constr type="r" for="ch" forName="TwoNodes_1_text" refType="l" refFor="ch" refForName="TwoConn_1-2"/>
          <dgm:constr type="rOff" for="ch" forName="TwoNodes_1_text" refType="w" refFor="ch" refForName="TwoConn_1-2" fact="-0.5"/>
          <dgm:constr type="t" for="ch" forName="TwoNodes_1_text" refType="t" refFor="ch" refForName="TwoNodes_1"/>
          <dgm:constr type="b" for="ch" forName="TwoNodes_1_text" refType="b" refFor="ch" refForName="TwoNodes_1"/>
          <dgm:constr type="l" for="ch" forName="TwoNodes_1_text" refType="l" refFor="ch" refForName="TwoNodes_1"/>
          <dgm:constr type="r" for="ch" forName="TwoNodes_2_text" refType="l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l" for="ch" forName="TwoNodes_2_text" refType="l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l" for="ch" forName="ThreeNodes_1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r" for="ch" forName="ThreeNodes_3" refType="w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r" for="ch" forName="ThreeConn_1-2" refType="r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r" for="ch" forName="ThreeConn_2-3" refType="r" refFor="ch" refForName="ThreeNodes_2"/>
          <dgm:constr type="r" for="ch" forName="ThreeNodes_1_text" refType="l" refFor="ch" refForName="ThreeConn_1-2"/>
          <dgm:constr type="rOff" for="ch" forName="ThreeNodes_1_text" refType="w" refFor="ch" refForName="ThreeConn_1-2" fact="-0.57"/>
          <dgm:constr type="t" for="ch" forName="ThreeNodes_1_text" refType="t" refFor="ch" refForName="ThreeNodes_1"/>
          <dgm:constr type="b" for="ch" forName="ThreeNodes_1_text" refType="b" refFor="ch" refForName="ThreeNodes_1"/>
          <dgm:constr type="l" for="ch" forName="ThreeNodes_1_text" refType="l" refFor="ch" refForName="ThreeNodes_1"/>
          <dgm:constr type="r" for="ch" forName="ThreeNodes_2_text" refType="l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l" for="ch" forName="ThreeNodes_2_text" refType="l" refFor="ch" refForName="ThreeNodes_2"/>
          <dgm:constr type="r" for="ch" forName="ThreeNodes_3_text" refType="l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l" for="ch" forName="ThreeNodes_3_text" refType="l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l" for="ch" forName="FourNodes_1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467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533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r" for="ch" forName="FourNodes_4" refType="w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r" for="ch" forName="FourConn_1-2" refType="r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r" for="ch" forName="FourConn_2-3" refType="r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r" for="ch" forName="FourConn_3-4" refType="r" refFor="ch" refForName="FourNodes_3"/>
          <dgm:constr type="r" for="ch" forName="FourNodes_1_text" refType="l" refFor="ch" refForName="FourConn_1-2"/>
          <dgm:constr type="rOff" for="ch" forName="FourNodes_1_text" refType="w" refFor="ch" refForName="FourConn_1-2" fact="-0.7"/>
          <dgm:constr type="t" for="ch" forName="FourNodes_1_text" refType="t" refFor="ch" refForName="FourNodes_1"/>
          <dgm:constr type="b" for="ch" forName="FourNodes_1_text" refType="b" refFor="ch" refForName="FourNodes_1"/>
          <dgm:constr type="l" for="ch" forName="FourNodes_1_text" refType="l" refFor="ch" refForName="FourNodes_1"/>
          <dgm:constr type="r" for="ch" forName="FourNodes_2_text" refType="l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l" for="ch" forName="FourNodes_2_text" refType="l" refFor="ch" refForName="FourNodes_2"/>
          <dgm:constr type="r" for="ch" forName="FourNodes_3_text" refType="l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l" for="ch" forName="FourNodes_3_text" refType="l" refFor="ch" refForName="FourNodes_3"/>
          <dgm:constr type="r" for="ch" forName="FourNodes_4_text" refType="l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l" for="ch" forName="FourNodes_4_text" refType="l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l" for="ch" forName="FiveNodes_1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442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557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r" for="ch" forName="FiveNodes_5" refType="w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r" for="ch" forName="FiveConn_1-2" refType="r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r" for="ch" forName="FiveConn_2-3" refType="r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r" for="ch" forName="FiveConn_3-4" refType="r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r" for="ch" forName="FiveConn_4-5" refType="r" refFor="ch" refForName="FiveNodes_4"/>
          <dgm:constr type="r" for="ch" forName="FiveNodes_1_text" refType="l" refFor="ch" refForName="FiveConn_1-2"/>
          <dgm:constr type="rOff" for="ch" forName="FiveNodes_1_text" refType="w" refFor="ch" refForName="FiveConn_1-2" fact="-0.75"/>
          <dgm:constr type="t" for="ch" forName="FiveNodes_1_text" refType="t" refFor="ch" refForName="FiveNodes_1"/>
          <dgm:constr type="b" for="ch" forName="FiveNodes_1_text" refType="b" refFor="ch" refForName="FiveNodes_1"/>
          <dgm:constr type="l" for="ch" forName="FiveNodes_1_text" refType="l" refFor="ch" refForName="FiveNodes_1"/>
          <dgm:constr type="r" for="ch" forName="FiveNodes_2_text" refType="l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l" for="ch" forName="FiveNodes_2_text" refType="l" refFor="ch" refForName="FiveNodes_2"/>
          <dgm:constr type="r" for="ch" forName="FiveNodes_3_text" refType="l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l" for="ch" forName="FiveNodes_3_text" refType="l" refFor="ch" refForName="FiveNodes_3"/>
          <dgm:constr type="r" for="ch" forName="FiveNodes_4_text" refType="l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l" for="ch" forName="FiveNodes_4_text" refType="l" refFor="ch" refForName="FiveNodes_4"/>
          <dgm:constr type="r" for="ch" forName="FiveNodes_5_text" refType="l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l" for="ch" forName="FiveNodes_5_text" refType="l" refFor="ch" refForName="FiveNodes_5"/>
        </dgm:constrLst>
      </dgm:if>
      <dgm:else name="Name2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r" for="ch" forName="TwoNodes_1" refType="w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l" for="ch" forName="TwoNodes_2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l" for="ch" forName="TwoConn_1-2" refType="l" refFor="ch" refForName="TwoNodes_1"/>
          <dgm:constr type="l" for="ch" forName="TwoNodes_1_text" refType="r" refFor="ch" refForName="TwoConn_1-2"/>
          <dgm:constr type="lOff" for="ch" forName="TwoNodes_1_text" refType="w" refFor="ch" refForName="TwoConn_1-2" fact="0.5"/>
          <dgm:constr type="t" for="ch" forName="TwoNodes_1_text" refType="t" refFor="ch" refForName="TwoNodes_1"/>
          <dgm:constr type="b" for="ch" forName="TwoNodes_1_text" refType="b" refFor="ch" refForName="TwoNodes_1"/>
          <dgm:constr type="r" for="ch" forName="TwoNodes_1_text" refType="r" refFor="ch" refForName="TwoNodes_1"/>
          <dgm:constr type="l" for="ch" forName="TwoNodes_2_text" refType="r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r" for="ch" forName="TwoNodes_2_text" refType="r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r" for="ch" forName="ThreeNodes_1" refType="w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l" for="ch" forName="ThreeNodes_3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l" for="ch" forName="ThreeConn_1-2" refType="l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l" for="ch" forName="ThreeConn_2-3" refType="l" refFor="ch" refForName="ThreeNodes_2"/>
          <dgm:constr type="l" for="ch" forName="ThreeNodes_1_text" refType="r" refFor="ch" refForName="ThreeConn_1-2"/>
          <dgm:constr type="lOff" for="ch" forName="ThreeNodes_1_text" refType="w" refFor="ch" refForName="ThreeConn_1-2" fact="0.55"/>
          <dgm:constr type="t" for="ch" forName="ThreeNodes_1_text" refType="t" refFor="ch" refForName="ThreeNodes_1"/>
          <dgm:constr type="b" for="ch" forName="ThreeNodes_1_text" refType="b" refFor="ch" refForName="ThreeNodes_1"/>
          <dgm:constr type="r" for="ch" forName="ThreeNodes_1_text" refType="r" refFor="ch" refForName="ThreeNodes_1"/>
          <dgm:constr type="l" for="ch" forName="ThreeNodes_2_text" refType="r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r" for="ch" forName="ThreeNodes_2_text" refType="r" refFor="ch" refForName="ThreeNodes_2"/>
          <dgm:constr type="l" for="ch" forName="ThreeNodes_3_text" refType="r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r" for="ch" forName="ThreeNodes_3_text" refType="r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r" for="ch" forName="FourNodes_1" refType="w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533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467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l" for="ch" forName="FourNodes_4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l" for="ch" forName="FourConn_1-2" refType="l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l" for="ch" forName="FourConn_2-3" refType="l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l" for="ch" forName="FourConn_3-4" refType="l" refFor="ch" refForName="FourNodes_3"/>
          <dgm:constr type="l" for="ch" forName="FourNodes_1_text" refType="r" refFor="ch" refForName="FourConn_1-2"/>
          <dgm:constr type="lOff" for="ch" forName="FourNodes_1_text" refType="w" refFor="ch" refForName="FourConn_1-2" fact="0.69"/>
          <dgm:constr type="t" for="ch" forName="FourNodes_1_text" refType="t" refFor="ch" refForName="FourNodes_1"/>
          <dgm:constr type="b" for="ch" forName="FourNodes_1_text" refType="b" refFor="ch" refForName="FourNodes_1"/>
          <dgm:constr type="r" for="ch" forName="FourNodes_1_text" refType="r" refFor="ch" refForName="FourNodes_1"/>
          <dgm:constr type="l" for="ch" forName="FourNodes_2_text" refType="r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r" for="ch" forName="FourNodes_2_text" refType="r" refFor="ch" refForName="FourNodes_2"/>
          <dgm:constr type="l" for="ch" forName="FourNodes_3_text" refType="r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r" for="ch" forName="FourNodes_3_text" refType="r" refFor="ch" refForName="FourNodes_3"/>
          <dgm:constr type="l" for="ch" forName="FourNodes_4_text" refType="r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r" for="ch" forName="FourNodes_4_text" refType="r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r" for="ch" forName="FiveNodes_1" refType="w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557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442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l" for="ch" forName="FiveNodes_5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l" for="ch" forName="FiveConn_1-2" refType="l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l" for="ch" forName="FiveConn_2-3" refType="l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l" for="ch" forName="FiveConn_3-4" refType="l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l" for="ch" forName="FiveConn_4-5" refType="l" refFor="ch" refForName="FiveNodes_4"/>
          <dgm:constr type="l" for="ch" forName="FiveNodes_1_text" refType="r" refFor="ch" refForName="FiveConn_1-2"/>
          <dgm:constr type="lOff" for="ch" forName="FiveNodes_1_text" refType="w" refFor="ch" refForName="FiveConn_1-2" fact="0.73"/>
          <dgm:constr type="t" for="ch" forName="FiveNodes_1_text" refType="t" refFor="ch" refForName="FiveNodes_1"/>
          <dgm:constr type="b" for="ch" forName="FiveNodes_1_text" refType="b" refFor="ch" refForName="FiveNodes_1"/>
          <dgm:constr type="r" for="ch" forName="FiveNodes_1_text" refType="r" refFor="ch" refForName="FiveNodes_1"/>
          <dgm:constr type="l" for="ch" forName="FiveNodes_2_text" refType="r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r" for="ch" forName="FiveNodes_2_text" refType="r" refFor="ch" refForName="FiveNodes_2"/>
          <dgm:constr type="l" for="ch" forName="FiveNodes_3_text" refType="r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r" for="ch" forName="FiveNodes_3_text" refType="r" refFor="ch" refForName="FiveNodes_3"/>
          <dgm:constr type="l" for="ch" forName="FiveNodes_4_text" refType="r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r" for="ch" forName="FiveNodes_4_text" refType="r" refFor="ch" refForName="FiveNodes_4"/>
          <dgm:constr type="l" for="ch" forName="FiveNodes_5_text" refType="r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r" for="ch" forName="FiveNodes_5_text" refType="r" refFor="ch" refForName="FiveNodes_5"/>
        </dgm:constrLst>
      </dgm:else>
    </dgm:choose>
    <dgm:ruleLst/>
    <dgm:layoutNode name="dummyMaxCanvas">
      <dgm:varLst/>
      <dgm:alg type="sp"/>
      <dgm:shape xmlns:r="http://schemas.openxmlformats.org/officeDocument/2006/relationships" r:blip="">
        <dgm:adjLst/>
      </dgm:shape>
      <dgm:presOf/>
      <dgm:constrLst/>
      <dgm:ruleLst/>
    </dgm:layoutNode>
    <dgm:choose name="Name3">
      <dgm:if name="Name4" axis="ch" ptType="node" func="cnt" op="equ" val="1">
        <dgm:layoutNode name="OneNode_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5">
        <dgm:choose name="Name6">
          <dgm:if name="Name7" axis="ch" ptType="node" func="cnt" op="equ" val="2">
            <dgm:layoutNode name="TwoNodes_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1 1" cnt="1 0"/>
              <dgm:constrLst/>
              <dgm:ruleLst/>
            </dgm:layoutNode>
            <dgm:layoutNode name="TwoNodes_2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2 1" cnt="1 0"/>
              <dgm:constrLst/>
              <dgm:ruleLst/>
            </dgm:layoutNode>
            <dgm:layoutNode name="TwoConn_1-2" styleLbl="fgAccFollowNode1">
              <dgm:varLst>
                <dgm:bulletEnabled val="1"/>
              </dgm:varLst>
              <dgm:alg type="tx"/>
              <dgm:shape xmlns:r="http://schemas.openxmlformats.org/officeDocument/2006/relationships" type="downArrow" r:blip="">
                <dgm:adjLst>
                  <dgm:adj idx="1" val="0.55"/>
                  <dgm:adj idx="2" val="0.45"/>
                </dgm:adjLst>
              </dgm:shape>
              <dgm:presOf axis="ch" ptType="sibTrans" cnt="1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layoutNode name="TwoNodes_1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1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  <dgm:layoutNode name="TwoNodes_2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2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if>
          <dgm:else name="Name8">
            <dgm:choose name="Name9">
              <dgm:if name="Name10" axis="ch" ptType="node" func="cnt" op="equ" val="3">
                <dgm:layoutNode name="ThreeNodes_1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1 1" cnt="1 0"/>
                  <dgm:constrLst/>
                  <dgm:ruleLst/>
                </dgm:layoutNode>
                <dgm:layoutNode name="ThreeNodes_2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2 1" cnt="1 0"/>
                  <dgm:constrLst/>
                  <dgm:ruleLst/>
                </dgm:layoutNode>
                <dgm:layoutNode name="ThreeNodes_3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3 1" cnt="1 0"/>
                  <dgm:constrLst/>
                  <dgm:ruleLst/>
                </dgm:layoutNode>
                <dgm:layoutNode name="ThreeConn_1-2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Conn_2-3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st="2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Nodes_1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1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2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2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3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3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1">
                <dgm:choose name="Name12">
                  <dgm:if name="Name13" axis="ch" ptType="node" func="cnt" op="equ" val="4">
                    <dgm:layoutNode name="FourNodes_1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/>
                      <dgm:ruleLst/>
                    </dgm:layoutNode>
                    <dgm:layoutNode name="FourNodes_2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/>
                      <dgm:ruleLst/>
                    </dgm:layoutNode>
                    <dgm:layoutNode name="FourNodes_3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/>
                      <dgm:ruleLst/>
                    </dgm:layoutNode>
                    <dgm:layoutNode name="FourNodes_4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/>
                      <dgm:ruleLst/>
                    </dgm:layoutNode>
                    <dgm:layoutNode name="FourConn_1-2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2-3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2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3-4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3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1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2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3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4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if>
                  <dgm:else name="Name14">
                    <dgm:choose name="Name15">
                      <dgm:if name="Name16" axis="ch" ptType="node" func="cnt" op="gte" val="5">
                        <dgm:layoutNode name="FiveNodes_1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/>
                          <dgm:ruleLst/>
                        </dgm:layoutNode>
                        <dgm:layoutNode name="FiveNodes_2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/>
                          <dgm:ruleLst/>
                        </dgm:layoutNode>
                        <dgm:layoutNode name="FiveNodes_3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/>
                          <dgm:ruleLst/>
                        </dgm:layoutNode>
                        <dgm:layoutNode name="FiveNodes_4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/>
                          <dgm:ruleLst/>
                        </dgm:layoutNode>
                        <dgm:layoutNode name="FiveNodes_5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/>
                          <dgm:ruleLst/>
                        </dgm:layoutNode>
                        <dgm:layoutNode name="FiveConn_1-2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2-3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2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3-4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3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4-5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4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1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2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3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4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5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</dgm:if>
                      <dgm:else name="Name17"/>
                    </dgm:choose>
                  </dgm:else>
                </dgm:choose>
              </dgm:else>
            </dgm:choose>
          </dgm:else>
        </dgm:choose>
      </dgm:else>
    </dgm:choose>
  </dgm:layoutNode>
</dgm:layoutDef>
</file>

<file path=ppt/diagrams/layout24.xml><?xml version="1.0" encoding="utf-8"?>
<dgm:layoutDef xmlns:dgm="http://schemas.openxmlformats.org/drawingml/2006/diagram" xmlns:a="http://schemas.openxmlformats.org/drawingml/2006/main" uniqueId="urn:microsoft.com/office/officeart/2005/8/layout/vProcess5">
  <dgm:title val=""/>
  <dgm:desc val=""/>
  <dgm:catLst>
    <dgm:cat type="process" pri="1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</dgm:cxnLst>
      <dgm:bg/>
      <dgm:whole/>
    </dgm:dataModel>
  </dgm:clrData>
  <dgm:layoutNode name="outerComposite">
    <dgm:varLst>
      <dgm:chMax val="5"/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l" for="ch" forName="TwoNodes_1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r" for="ch" forName="TwoNodes_2" refType="w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r" for="ch" forName="TwoConn_1-2" refType="r" refFor="ch" refForName="TwoNodes_1"/>
          <dgm:constr type="r" for="ch" forName="TwoNodes_1_text" refType="l" refFor="ch" refForName="TwoConn_1-2"/>
          <dgm:constr type="rOff" for="ch" forName="TwoNodes_1_text" refType="w" refFor="ch" refForName="TwoConn_1-2" fact="-0.5"/>
          <dgm:constr type="t" for="ch" forName="TwoNodes_1_text" refType="t" refFor="ch" refForName="TwoNodes_1"/>
          <dgm:constr type="b" for="ch" forName="TwoNodes_1_text" refType="b" refFor="ch" refForName="TwoNodes_1"/>
          <dgm:constr type="l" for="ch" forName="TwoNodes_1_text" refType="l" refFor="ch" refForName="TwoNodes_1"/>
          <dgm:constr type="r" for="ch" forName="TwoNodes_2_text" refType="l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l" for="ch" forName="TwoNodes_2_text" refType="l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l" for="ch" forName="ThreeNodes_1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r" for="ch" forName="ThreeNodes_3" refType="w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r" for="ch" forName="ThreeConn_1-2" refType="r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r" for="ch" forName="ThreeConn_2-3" refType="r" refFor="ch" refForName="ThreeNodes_2"/>
          <dgm:constr type="r" for="ch" forName="ThreeNodes_1_text" refType="l" refFor="ch" refForName="ThreeConn_1-2"/>
          <dgm:constr type="rOff" for="ch" forName="ThreeNodes_1_text" refType="w" refFor="ch" refForName="ThreeConn_1-2" fact="-0.57"/>
          <dgm:constr type="t" for="ch" forName="ThreeNodes_1_text" refType="t" refFor="ch" refForName="ThreeNodes_1"/>
          <dgm:constr type="b" for="ch" forName="ThreeNodes_1_text" refType="b" refFor="ch" refForName="ThreeNodes_1"/>
          <dgm:constr type="l" for="ch" forName="ThreeNodes_1_text" refType="l" refFor="ch" refForName="ThreeNodes_1"/>
          <dgm:constr type="r" for="ch" forName="ThreeNodes_2_text" refType="l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l" for="ch" forName="ThreeNodes_2_text" refType="l" refFor="ch" refForName="ThreeNodes_2"/>
          <dgm:constr type="r" for="ch" forName="ThreeNodes_3_text" refType="l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l" for="ch" forName="ThreeNodes_3_text" refType="l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l" for="ch" forName="FourNodes_1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467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533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r" for="ch" forName="FourNodes_4" refType="w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r" for="ch" forName="FourConn_1-2" refType="r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r" for="ch" forName="FourConn_2-3" refType="r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r" for="ch" forName="FourConn_3-4" refType="r" refFor="ch" refForName="FourNodes_3"/>
          <dgm:constr type="r" for="ch" forName="FourNodes_1_text" refType="l" refFor="ch" refForName="FourConn_1-2"/>
          <dgm:constr type="rOff" for="ch" forName="FourNodes_1_text" refType="w" refFor="ch" refForName="FourConn_1-2" fact="-0.7"/>
          <dgm:constr type="t" for="ch" forName="FourNodes_1_text" refType="t" refFor="ch" refForName="FourNodes_1"/>
          <dgm:constr type="b" for="ch" forName="FourNodes_1_text" refType="b" refFor="ch" refForName="FourNodes_1"/>
          <dgm:constr type="l" for="ch" forName="FourNodes_1_text" refType="l" refFor="ch" refForName="FourNodes_1"/>
          <dgm:constr type="r" for="ch" forName="FourNodes_2_text" refType="l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l" for="ch" forName="FourNodes_2_text" refType="l" refFor="ch" refForName="FourNodes_2"/>
          <dgm:constr type="r" for="ch" forName="FourNodes_3_text" refType="l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l" for="ch" forName="FourNodes_3_text" refType="l" refFor="ch" refForName="FourNodes_3"/>
          <dgm:constr type="r" for="ch" forName="FourNodes_4_text" refType="l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l" for="ch" forName="FourNodes_4_text" refType="l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l" for="ch" forName="FiveNodes_1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442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557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r" for="ch" forName="FiveNodes_5" refType="w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r" for="ch" forName="FiveConn_1-2" refType="r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r" for="ch" forName="FiveConn_2-3" refType="r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r" for="ch" forName="FiveConn_3-4" refType="r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r" for="ch" forName="FiveConn_4-5" refType="r" refFor="ch" refForName="FiveNodes_4"/>
          <dgm:constr type="r" for="ch" forName="FiveNodes_1_text" refType="l" refFor="ch" refForName="FiveConn_1-2"/>
          <dgm:constr type="rOff" for="ch" forName="FiveNodes_1_text" refType="w" refFor="ch" refForName="FiveConn_1-2" fact="-0.75"/>
          <dgm:constr type="t" for="ch" forName="FiveNodes_1_text" refType="t" refFor="ch" refForName="FiveNodes_1"/>
          <dgm:constr type="b" for="ch" forName="FiveNodes_1_text" refType="b" refFor="ch" refForName="FiveNodes_1"/>
          <dgm:constr type="l" for="ch" forName="FiveNodes_1_text" refType="l" refFor="ch" refForName="FiveNodes_1"/>
          <dgm:constr type="r" for="ch" forName="FiveNodes_2_text" refType="l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l" for="ch" forName="FiveNodes_2_text" refType="l" refFor="ch" refForName="FiveNodes_2"/>
          <dgm:constr type="r" for="ch" forName="FiveNodes_3_text" refType="l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l" for="ch" forName="FiveNodes_3_text" refType="l" refFor="ch" refForName="FiveNodes_3"/>
          <dgm:constr type="r" for="ch" forName="FiveNodes_4_text" refType="l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l" for="ch" forName="FiveNodes_4_text" refType="l" refFor="ch" refForName="FiveNodes_4"/>
          <dgm:constr type="r" for="ch" forName="FiveNodes_5_text" refType="l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l" for="ch" forName="FiveNodes_5_text" refType="l" refFor="ch" refForName="FiveNodes_5"/>
        </dgm:constrLst>
      </dgm:if>
      <dgm:else name="Name2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r" for="ch" forName="TwoNodes_1" refType="w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l" for="ch" forName="TwoNodes_2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l" for="ch" forName="TwoConn_1-2" refType="l" refFor="ch" refForName="TwoNodes_1"/>
          <dgm:constr type="l" for="ch" forName="TwoNodes_1_text" refType="r" refFor="ch" refForName="TwoConn_1-2"/>
          <dgm:constr type="lOff" for="ch" forName="TwoNodes_1_text" refType="w" refFor="ch" refForName="TwoConn_1-2" fact="0.5"/>
          <dgm:constr type="t" for="ch" forName="TwoNodes_1_text" refType="t" refFor="ch" refForName="TwoNodes_1"/>
          <dgm:constr type="b" for="ch" forName="TwoNodes_1_text" refType="b" refFor="ch" refForName="TwoNodes_1"/>
          <dgm:constr type="r" for="ch" forName="TwoNodes_1_text" refType="r" refFor="ch" refForName="TwoNodes_1"/>
          <dgm:constr type="l" for="ch" forName="TwoNodes_2_text" refType="r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r" for="ch" forName="TwoNodes_2_text" refType="r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r" for="ch" forName="ThreeNodes_1" refType="w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l" for="ch" forName="ThreeNodes_3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l" for="ch" forName="ThreeConn_1-2" refType="l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l" for="ch" forName="ThreeConn_2-3" refType="l" refFor="ch" refForName="ThreeNodes_2"/>
          <dgm:constr type="l" for="ch" forName="ThreeNodes_1_text" refType="r" refFor="ch" refForName="ThreeConn_1-2"/>
          <dgm:constr type="lOff" for="ch" forName="ThreeNodes_1_text" refType="w" refFor="ch" refForName="ThreeConn_1-2" fact="0.55"/>
          <dgm:constr type="t" for="ch" forName="ThreeNodes_1_text" refType="t" refFor="ch" refForName="ThreeNodes_1"/>
          <dgm:constr type="b" for="ch" forName="ThreeNodes_1_text" refType="b" refFor="ch" refForName="ThreeNodes_1"/>
          <dgm:constr type="r" for="ch" forName="ThreeNodes_1_text" refType="r" refFor="ch" refForName="ThreeNodes_1"/>
          <dgm:constr type="l" for="ch" forName="ThreeNodes_2_text" refType="r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r" for="ch" forName="ThreeNodes_2_text" refType="r" refFor="ch" refForName="ThreeNodes_2"/>
          <dgm:constr type="l" for="ch" forName="ThreeNodes_3_text" refType="r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r" for="ch" forName="ThreeNodes_3_text" refType="r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r" for="ch" forName="FourNodes_1" refType="w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533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467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l" for="ch" forName="FourNodes_4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l" for="ch" forName="FourConn_1-2" refType="l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l" for="ch" forName="FourConn_2-3" refType="l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l" for="ch" forName="FourConn_3-4" refType="l" refFor="ch" refForName="FourNodes_3"/>
          <dgm:constr type="l" for="ch" forName="FourNodes_1_text" refType="r" refFor="ch" refForName="FourConn_1-2"/>
          <dgm:constr type="lOff" for="ch" forName="FourNodes_1_text" refType="w" refFor="ch" refForName="FourConn_1-2" fact="0.69"/>
          <dgm:constr type="t" for="ch" forName="FourNodes_1_text" refType="t" refFor="ch" refForName="FourNodes_1"/>
          <dgm:constr type="b" for="ch" forName="FourNodes_1_text" refType="b" refFor="ch" refForName="FourNodes_1"/>
          <dgm:constr type="r" for="ch" forName="FourNodes_1_text" refType="r" refFor="ch" refForName="FourNodes_1"/>
          <dgm:constr type="l" for="ch" forName="FourNodes_2_text" refType="r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r" for="ch" forName="FourNodes_2_text" refType="r" refFor="ch" refForName="FourNodes_2"/>
          <dgm:constr type="l" for="ch" forName="FourNodes_3_text" refType="r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r" for="ch" forName="FourNodes_3_text" refType="r" refFor="ch" refForName="FourNodes_3"/>
          <dgm:constr type="l" for="ch" forName="FourNodes_4_text" refType="r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r" for="ch" forName="FourNodes_4_text" refType="r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r" for="ch" forName="FiveNodes_1" refType="w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557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442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l" for="ch" forName="FiveNodes_5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l" for="ch" forName="FiveConn_1-2" refType="l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l" for="ch" forName="FiveConn_2-3" refType="l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l" for="ch" forName="FiveConn_3-4" refType="l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l" for="ch" forName="FiveConn_4-5" refType="l" refFor="ch" refForName="FiveNodes_4"/>
          <dgm:constr type="l" for="ch" forName="FiveNodes_1_text" refType="r" refFor="ch" refForName="FiveConn_1-2"/>
          <dgm:constr type="lOff" for="ch" forName="FiveNodes_1_text" refType="w" refFor="ch" refForName="FiveConn_1-2" fact="0.73"/>
          <dgm:constr type="t" for="ch" forName="FiveNodes_1_text" refType="t" refFor="ch" refForName="FiveNodes_1"/>
          <dgm:constr type="b" for="ch" forName="FiveNodes_1_text" refType="b" refFor="ch" refForName="FiveNodes_1"/>
          <dgm:constr type="r" for="ch" forName="FiveNodes_1_text" refType="r" refFor="ch" refForName="FiveNodes_1"/>
          <dgm:constr type="l" for="ch" forName="FiveNodes_2_text" refType="r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r" for="ch" forName="FiveNodes_2_text" refType="r" refFor="ch" refForName="FiveNodes_2"/>
          <dgm:constr type="l" for="ch" forName="FiveNodes_3_text" refType="r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r" for="ch" forName="FiveNodes_3_text" refType="r" refFor="ch" refForName="FiveNodes_3"/>
          <dgm:constr type="l" for="ch" forName="FiveNodes_4_text" refType="r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r" for="ch" forName="FiveNodes_4_text" refType="r" refFor="ch" refForName="FiveNodes_4"/>
          <dgm:constr type="l" for="ch" forName="FiveNodes_5_text" refType="r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r" for="ch" forName="FiveNodes_5_text" refType="r" refFor="ch" refForName="FiveNodes_5"/>
        </dgm:constrLst>
      </dgm:else>
    </dgm:choose>
    <dgm:ruleLst/>
    <dgm:layoutNode name="dummyMaxCanvas">
      <dgm:varLst/>
      <dgm:alg type="sp"/>
      <dgm:shape xmlns:r="http://schemas.openxmlformats.org/officeDocument/2006/relationships" r:blip="">
        <dgm:adjLst/>
      </dgm:shape>
      <dgm:presOf/>
      <dgm:constrLst/>
      <dgm:ruleLst/>
    </dgm:layoutNode>
    <dgm:choose name="Name3">
      <dgm:if name="Name4" axis="ch" ptType="node" func="cnt" op="equ" val="1">
        <dgm:layoutNode name="OneNode_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5">
        <dgm:choose name="Name6">
          <dgm:if name="Name7" axis="ch" ptType="node" func="cnt" op="equ" val="2">
            <dgm:layoutNode name="TwoNodes_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1 1" cnt="1 0"/>
              <dgm:constrLst/>
              <dgm:ruleLst/>
            </dgm:layoutNode>
            <dgm:layoutNode name="TwoNodes_2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2 1" cnt="1 0"/>
              <dgm:constrLst/>
              <dgm:ruleLst/>
            </dgm:layoutNode>
            <dgm:layoutNode name="TwoConn_1-2" styleLbl="fgAccFollowNode1">
              <dgm:varLst>
                <dgm:bulletEnabled val="1"/>
              </dgm:varLst>
              <dgm:alg type="tx"/>
              <dgm:shape xmlns:r="http://schemas.openxmlformats.org/officeDocument/2006/relationships" type="downArrow" r:blip="">
                <dgm:adjLst>
                  <dgm:adj idx="1" val="0.55"/>
                  <dgm:adj idx="2" val="0.45"/>
                </dgm:adjLst>
              </dgm:shape>
              <dgm:presOf axis="ch" ptType="sibTrans" cnt="1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layoutNode name="TwoNodes_1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1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  <dgm:layoutNode name="TwoNodes_2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2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if>
          <dgm:else name="Name8">
            <dgm:choose name="Name9">
              <dgm:if name="Name10" axis="ch" ptType="node" func="cnt" op="equ" val="3">
                <dgm:layoutNode name="ThreeNodes_1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1 1" cnt="1 0"/>
                  <dgm:constrLst/>
                  <dgm:ruleLst/>
                </dgm:layoutNode>
                <dgm:layoutNode name="ThreeNodes_2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2 1" cnt="1 0"/>
                  <dgm:constrLst/>
                  <dgm:ruleLst/>
                </dgm:layoutNode>
                <dgm:layoutNode name="ThreeNodes_3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3 1" cnt="1 0"/>
                  <dgm:constrLst/>
                  <dgm:ruleLst/>
                </dgm:layoutNode>
                <dgm:layoutNode name="ThreeConn_1-2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Conn_2-3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st="2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Nodes_1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1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2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2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3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3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1">
                <dgm:choose name="Name12">
                  <dgm:if name="Name13" axis="ch" ptType="node" func="cnt" op="equ" val="4">
                    <dgm:layoutNode name="FourNodes_1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/>
                      <dgm:ruleLst/>
                    </dgm:layoutNode>
                    <dgm:layoutNode name="FourNodes_2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/>
                      <dgm:ruleLst/>
                    </dgm:layoutNode>
                    <dgm:layoutNode name="FourNodes_3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/>
                      <dgm:ruleLst/>
                    </dgm:layoutNode>
                    <dgm:layoutNode name="FourNodes_4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/>
                      <dgm:ruleLst/>
                    </dgm:layoutNode>
                    <dgm:layoutNode name="FourConn_1-2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2-3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2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3-4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3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1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2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3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4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if>
                  <dgm:else name="Name14">
                    <dgm:choose name="Name15">
                      <dgm:if name="Name16" axis="ch" ptType="node" func="cnt" op="gte" val="5">
                        <dgm:layoutNode name="FiveNodes_1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/>
                          <dgm:ruleLst/>
                        </dgm:layoutNode>
                        <dgm:layoutNode name="FiveNodes_2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/>
                          <dgm:ruleLst/>
                        </dgm:layoutNode>
                        <dgm:layoutNode name="FiveNodes_3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/>
                          <dgm:ruleLst/>
                        </dgm:layoutNode>
                        <dgm:layoutNode name="FiveNodes_4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/>
                          <dgm:ruleLst/>
                        </dgm:layoutNode>
                        <dgm:layoutNode name="FiveNodes_5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/>
                          <dgm:ruleLst/>
                        </dgm:layoutNode>
                        <dgm:layoutNode name="FiveConn_1-2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2-3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2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3-4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3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4-5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4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1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2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3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4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5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</dgm:if>
                      <dgm:else name="Name17"/>
                    </dgm:choose>
                  </dgm:else>
                </dgm:choose>
              </dgm:else>
            </dgm:choose>
          </dgm:else>
        </dgm:choose>
      </dgm:else>
    </dgm:choose>
  </dgm:layoutNode>
</dgm:layoutDef>
</file>

<file path=ppt/diagrams/layout25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26.xml><?xml version="1.0" encoding="utf-8"?>
<dgm:layoutDef xmlns:dgm="http://schemas.openxmlformats.org/drawingml/2006/diagram" xmlns:a="http://schemas.openxmlformats.org/drawingml/2006/main" uniqueId="urn:microsoft.com/office/officeart/2005/8/layout/process4">
  <dgm:title val=""/>
  <dgm:desc val=""/>
  <dgm:catLst>
    <dgm:cat type="process" pri="16000"/>
    <dgm:cat type="list" pri="20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alg type="lin">
      <dgm:param type="linDir" val="fromB"/>
    </dgm:alg>
    <dgm:shape xmlns:r="http://schemas.openxmlformats.org/officeDocument/2006/relationships" r:blip="">
      <dgm:adjLst/>
    </dgm:shape>
    <dgm:presOf/>
    <dgm:constrLst>
      <dgm:constr type="h" for="ch" forName="boxAndChildren" refType="h"/>
      <dgm:constr type="h" for="ch" forName="arrowAndChildren" refType="h" refFor="ch" refForName="boxAndChildren" op="equ" fact="1.538"/>
      <dgm:constr type="w" for="ch" forName="arrowAndChildren" refType="w"/>
      <dgm:constr type="w" for="ch" forName="boxAndChildren" refType="w"/>
      <dgm:constr type="h" for="ch" forName="sp" refType="h" fact="-0.015"/>
      <dgm:constr type="primFontSz" for="des" forName="parentTextBox" val="65"/>
      <dgm:constr type="primFontSz" for="des" forName="parentTextArrow" refType="primFontSz" refFor="des" refForName="parentTextBox" op="equ"/>
      <dgm:constr type="primFontSz" for="des" forName="childTextArrow" val="65"/>
      <dgm:constr type="primFontSz" for="des" forName="childTextBox" refType="primFontSz" refFor="des" refForName="childTextArrow" op="equ"/>
    </dgm:constrLst>
    <dgm:ruleLst/>
    <dgm:forEach name="Name1" axis="ch" ptType="node" st="-1" step="-1">
      <dgm:choose name="Name2">
        <dgm:if name="Name3" axis="self" ptType="node" func="revPos" op="equ" val="1">
          <dgm:layoutNode name="boxAndChildren">
            <dgm:alg type="composite"/>
            <dgm:shape xmlns:r="http://schemas.openxmlformats.org/officeDocument/2006/relationships" r:blip="">
              <dgm:adjLst/>
            </dgm:shape>
            <dgm:presOf/>
            <dgm:choose name="Name4">
              <dgm:if name="Name5" axis="ch" ptType="node" func="cnt" op="gte" val="1">
                <dgm:constrLst>
                  <dgm:constr type="w" for="ch" forName="parentTextBox" refType="w"/>
                  <dgm:constr type="h" for="ch" forName="parentTextBox" refType="h" fact="0.54"/>
                  <dgm:constr type="t" for="ch" forName="parentTextBox"/>
                  <dgm:constr type="w" for="ch" forName="entireBox" refType="w"/>
                  <dgm:constr type="h" for="ch" forName="entireBox" refType="h"/>
                  <dgm:constr type="w" for="ch" forName="descendantBox" refType="w"/>
                  <dgm:constr type="b" for="ch" forName="descendantBox" refType="h" fact="0.98"/>
                  <dgm:constr type="h" for="ch" forName="descendantBox" refType="h" fact="0.46"/>
                </dgm:constrLst>
              </dgm:if>
              <dgm:else name="Name6">
                <dgm:constrLst>
                  <dgm:constr type="w" for="ch" forName="parentTextBox" refType="w"/>
                  <dgm:constr type="h" for="ch" forName="parentTextBox" refType="h"/>
                </dgm:constrLst>
              </dgm:else>
            </dgm:choose>
            <dgm:ruleLst/>
            <dgm:layoutNode name="parentTextBox">
              <dgm:alg type="tx"/>
              <dgm:choose name="Name7">
                <dgm:if name="Name8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9">
                  <dgm:shape xmlns:r="http://schemas.openxmlformats.org/officeDocument/2006/relationships" type="rect" r:blip="">
                    <dgm:adjLst/>
                  </dgm:shape>
                </dgm:else>
              </dgm:choose>
              <dgm:presOf axis="self"/>
              <dgm:constrLst/>
              <dgm:ruleLst>
                <dgm:rule type="primFontSz" val="5" fact="NaN" max="NaN"/>
              </dgm:ruleLst>
            </dgm:layoutNode>
            <dgm:choose name="Name10">
              <dgm:if name="Name11" axis="ch" ptType="node" func="cnt" op="gte" val="1">
                <dgm:layoutNode name="entireBox">
                  <dgm:alg type="sp"/>
                  <dgm:shape xmlns:r="http://schemas.openxmlformats.org/officeDocument/2006/relationships" type="rect" r:blip="">
                    <dgm:adjLst/>
                  </dgm:shape>
                  <dgm:presOf axis="self"/>
                  <dgm:constrLst/>
                  <dgm:ruleLst/>
                </dgm:layoutNode>
                <dgm:layoutNode name="descendantBox" styleLbl="fgAccFollowNode1">
                  <dgm:choose name="Name12">
                    <dgm:if name="Name13" func="var" arg="dir" op="equ" val="norm">
                      <dgm:alg type="lin"/>
                    </dgm:if>
                    <dgm:else name="Name14">
                      <dgm:alg type="lin">
                        <dgm:param type="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for="ch" forName="childTextBox" refType="w"/>
                    <dgm:constr type="h" for="ch" forName="childTextBox" refType="h"/>
                  </dgm:constrLst>
                  <dgm:ruleLst/>
                  <dgm:forEach name="Name15" axis="ch" ptType="node">
                    <dgm:layoutNode name="childTextBox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rect" r:blip="">
                        <dgm:adjLst/>
                      </dgm:shape>
                      <dgm:presOf axis="desOrSelf" ptType="node"/>
                      <dgm:constrLst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</dgm:forEach>
                </dgm:layoutNode>
              </dgm:if>
              <dgm:else name="Name16"/>
            </dgm:choose>
          </dgm:layoutNode>
        </dgm:if>
        <dgm:else name="Name17">
          <dgm:layoutNode name="arrowAndChildren">
            <dgm:alg type="composite"/>
            <dgm:shape xmlns:r="http://schemas.openxmlformats.org/officeDocument/2006/relationships" r:blip="">
              <dgm:adjLst/>
            </dgm:shape>
            <dgm:presOf/>
            <dgm:choose name="Name18">
              <dgm:if name="Name19" axis="ch" ptType="node" func="cnt" op="gte" val="1">
                <dgm:constrLst>
                  <dgm:constr type="w" for="ch" forName="parentTextArrow" refType="w"/>
                  <dgm:constr type="t" for="ch" forName="parentTextArrow"/>
                  <dgm:constr type="h" for="ch" forName="parentTextArrow" refType="h" fact="0.351"/>
                  <dgm:constr type="w" for="ch" forName="arrow" refType="w"/>
                  <dgm:constr type="h" for="ch" forName="arrow" refType="h"/>
                  <dgm:constr type="w" for="ch" forName="descendantArrow" refType="w"/>
                  <dgm:constr type="b" for="ch" forName="descendantArrow" refType="h" fact="0.65"/>
                  <dgm:constr type="h" for="ch" forName="descendantArrow" refType="h" fact="0.299"/>
                </dgm:constrLst>
              </dgm:if>
              <dgm:else name="Name20">
                <dgm:constrLst>
                  <dgm:constr type="w" for="ch" forName="parentTextArrow" refType="w"/>
                  <dgm:constr type="h" for="ch" forName="parentTextArrow" refType="h"/>
                </dgm:constrLst>
              </dgm:else>
            </dgm:choose>
            <dgm:ruleLst/>
            <dgm:layoutNode name="parentTextArrow">
              <dgm:alg type="tx"/>
              <dgm:choose name="Name21">
                <dgm:if name="Name22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23">
                  <dgm:shape xmlns:r="http://schemas.openxmlformats.org/officeDocument/2006/relationships" rot="180" type="upArrowCallout" r:blip="">
                    <dgm:adjLst/>
                  </dgm:shape>
                </dgm:else>
              </dgm:choose>
              <dgm:presOf axis="self"/>
              <dgm:constrLst/>
              <dgm:ruleLst>
                <dgm:rule type="primFontSz" val="5" fact="NaN" max="NaN"/>
              </dgm:ruleLst>
            </dgm:layoutNode>
            <dgm:choose name="Name24">
              <dgm:if name="Name25" axis="ch" ptType="node" func="cnt" op="gte" val="1">
                <dgm:layoutNode name="arrow">
                  <dgm:alg type="sp"/>
                  <dgm:shape xmlns:r="http://schemas.openxmlformats.org/officeDocument/2006/relationships" rot="180" type="upArrowCallout" r:blip="">
                    <dgm:adjLst/>
                  </dgm:shape>
                  <dgm:presOf axis="self"/>
                  <dgm:constrLst/>
                  <dgm:ruleLst/>
                </dgm:layoutNode>
                <dgm:layoutNode name="descendantArrow">
                  <dgm:choose name="Name26">
                    <dgm:if name="Name27" func="var" arg="dir" op="equ" val="norm">
                      <dgm:alg type="lin"/>
                    </dgm:if>
                    <dgm:else name="Name28">
                      <dgm:alg type="lin">
                        <dgm:param type="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for="ch" forName="childTextArrow" refType="w"/>
                    <dgm:constr type="h" for="ch" forName="childTextArrow" refType="h"/>
                  </dgm:constrLst>
                  <dgm:ruleLst/>
                  <dgm:forEach name="Name29" axis="ch" ptType="node">
                    <dgm:layoutNode name="childTextArrow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rect" r:blip="">
                        <dgm:adjLst/>
                      </dgm:shape>
                      <dgm:presOf axis="desOrSelf" ptType="node"/>
                      <dgm:constrLst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</dgm:forEach>
                </dgm:layoutNode>
              </dgm:if>
              <dgm:else name="Name30"/>
            </dgm:choose>
          </dgm:layoutNode>
        </dgm:else>
      </dgm:choose>
      <dgm:forEach name="Name31" axis="precedSib" ptType="sibTrans" st="-1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27.xml><?xml version="1.0" encoding="utf-8"?>
<dgm:layoutDef xmlns:dgm="http://schemas.openxmlformats.org/drawingml/2006/diagram" xmlns:a="http://schemas.openxmlformats.org/drawingml/2006/main" uniqueId="urn:microsoft.com/office/officeart/2005/8/layout/process4">
  <dgm:title val=""/>
  <dgm:desc val=""/>
  <dgm:catLst>
    <dgm:cat type="process" pri="16000"/>
    <dgm:cat type="list" pri="20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alg type="lin">
      <dgm:param type="linDir" val="fromB"/>
    </dgm:alg>
    <dgm:shape xmlns:r="http://schemas.openxmlformats.org/officeDocument/2006/relationships" r:blip="">
      <dgm:adjLst/>
    </dgm:shape>
    <dgm:presOf/>
    <dgm:constrLst>
      <dgm:constr type="h" for="ch" forName="boxAndChildren" refType="h"/>
      <dgm:constr type="h" for="ch" forName="arrowAndChildren" refType="h" refFor="ch" refForName="boxAndChildren" op="equ" fact="1.538"/>
      <dgm:constr type="w" for="ch" forName="arrowAndChildren" refType="w"/>
      <dgm:constr type="w" for="ch" forName="boxAndChildren" refType="w"/>
      <dgm:constr type="h" for="ch" forName="sp" refType="h" fact="-0.015"/>
      <dgm:constr type="primFontSz" for="des" forName="parentTextBox" val="65"/>
      <dgm:constr type="primFontSz" for="des" forName="parentTextArrow" refType="primFontSz" refFor="des" refForName="parentTextBox" op="equ"/>
      <dgm:constr type="primFontSz" for="des" forName="childTextArrow" val="65"/>
      <dgm:constr type="primFontSz" for="des" forName="childTextBox" refType="primFontSz" refFor="des" refForName="childTextArrow" op="equ"/>
    </dgm:constrLst>
    <dgm:ruleLst/>
    <dgm:forEach name="Name1" axis="ch" ptType="node" st="-1" step="-1">
      <dgm:choose name="Name2">
        <dgm:if name="Name3" axis="self" ptType="node" func="revPos" op="equ" val="1">
          <dgm:layoutNode name="boxAndChildren">
            <dgm:alg type="composite"/>
            <dgm:shape xmlns:r="http://schemas.openxmlformats.org/officeDocument/2006/relationships" r:blip="">
              <dgm:adjLst/>
            </dgm:shape>
            <dgm:presOf/>
            <dgm:choose name="Name4">
              <dgm:if name="Name5" axis="ch" ptType="node" func="cnt" op="gte" val="1">
                <dgm:constrLst>
                  <dgm:constr type="w" for="ch" forName="parentTextBox" refType="w"/>
                  <dgm:constr type="h" for="ch" forName="parentTextBox" refType="h" fact="0.54"/>
                  <dgm:constr type="t" for="ch" forName="parentTextBox"/>
                  <dgm:constr type="w" for="ch" forName="entireBox" refType="w"/>
                  <dgm:constr type="h" for="ch" forName="entireBox" refType="h"/>
                  <dgm:constr type="w" for="ch" forName="descendantBox" refType="w"/>
                  <dgm:constr type="b" for="ch" forName="descendantBox" refType="h" fact="0.98"/>
                  <dgm:constr type="h" for="ch" forName="descendantBox" refType="h" fact="0.46"/>
                </dgm:constrLst>
              </dgm:if>
              <dgm:else name="Name6">
                <dgm:constrLst>
                  <dgm:constr type="w" for="ch" forName="parentTextBox" refType="w"/>
                  <dgm:constr type="h" for="ch" forName="parentTextBox" refType="h"/>
                </dgm:constrLst>
              </dgm:else>
            </dgm:choose>
            <dgm:ruleLst/>
            <dgm:layoutNode name="parentTextBox">
              <dgm:alg type="tx"/>
              <dgm:choose name="Name7">
                <dgm:if name="Name8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9">
                  <dgm:shape xmlns:r="http://schemas.openxmlformats.org/officeDocument/2006/relationships" type="rect" r:blip="">
                    <dgm:adjLst/>
                  </dgm:shape>
                </dgm:else>
              </dgm:choose>
              <dgm:presOf axis="self"/>
              <dgm:constrLst/>
              <dgm:ruleLst>
                <dgm:rule type="primFontSz" val="5" fact="NaN" max="NaN"/>
              </dgm:ruleLst>
            </dgm:layoutNode>
            <dgm:choose name="Name10">
              <dgm:if name="Name11" axis="ch" ptType="node" func="cnt" op="gte" val="1">
                <dgm:layoutNode name="entireBox">
                  <dgm:alg type="sp"/>
                  <dgm:shape xmlns:r="http://schemas.openxmlformats.org/officeDocument/2006/relationships" type="rect" r:blip="">
                    <dgm:adjLst/>
                  </dgm:shape>
                  <dgm:presOf axis="self"/>
                  <dgm:constrLst/>
                  <dgm:ruleLst/>
                </dgm:layoutNode>
                <dgm:layoutNode name="descendantBox" styleLbl="fgAccFollowNode1">
                  <dgm:choose name="Name12">
                    <dgm:if name="Name13" func="var" arg="dir" op="equ" val="norm">
                      <dgm:alg type="lin"/>
                    </dgm:if>
                    <dgm:else name="Name14">
                      <dgm:alg type="lin">
                        <dgm:param type="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for="ch" forName="childTextBox" refType="w"/>
                    <dgm:constr type="h" for="ch" forName="childTextBox" refType="h"/>
                  </dgm:constrLst>
                  <dgm:ruleLst/>
                  <dgm:forEach name="Name15" axis="ch" ptType="node">
                    <dgm:layoutNode name="childTextBox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rect" r:blip="">
                        <dgm:adjLst/>
                      </dgm:shape>
                      <dgm:presOf axis="desOrSelf" ptType="node"/>
                      <dgm:constrLst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</dgm:forEach>
                </dgm:layoutNode>
              </dgm:if>
              <dgm:else name="Name16"/>
            </dgm:choose>
          </dgm:layoutNode>
        </dgm:if>
        <dgm:else name="Name17">
          <dgm:layoutNode name="arrowAndChildren">
            <dgm:alg type="composite"/>
            <dgm:shape xmlns:r="http://schemas.openxmlformats.org/officeDocument/2006/relationships" r:blip="">
              <dgm:adjLst/>
            </dgm:shape>
            <dgm:presOf/>
            <dgm:choose name="Name18">
              <dgm:if name="Name19" axis="ch" ptType="node" func="cnt" op="gte" val="1">
                <dgm:constrLst>
                  <dgm:constr type="w" for="ch" forName="parentTextArrow" refType="w"/>
                  <dgm:constr type="t" for="ch" forName="parentTextArrow"/>
                  <dgm:constr type="h" for="ch" forName="parentTextArrow" refType="h" fact="0.351"/>
                  <dgm:constr type="w" for="ch" forName="arrow" refType="w"/>
                  <dgm:constr type="h" for="ch" forName="arrow" refType="h"/>
                  <dgm:constr type="w" for="ch" forName="descendantArrow" refType="w"/>
                  <dgm:constr type="b" for="ch" forName="descendantArrow" refType="h" fact="0.65"/>
                  <dgm:constr type="h" for="ch" forName="descendantArrow" refType="h" fact="0.299"/>
                </dgm:constrLst>
              </dgm:if>
              <dgm:else name="Name20">
                <dgm:constrLst>
                  <dgm:constr type="w" for="ch" forName="parentTextArrow" refType="w"/>
                  <dgm:constr type="h" for="ch" forName="parentTextArrow" refType="h"/>
                </dgm:constrLst>
              </dgm:else>
            </dgm:choose>
            <dgm:ruleLst/>
            <dgm:layoutNode name="parentTextArrow">
              <dgm:alg type="tx"/>
              <dgm:choose name="Name21">
                <dgm:if name="Name22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23">
                  <dgm:shape xmlns:r="http://schemas.openxmlformats.org/officeDocument/2006/relationships" rot="180" type="upArrowCallout" r:blip="">
                    <dgm:adjLst/>
                  </dgm:shape>
                </dgm:else>
              </dgm:choose>
              <dgm:presOf axis="self"/>
              <dgm:constrLst/>
              <dgm:ruleLst>
                <dgm:rule type="primFontSz" val="5" fact="NaN" max="NaN"/>
              </dgm:ruleLst>
            </dgm:layoutNode>
            <dgm:choose name="Name24">
              <dgm:if name="Name25" axis="ch" ptType="node" func="cnt" op="gte" val="1">
                <dgm:layoutNode name="arrow">
                  <dgm:alg type="sp"/>
                  <dgm:shape xmlns:r="http://schemas.openxmlformats.org/officeDocument/2006/relationships" rot="180" type="upArrowCallout" r:blip="">
                    <dgm:adjLst/>
                  </dgm:shape>
                  <dgm:presOf axis="self"/>
                  <dgm:constrLst/>
                  <dgm:ruleLst/>
                </dgm:layoutNode>
                <dgm:layoutNode name="descendantArrow">
                  <dgm:choose name="Name26">
                    <dgm:if name="Name27" func="var" arg="dir" op="equ" val="norm">
                      <dgm:alg type="lin"/>
                    </dgm:if>
                    <dgm:else name="Name28">
                      <dgm:alg type="lin">
                        <dgm:param type="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for="ch" forName="childTextArrow" refType="w"/>
                    <dgm:constr type="h" for="ch" forName="childTextArrow" refType="h"/>
                  </dgm:constrLst>
                  <dgm:ruleLst/>
                  <dgm:forEach name="Name29" axis="ch" ptType="node">
                    <dgm:layoutNode name="childTextArrow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rect" r:blip="">
                        <dgm:adjLst/>
                      </dgm:shape>
                      <dgm:presOf axis="desOrSelf" ptType="node"/>
                      <dgm:constrLst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</dgm:forEach>
                </dgm:layoutNode>
              </dgm:if>
              <dgm:else name="Name30"/>
            </dgm:choose>
          </dgm:layoutNode>
        </dgm:else>
      </dgm:choose>
      <dgm:forEach name="Name31" axis="precedSib" ptType="sibTrans" st="-1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28.xml><?xml version="1.0" encoding="utf-8"?>
<dgm:layoutDef xmlns:dgm="http://schemas.openxmlformats.org/drawingml/2006/diagram" xmlns:a="http://schemas.openxmlformats.org/drawingml/2006/main" uniqueId="urn:microsoft.com/office/officeart/2005/8/layout/process4">
  <dgm:title val=""/>
  <dgm:desc val=""/>
  <dgm:catLst>
    <dgm:cat type="process" pri="16000"/>
    <dgm:cat type="list" pri="20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alg type="lin">
      <dgm:param type="linDir" val="fromB"/>
    </dgm:alg>
    <dgm:shape xmlns:r="http://schemas.openxmlformats.org/officeDocument/2006/relationships" r:blip="">
      <dgm:adjLst/>
    </dgm:shape>
    <dgm:presOf/>
    <dgm:constrLst>
      <dgm:constr type="h" for="ch" forName="boxAndChildren" refType="h"/>
      <dgm:constr type="h" for="ch" forName="arrowAndChildren" refType="h" refFor="ch" refForName="boxAndChildren" op="equ" fact="1.538"/>
      <dgm:constr type="w" for="ch" forName="arrowAndChildren" refType="w"/>
      <dgm:constr type="w" for="ch" forName="boxAndChildren" refType="w"/>
      <dgm:constr type="h" for="ch" forName="sp" refType="h" fact="-0.015"/>
      <dgm:constr type="primFontSz" for="des" forName="parentTextBox" val="65"/>
      <dgm:constr type="primFontSz" for="des" forName="parentTextArrow" refType="primFontSz" refFor="des" refForName="parentTextBox" op="equ"/>
      <dgm:constr type="primFontSz" for="des" forName="childTextArrow" val="65"/>
      <dgm:constr type="primFontSz" for="des" forName="childTextBox" refType="primFontSz" refFor="des" refForName="childTextArrow" op="equ"/>
    </dgm:constrLst>
    <dgm:ruleLst/>
    <dgm:forEach name="Name1" axis="ch" ptType="node" st="-1" step="-1">
      <dgm:choose name="Name2">
        <dgm:if name="Name3" axis="self" ptType="node" func="revPos" op="equ" val="1">
          <dgm:layoutNode name="boxAndChildren">
            <dgm:alg type="composite"/>
            <dgm:shape xmlns:r="http://schemas.openxmlformats.org/officeDocument/2006/relationships" r:blip="">
              <dgm:adjLst/>
            </dgm:shape>
            <dgm:presOf/>
            <dgm:choose name="Name4">
              <dgm:if name="Name5" axis="ch" ptType="node" func="cnt" op="gte" val="1">
                <dgm:constrLst>
                  <dgm:constr type="w" for="ch" forName="parentTextBox" refType="w"/>
                  <dgm:constr type="h" for="ch" forName="parentTextBox" refType="h" fact="0.54"/>
                  <dgm:constr type="t" for="ch" forName="parentTextBox"/>
                  <dgm:constr type="w" for="ch" forName="entireBox" refType="w"/>
                  <dgm:constr type="h" for="ch" forName="entireBox" refType="h"/>
                  <dgm:constr type="w" for="ch" forName="descendantBox" refType="w"/>
                  <dgm:constr type="b" for="ch" forName="descendantBox" refType="h" fact="0.98"/>
                  <dgm:constr type="h" for="ch" forName="descendantBox" refType="h" fact="0.46"/>
                </dgm:constrLst>
              </dgm:if>
              <dgm:else name="Name6">
                <dgm:constrLst>
                  <dgm:constr type="w" for="ch" forName="parentTextBox" refType="w"/>
                  <dgm:constr type="h" for="ch" forName="parentTextBox" refType="h"/>
                </dgm:constrLst>
              </dgm:else>
            </dgm:choose>
            <dgm:ruleLst/>
            <dgm:layoutNode name="parentTextBox">
              <dgm:alg type="tx"/>
              <dgm:choose name="Name7">
                <dgm:if name="Name8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9">
                  <dgm:shape xmlns:r="http://schemas.openxmlformats.org/officeDocument/2006/relationships" type="rect" r:blip="">
                    <dgm:adjLst/>
                  </dgm:shape>
                </dgm:else>
              </dgm:choose>
              <dgm:presOf axis="self"/>
              <dgm:constrLst/>
              <dgm:ruleLst>
                <dgm:rule type="primFontSz" val="5" fact="NaN" max="NaN"/>
              </dgm:ruleLst>
            </dgm:layoutNode>
            <dgm:choose name="Name10">
              <dgm:if name="Name11" axis="ch" ptType="node" func="cnt" op="gte" val="1">
                <dgm:layoutNode name="entireBox">
                  <dgm:alg type="sp"/>
                  <dgm:shape xmlns:r="http://schemas.openxmlformats.org/officeDocument/2006/relationships" type="rect" r:blip="">
                    <dgm:adjLst/>
                  </dgm:shape>
                  <dgm:presOf axis="self"/>
                  <dgm:constrLst/>
                  <dgm:ruleLst/>
                </dgm:layoutNode>
                <dgm:layoutNode name="descendantBox" styleLbl="fgAccFollowNode1">
                  <dgm:choose name="Name12">
                    <dgm:if name="Name13" func="var" arg="dir" op="equ" val="norm">
                      <dgm:alg type="lin"/>
                    </dgm:if>
                    <dgm:else name="Name14">
                      <dgm:alg type="lin">
                        <dgm:param type="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for="ch" forName="childTextBox" refType="w"/>
                    <dgm:constr type="h" for="ch" forName="childTextBox" refType="h"/>
                  </dgm:constrLst>
                  <dgm:ruleLst/>
                  <dgm:forEach name="Name15" axis="ch" ptType="node">
                    <dgm:layoutNode name="childTextBox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rect" r:blip="">
                        <dgm:adjLst/>
                      </dgm:shape>
                      <dgm:presOf axis="desOrSelf" ptType="node"/>
                      <dgm:constrLst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</dgm:forEach>
                </dgm:layoutNode>
              </dgm:if>
              <dgm:else name="Name16"/>
            </dgm:choose>
          </dgm:layoutNode>
        </dgm:if>
        <dgm:else name="Name17">
          <dgm:layoutNode name="arrowAndChildren">
            <dgm:alg type="composite"/>
            <dgm:shape xmlns:r="http://schemas.openxmlformats.org/officeDocument/2006/relationships" r:blip="">
              <dgm:adjLst/>
            </dgm:shape>
            <dgm:presOf/>
            <dgm:choose name="Name18">
              <dgm:if name="Name19" axis="ch" ptType="node" func="cnt" op="gte" val="1">
                <dgm:constrLst>
                  <dgm:constr type="w" for="ch" forName="parentTextArrow" refType="w"/>
                  <dgm:constr type="t" for="ch" forName="parentTextArrow"/>
                  <dgm:constr type="h" for="ch" forName="parentTextArrow" refType="h" fact="0.351"/>
                  <dgm:constr type="w" for="ch" forName="arrow" refType="w"/>
                  <dgm:constr type="h" for="ch" forName="arrow" refType="h"/>
                  <dgm:constr type="w" for="ch" forName="descendantArrow" refType="w"/>
                  <dgm:constr type="b" for="ch" forName="descendantArrow" refType="h" fact="0.65"/>
                  <dgm:constr type="h" for="ch" forName="descendantArrow" refType="h" fact="0.299"/>
                </dgm:constrLst>
              </dgm:if>
              <dgm:else name="Name20">
                <dgm:constrLst>
                  <dgm:constr type="w" for="ch" forName="parentTextArrow" refType="w"/>
                  <dgm:constr type="h" for="ch" forName="parentTextArrow" refType="h"/>
                </dgm:constrLst>
              </dgm:else>
            </dgm:choose>
            <dgm:ruleLst/>
            <dgm:layoutNode name="parentTextArrow">
              <dgm:alg type="tx"/>
              <dgm:choose name="Name21">
                <dgm:if name="Name22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23">
                  <dgm:shape xmlns:r="http://schemas.openxmlformats.org/officeDocument/2006/relationships" rot="180" type="upArrowCallout" r:blip="">
                    <dgm:adjLst/>
                  </dgm:shape>
                </dgm:else>
              </dgm:choose>
              <dgm:presOf axis="self"/>
              <dgm:constrLst/>
              <dgm:ruleLst>
                <dgm:rule type="primFontSz" val="5" fact="NaN" max="NaN"/>
              </dgm:ruleLst>
            </dgm:layoutNode>
            <dgm:choose name="Name24">
              <dgm:if name="Name25" axis="ch" ptType="node" func="cnt" op="gte" val="1">
                <dgm:layoutNode name="arrow">
                  <dgm:alg type="sp"/>
                  <dgm:shape xmlns:r="http://schemas.openxmlformats.org/officeDocument/2006/relationships" rot="180" type="upArrowCallout" r:blip="">
                    <dgm:adjLst/>
                  </dgm:shape>
                  <dgm:presOf axis="self"/>
                  <dgm:constrLst/>
                  <dgm:ruleLst/>
                </dgm:layoutNode>
                <dgm:layoutNode name="descendantArrow">
                  <dgm:choose name="Name26">
                    <dgm:if name="Name27" func="var" arg="dir" op="equ" val="norm">
                      <dgm:alg type="lin"/>
                    </dgm:if>
                    <dgm:else name="Name28">
                      <dgm:alg type="lin">
                        <dgm:param type="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for="ch" forName="childTextArrow" refType="w"/>
                    <dgm:constr type="h" for="ch" forName="childTextArrow" refType="h"/>
                  </dgm:constrLst>
                  <dgm:ruleLst/>
                  <dgm:forEach name="Name29" axis="ch" ptType="node">
                    <dgm:layoutNode name="childTextArrow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rect" r:blip="">
                        <dgm:adjLst/>
                      </dgm:shape>
                      <dgm:presOf axis="desOrSelf" ptType="node"/>
                      <dgm:constrLst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</dgm:forEach>
                </dgm:layoutNode>
              </dgm:if>
              <dgm:else name="Name30"/>
            </dgm:choose>
          </dgm:layoutNode>
        </dgm:else>
      </dgm:choose>
      <dgm:forEach name="Name31" axis="precedSib" ptType="sibTrans" st="-1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29.xml><?xml version="1.0" encoding="utf-8"?>
<dgm:layoutDef xmlns:dgm="http://schemas.openxmlformats.org/drawingml/2006/diagram" xmlns:a="http://schemas.openxmlformats.org/drawingml/2006/main" uniqueId="urn:microsoft.com/office/officeart/2005/8/layout/process4">
  <dgm:title val=""/>
  <dgm:desc val=""/>
  <dgm:catLst>
    <dgm:cat type="process" pri="16000"/>
    <dgm:cat type="list" pri="20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alg type="lin">
      <dgm:param type="linDir" val="fromB"/>
    </dgm:alg>
    <dgm:shape xmlns:r="http://schemas.openxmlformats.org/officeDocument/2006/relationships" r:blip="">
      <dgm:adjLst/>
    </dgm:shape>
    <dgm:presOf/>
    <dgm:constrLst>
      <dgm:constr type="h" for="ch" forName="boxAndChildren" refType="h"/>
      <dgm:constr type="h" for="ch" forName="arrowAndChildren" refType="h" refFor="ch" refForName="boxAndChildren" op="equ" fact="1.538"/>
      <dgm:constr type="w" for="ch" forName="arrowAndChildren" refType="w"/>
      <dgm:constr type="w" for="ch" forName="boxAndChildren" refType="w"/>
      <dgm:constr type="h" for="ch" forName="sp" refType="h" fact="-0.015"/>
      <dgm:constr type="primFontSz" for="des" forName="parentTextBox" val="65"/>
      <dgm:constr type="primFontSz" for="des" forName="parentTextArrow" refType="primFontSz" refFor="des" refForName="parentTextBox" op="equ"/>
      <dgm:constr type="primFontSz" for="des" forName="childTextArrow" val="65"/>
      <dgm:constr type="primFontSz" for="des" forName="childTextBox" refType="primFontSz" refFor="des" refForName="childTextArrow" op="equ"/>
    </dgm:constrLst>
    <dgm:ruleLst/>
    <dgm:forEach name="Name1" axis="ch" ptType="node" st="-1" step="-1">
      <dgm:choose name="Name2">
        <dgm:if name="Name3" axis="self" ptType="node" func="revPos" op="equ" val="1">
          <dgm:layoutNode name="boxAndChildren">
            <dgm:alg type="composite"/>
            <dgm:shape xmlns:r="http://schemas.openxmlformats.org/officeDocument/2006/relationships" r:blip="">
              <dgm:adjLst/>
            </dgm:shape>
            <dgm:presOf/>
            <dgm:choose name="Name4">
              <dgm:if name="Name5" axis="ch" ptType="node" func="cnt" op="gte" val="1">
                <dgm:constrLst>
                  <dgm:constr type="w" for="ch" forName="parentTextBox" refType="w"/>
                  <dgm:constr type="h" for="ch" forName="parentTextBox" refType="h" fact="0.54"/>
                  <dgm:constr type="t" for="ch" forName="parentTextBox"/>
                  <dgm:constr type="w" for="ch" forName="entireBox" refType="w"/>
                  <dgm:constr type="h" for="ch" forName="entireBox" refType="h"/>
                  <dgm:constr type="w" for="ch" forName="descendantBox" refType="w"/>
                  <dgm:constr type="b" for="ch" forName="descendantBox" refType="h" fact="0.98"/>
                  <dgm:constr type="h" for="ch" forName="descendantBox" refType="h" fact="0.46"/>
                </dgm:constrLst>
              </dgm:if>
              <dgm:else name="Name6">
                <dgm:constrLst>
                  <dgm:constr type="w" for="ch" forName="parentTextBox" refType="w"/>
                  <dgm:constr type="h" for="ch" forName="parentTextBox" refType="h"/>
                </dgm:constrLst>
              </dgm:else>
            </dgm:choose>
            <dgm:ruleLst/>
            <dgm:layoutNode name="parentTextBox">
              <dgm:alg type="tx"/>
              <dgm:choose name="Name7">
                <dgm:if name="Name8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9">
                  <dgm:shape xmlns:r="http://schemas.openxmlformats.org/officeDocument/2006/relationships" type="rect" r:blip="">
                    <dgm:adjLst/>
                  </dgm:shape>
                </dgm:else>
              </dgm:choose>
              <dgm:presOf axis="self"/>
              <dgm:constrLst/>
              <dgm:ruleLst>
                <dgm:rule type="primFontSz" val="5" fact="NaN" max="NaN"/>
              </dgm:ruleLst>
            </dgm:layoutNode>
            <dgm:choose name="Name10">
              <dgm:if name="Name11" axis="ch" ptType="node" func="cnt" op="gte" val="1">
                <dgm:layoutNode name="entireBox">
                  <dgm:alg type="sp"/>
                  <dgm:shape xmlns:r="http://schemas.openxmlformats.org/officeDocument/2006/relationships" type="rect" r:blip="">
                    <dgm:adjLst/>
                  </dgm:shape>
                  <dgm:presOf axis="self"/>
                  <dgm:constrLst/>
                  <dgm:ruleLst/>
                </dgm:layoutNode>
                <dgm:layoutNode name="descendantBox" styleLbl="fgAccFollowNode1">
                  <dgm:choose name="Name12">
                    <dgm:if name="Name13" func="var" arg="dir" op="equ" val="norm">
                      <dgm:alg type="lin"/>
                    </dgm:if>
                    <dgm:else name="Name14">
                      <dgm:alg type="lin">
                        <dgm:param type="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for="ch" forName="childTextBox" refType="w"/>
                    <dgm:constr type="h" for="ch" forName="childTextBox" refType="h"/>
                  </dgm:constrLst>
                  <dgm:ruleLst/>
                  <dgm:forEach name="Name15" axis="ch" ptType="node">
                    <dgm:layoutNode name="childTextBox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rect" r:blip="">
                        <dgm:adjLst/>
                      </dgm:shape>
                      <dgm:presOf axis="desOrSelf" ptType="node"/>
                      <dgm:constrLst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</dgm:forEach>
                </dgm:layoutNode>
              </dgm:if>
              <dgm:else name="Name16"/>
            </dgm:choose>
          </dgm:layoutNode>
        </dgm:if>
        <dgm:else name="Name17">
          <dgm:layoutNode name="arrowAndChildren">
            <dgm:alg type="composite"/>
            <dgm:shape xmlns:r="http://schemas.openxmlformats.org/officeDocument/2006/relationships" r:blip="">
              <dgm:adjLst/>
            </dgm:shape>
            <dgm:presOf/>
            <dgm:choose name="Name18">
              <dgm:if name="Name19" axis="ch" ptType="node" func="cnt" op="gte" val="1">
                <dgm:constrLst>
                  <dgm:constr type="w" for="ch" forName="parentTextArrow" refType="w"/>
                  <dgm:constr type="t" for="ch" forName="parentTextArrow"/>
                  <dgm:constr type="h" for="ch" forName="parentTextArrow" refType="h" fact="0.351"/>
                  <dgm:constr type="w" for="ch" forName="arrow" refType="w"/>
                  <dgm:constr type="h" for="ch" forName="arrow" refType="h"/>
                  <dgm:constr type="w" for="ch" forName="descendantArrow" refType="w"/>
                  <dgm:constr type="b" for="ch" forName="descendantArrow" refType="h" fact="0.65"/>
                  <dgm:constr type="h" for="ch" forName="descendantArrow" refType="h" fact="0.299"/>
                </dgm:constrLst>
              </dgm:if>
              <dgm:else name="Name20">
                <dgm:constrLst>
                  <dgm:constr type="w" for="ch" forName="parentTextArrow" refType="w"/>
                  <dgm:constr type="h" for="ch" forName="parentTextArrow" refType="h"/>
                </dgm:constrLst>
              </dgm:else>
            </dgm:choose>
            <dgm:ruleLst/>
            <dgm:layoutNode name="parentTextArrow">
              <dgm:alg type="tx"/>
              <dgm:choose name="Name21">
                <dgm:if name="Name22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23">
                  <dgm:shape xmlns:r="http://schemas.openxmlformats.org/officeDocument/2006/relationships" rot="180" type="upArrowCallout" r:blip="">
                    <dgm:adjLst/>
                  </dgm:shape>
                </dgm:else>
              </dgm:choose>
              <dgm:presOf axis="self"/>
              <dgm:constrLst/>
              <dgm:ruleLst>
                <dgm:rule type="primFontSz" val="5" fact="NaN" max="NaN"/>
              </dgm:ruleLst>
            </dgm:layoutNode>
            <dgm:choose name="Name24">
              <dgm:if name="Name25" axis="ch" ptType="node" func="cnt" op="gte" val="1">
                <dgm:layoutNode name="arrow">
                  <dgm:alg type="sp"/>
                  <dgm:shape xmlns:r="http://schemas.openxmlformats.org/officeDocument/2006/relationships" rot="180" type="upArrowCallout" r:blip="">
                    <dgm:adjLst/>
                  </dgm:shape>
                  <dgm:presOf axis="self"/>
                  <dgm:constrLst/>
                  <dgm:ruleLst/>
                </dgm:layoutNode>
                <dgm:layoutNode name="descendantArrow">
                  <dgm:choose name="Name26">
                    <dgm:if name="Name27" func="var" arg="dir" op="equ" val="norm">
                      <dgm:alg type="lin"/>
                    </dgm:if>
                    <dgm:else name="Name28">
                      <dgm:alg type="lin">
                        <dgm:param type="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for="ch" forName="childTextArrow" refType="w"/>
                    <dgm:constr type="h" for="ch" forName="childTextArrow" refType="h"/>
                  </dgm:constrLst>
                  <dgm:ruleLst/>
                  <dgm:forEach name="Name29" axis="ch" ptType="node">
                    <dgm:layoutNode name="childTextArrow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rect" r:blip="">
                        <dgm:adjLst/>
                      </dgm:shape>
                      <dgm:presOf axis="desOrSelf" ptType="node"/>
                      <dgm:constrLst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</dgm:forEach>
                </dgm:layoutNode>
              </dgm:if>
              <dgm:else name="Name30"/>
            </dgm:choose>
          </dgm:layoutNode>
        </dgm:else>
      </dgm:choose>
      <dgm:forEach name="Name31" axis="precedSib" ptType="sibTrans" st="-1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30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31.xml><?xml version="1.0" encoding="utf-8"?>
<dgm:layoutDef xmlns:dgm="http://schemas.openxmlformats.org/drawingml/2006/diagram" xmlns:a="http://schemas.openxmlformats.org/drawingml/2006/main" uniqueId="urn:microsoft.com/office/officeart/2005/8/layout/hProcess9">
  <dgm:title val=""/>
  <dgm:desc val=""/>
  <dgm:catLst>
    <dgm:cat type="process" pri="5000"/>
    <dgm:cat type="convert" pri="13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CompostProcess">
    <dgm:varLst>
      <dgm:dir/>
      <dgm:resizeHandles val="exact"/>
    </dgm:varLst>
    <dgm:alg type="composite">
      <dgm:param type="horzAlign" val="ctr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arrow" refType="w" fact="0.85"/>
      <dgm:constr type="h" for="ch" forName="arrow" refType="h"/>
      <dgm:constr type="ctrX" for="ch" forName="arrow" refType="w" fact="0.5"/>
      <dgm:constr type="ctrY" for="ch" forName="arrow" refType="h" fact="0.5"/>
      <dgm:constr type="w" for="ch" forName="linearProcess" refType="w"/>
      <dgm:constr type="h" for="ch" forName="linearProcess" refType="h" fact="0.4"/>
      <dgm:constr type="ctrX" for="ch" forName="linearProcess" refType="w" fact="0.5"/>
      <dgm:constr type="ctrY" for="ch" forName="linearProcess" refType="h" fact="0.5"/>
    </dgm:constrLst>
    <dgm:ruleLst/>
    <dgm:layoutNode name="arrow" styleLbl="bgShp">
      <dgm:alg type="sp"/>
      <dgm:choose name="Name0">
        <dgm:if name="Name1" func="var" arg="dir" op="equ" val="norm">
          <dgm:shape xmlns:r="http://schemas.openxmlformats.org/officeDocument/2006/relationships" type="rightArrow" r:blip="">
            <dgm:adjLst/>
          </dgm:shape>
        </dgm:if>
        <dgm:else name="Name2">
          <dgm:shape xmlns:r="http://schemas.openxmlformats.org/officeDocument/2006/relationships" type="leftArrow" r:blip="">
            <dgm:adjLst/>
          </dgm:shape>
        </dgm:else>
      </dgm:choose>
      <dgm:presOf/>
      <dgm:constrLst/>
      <dgm:ruleLst/>
    </dgm:layoutNode>
    <dgm:layoutNode name="linearProcess">
      <dgm:choose name="Name3">
        <dgm:if name="Name4" func="var" arg="dir" op="equ" val="norm">
          <dgm:alg type="lin"/>
        </dgm:if>
        <dgm:else name="Name5">
          <dgm:alg type="lin">
            <dgm:param type="linDir" val="from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userA" for="ch" ptType="node" refType="w"/>
        <dgm:constr type="h" for="ch" ptType="node" refType="h"/>
        <dgm:constr type="w" for="ch" ptType="node" op="equ"/>
        <dgm:constr type="w" for="ch" forName="sibTrans" refType="w" fact="0.05"/>
        <dgm:constr type="primFontSz" for="ch" ptType="node" op="equ" val="65"/>
      </dgm:constrLst>
      <dgm:ruleLst/>
      <dgm:forEach name="Name6" axis="ch" ptType="node">
        <dgm:layoutNode name="textNode" styleLbl="node1">
          <dgm:varLst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desOrSelf" ptType="node"/>
          <dgm:constrLst>
            <dgm:constr type="userA"/>
            <dgm:constr type="w" refType="userA" fact="0.3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w" val="NaN" fact="1" max="NaN"/>
            <dgm:rule type="primFontSz" val="5" fact="NaN" max="NaN"/>
          </dgm:ruleLst>
        </dgm:layoutNode>
        <dgm:forEach name="Name7" axis="followSib" ptType="sibTrans" cnt="1">
          <dgm:layoutNode name="sibTrans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forEach>
      </dgm:forEach>
    </dgm:layoutNode>
  </dgm:layoutNode>
</dgm:layoutDef>
</file>

<file path=ppt/diagrams/layout32.xml><?xml version="1.0" encoding="utf-8"?>
<dgm:layoutDef xmlns:dgm="http://schemas.openxmlformats.org/drawingml/2006/diagram" xmlns:a="http://schemas.openxmlformats.org/drawingml/2006/main" uniqueId="urn:microsoft.com/office/officeart/2005/8/layout/process4">
  <dgm:title val=""/>
  <dgm:desc val=""/>
  <dgm:catLst>
    <dgm:cat type="process" pri="16000"/>
    <dgm:cat type="list" pri="20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alg type="lin">
      <dgm:param type="linDir" val="fromB"/>
    </dgm:alg>
    <dgm:shape xmlns:r="http://schemas.openxmlformats.org/officeDocument/2006/relationships" r:blip="">
      <dgm:adjLst/>
    </dgm:shape>
    <dgm:presOf/>
    <dgm:constrLst>
      <dgm:constr type="h" for="ch" forName="boxAndChildren" refType="h"/>
      <dgm:constr type="h" for="ch" forName="arrowAndChildren" refType="h" refFor="ch" refForName="boxAndChildren" op="equ" fact="1.538"/>
      <dgm:constr type="w" for="ch" forName="arrowAndChildren" refType="w"/>
      <dgm:constr type="w" for="ch" forName="boxAndChildren" refType="w"/>
      <dgm:constr type="h" for="ch" forName="sp" refType="h" fact="-0.015"/>
      <dgm:constr type="primFontSz" for="des" forName="parentTextBox" val="65"/>
      <dgm:constr type="primFontSz" for="des" forName="parentTextArrow" refType="primFontSz" refFor="des" refForName="parentTextBox" op="equ"/>
      <dgm:constr type="primFontSz" for="des" forName="childTextArrow" val="65"/>
      <dgm:constr type="primFontSz" for="des" forName="childTextBox" refType="primFontSz" refFor="des" refForName="childTextArrow" op="equ"/>
    </dgm:constrLst>
    <dgm:ruleLst/>
    <dgm:forEach name="Name1" axis="ch" ptType="node" st="-1" step="-1">
      <dgm:choose name="Name2">
        <dgm:if name="Name3" axis="self" ptType="node" func="revPos" op="equ" val="1">
          <dgm:layoutNode name="boxAndChildren">
            <dgm:alg type="composite"/>
            <dgm:shape xmlns:r="http://schemas.openxmlformats.org/officeDocument/2006/relationships" r:blip="">
              <dgm:adjLst/>
            </dgm:shape>
            <dgm:presOf/>
            <dgm:choose name="Name4">
              <dgm:if name="Name5" axis="ch" ptType="node" func="cnt" op="gte" val="1">
                <dgm:constrLst>
                  <dgm:constr type="w" for="ch" forName="parentTextBox" refType="w"/>
                  <dgm:constr type="h" for="ch" forName="parentTextBox" refType="h" fact="0.54"/>
                  <dgm:constr type="t" for="ch" forName="parentTextBox"/>
                  <dgm:constr type="w" for="ch" forName="entireBox" refType="w"/>
                  <dgm:constr type="h" for="ch" forName="entireBox" refType="h"/>
                  <dgm:constr type="w" for="ch" forName="descendantBox" refType="w"/>
                  <dgm:constr type="b" for="ch" forName="descendantBox" refType="h" fact="0.98"/>
                  <dgm:constr type="h" for="ch" forName="descendantBox" refType="h" fact="0.46"/>
                </dgm:constrLst>
              </dgm:if>
              <dgm:else name="Name6">
                <dgm:constrLst>
                  <dgm:constr type="w" for="ch" forName="parentTextBox" refType="w"/>
                  <dgm:constr type="h" for="ch" forName="parentTextBox" refType="h"/>
                </dgm:constrLst>
              </dgm:else>
            </dgm:choose>
            <dgm:ruleLst/>
            <dgm:layoutNode name="parentTextBox">
              <dgm:alg type="tx"/>
              <dgm:choose name="Name7">
                <dgm:if name="Name8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9">
                  <dgm:shape xmlns:r="http://schemas.openxmlformats.org/officeDocument/2006/relationships" type="rect" r:blip="">
                    <dgm:adjLst/>
                  </dgm:shape>
                </dgm:else>
              </dgm:choose>
              <dgm:presOf axis="self"/>
              <dgm:constrLst/>
              <dgm:ruleLst>
                <dgm:rule type="primFontSz" val="5" fact="NaN" max="NaN"/>
              </dgm:ruleLst>
            </dgm:layoutNode>
            <dgm:choose name="Name10">
              <dgm:if name="Name11" axis="ch" ptType="node" func="cnt" op="gte" val="1">
                <dgm:layoutNode name="entireBox">
                  <dgm:alg type="sp"/>
                  <dgm:shape xmlns:r="http://schemas.openxmlformats.org/officeDocument/2006/relationships" type="rect" r:blip="">
                    <dgm:adjLst/>
                  </dgm:shape>
                  <dgm:presOf axis="self"/>
                  <dgm:constrLst/>
                  <dgm:ruleLst/>
                </dgm:layoutNode>
                <dgm:layoutNode name="descendantBox" styleLbl="fgAccFollowNode1">
                  <dgm:choose name="Name12">
                    <dgm:if name="Name13" func="var" arg="dir" op="equ" val="norm">
                      <dgm:alg type="lin"/>
                    </dgm:if>
                    <dgm:else name="Name14">
                      <dgm:alg type="lin">
                        <dgm:param type="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for="ch" forName="childTextBox" refType="w"/>
                    <dgm:constr type="h" for="ch" forName="childTextBox" refType="h"/>
                  </dgm:constrLst>
                  <dgm:ruleLst/>
                  <dgm:forEach name="Name15" axis="ch" ptType="node">
                    <dgm:layoutNode name="childTextBox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rect" r:blip="">
                        <dgm:adjLst/>
                      </dgm:shape>
                      <dgm:presOf axis="desOrSelf" ptType="node"/>
                      <dgm:constrLst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</dgm:forEach>
                </dgm:layoutNode>
              </dgm:if>
              <dgm:else name="Name16"/>
            </dgm:choose>
          </dgm:layoutNode>
        </dgm:if>
        <dgm:else name="Name17">
          <dgm:layoutNode name="arrowAndChildren">
            <dgm:alg type="composite"/>
            <dgm:shape xmlns:r="http://schemas.openxmlformats.org/officeDocument/2006/relationships" r:blip="">
              <dgm:adjLst/>
            </dgm:shape>
            <dgm:presOf/>
            <dgm:choose name="Name18">
              <dgm:if name="Name19" axis="ch" ptType="node" func="cnt" op="gte" val="1">
                <dgm:constrLst>
                  <dgm:constr type="w" for="ch" forName="parentTextArrow" refType="w"/>
                  <dgm:constr type="t" for="ch" forName="parentTextArrow"/>
                  <dgm:constr type="h" for="ch" forName="parentTextArrow" refType="h" fact="0.351"/>
                  <dgm:constr type="w" for="ch" forName="arrow" refType="w"/>
                  <dgm:constr type="h" for="ch" forName="arrow" refType="h"/>
                  <dgm:constr type="w" for="ch" forName="descendantArrow" refType="w"/>
                  <dgm:constr type="b" for="ch" forName="descendantArrow" refType="h" fact="0.65"/>
                  <dgm:constr type="h" for="ch" forName="descendantArrow" refType="h" fact="0.299"/>
                </dgm:constrLst>
              </dgm:if>
              <dgm:else name="Name20">
                <dgm:constrLst>
                  <dgm:constr type="w" for="ch" forName="parentTextArrow" refType="w"/>
                  <dgm:constr type="h" for="ch" forName="parentTextArrow" refType="h"/>
                </dgm:constrLst>
              </dgm:else>
            </dgm:choose>
            <dgm:ruleLst/>
            <dgm:layoutNode name="parentTextArrow">
              <dgm:alg type="tx"/>
              <dgm:choose name="Name21">
                <dgm:if name="Name22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23">
                  <dgm:shape xmlns:r="http://schemas.openxmlformats.org/officeDocument/2006/relationships" rot="180" type="upArrowCallout" r:blip="">
                    <dgm:adjLst/>
                  </dgm:shape>
                </dgm:else>
              </dgm:choose>
              <dgm:presOf axis="self"/>
              <dgm:constrLst/>
              <dgm:ruleLst>
                <dgm:rule type="primFontSz" val="5" fact="NaN" max="NaN"/>
              </dgm:ruleLst>
            </dgm:layoutNode>
            <dgm:choose name="Name24">
              <dgm:if name="Name25" axis="ch" ptType="node" func="cnt" op="gte" val="1">
                <dgm:layoutNode name="arrow">
                  <dgm:alg type="sp"/>
                  <dgm:shape xmlns:r="http://schemas.openxmlformats.org/officeDocument/2006/relationships" rot="180" type="upArrowCallout" r:blip="">
                    <dgm:adjLst/>
                  </dgm:shape>
                  <dgm:presOf axis="self"/>
                  <dgm:constrLst/>
                  <dgm:ruleLst/>
                </dgm:layoutNode>
                <dgm:layoutNode name="descendantArrow">
                  <dgm:choose name="Name26">
                    <dgm:if name="Name27" func="var" arg="dir" op="equ" val="norm">
                      <dgm:alg type="lin"/>
                    </dgm:if>
                    <dgm:else name="Name28">
                      <dgm:alg type="lin">
                        <dgm:param type="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for="ch" forName="childTextArrow" refType="w"/>
                    <dgm:constr type="h" for="ch" forName="childTextArrow" refType="h"/>
                  </dgm:constrLst>
                  <dgm:ruleLst/>
                  <dgm:forEach name="Name29" axis="ch" ptType="node">
                    <dgm:layoutNode name="childTextArrow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rect" r:blip="">
                        <dgm:adjLst/>
                      </dgm:shape>
                      <dgm:presOf axis="desOrSelf" ptType="node"/>
                      <dgm:constrLst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</dgm:forEach>
                </dgm:layoutNode>
              </dgm:if>
              <dgm:else name="Name30"/>
            </dgm:choose>
          </dgm:layoutNode>
        </dgm:else>
      </dgm:choose>
      <dgm:forEach name="Name31" axis="precedSib" ptType="sibTrans" st="-1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33.xml><?xml version="1.0" encoding="utf-8"?>
<dgm:layoutDef xmlns:dgm="http://schemas.openxmlformats.org/drawingml/2006/diagram" xmlns:a="http://schemas.openxmlformats.org/drawingml/2006/main" uniqueId="urn:microsoft.com/office/officeart/2005/8/layout/process4">
  <dgm:title val=""/>
  <dgm:desc val=""/>
  <dgm:catLst>
    <dgm:cat type="process" pri="16000"/>
    <dgm:cat type="list" pri="20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alg type="lin">
      <dgm:param type="linDir" val="fromB"/>
    </dgm:alg>
    <dgm:shape xmlns:r="http://schemas.openxmlformats.org/officeDocument/2006/relationships" r:blip="">
      <dgm:adjLst/>
    </dgm:shape>
    <dgm:presOf/>
    <dgm:constrLst>
      <dgm:constr type="h" for="ch" forName="boxAndChildren" refType="h"/>
      <dgm:constr type="h" for="ch" forName="arrowAndChildren" refType="h" refFor="ch" refForName="boxAndChildren" op="equ" fact="1.538"/>
      <dgm:constr type="w" for="ch" forName="arrowAndChildren" refType="w"/>
      <dgm:constr type="w" for="ch" forName="boxAndChildren" refType="w"/>
      <dgm:constr type="h" for="ch" forName="sp" refType="h" fact="-0.015"/>
      <dgm:constr type="primFontSz" for="des" forName="parentTextBox" val="65"/>
      <dgm:constr type="primFontSz" for="des" forName="parentTextArrow" refType="primFontSz" refFor="des" refForName="parentTextBox" op="equ"/>
      <dgm:constr type="primFontSz" for="des" forName="childTextArrow" val="65"/>
      <dgm:constr type="primFontSz" for="des" forName="childTextBox" refType="primFontSz" refFor="des" refForName="childTextArrow" op="equ"/>
    </dgm:constrLst>
    <dgm:ruleLst/>
    <dgm:forEach name="Name1" axis="ch" ptType="node" st="-1" step="-1">
      <dgm:choose name="Name2">
        <dgm:if name="Name3" axis="self" ptType="node" func="revPos" op="equ" val="1">
          <dgm:layoutNode name="boxAndChildren">
            <dgm:alg type="composite"/>
            <dgm:shape xmlns:r="http://schemas.openxmlformats.org/officeDocument/2006/relationships" r:blip="">
              <dgm:adjLst/>
            </dgm:shape>
            <dgm:presOf/>
            <dgm:choose name="Name4">
              <dgm:if name="Name5" axis="ch" ptType="node" func="cnt" op="gte" val="1">
                <dgm:constrLst>
                  <dgm:constr type="w" for="ch" forName="parentTextBox" refType="w"/>
                  <dgm:constr type="h" for="ch" forName="parentTextBox" refType="h" fact="0.54"/>
                  <dgm:constr type="t" for="ch" forName="parentTextBox"/>
                  <dgm:constr type="w" for="ch" forName="entireBox" refType="w"/>
                  <dgm:constr type="h" for="ch" forName="entireBox" refType="h"/>
                  <dgm:constr type="w" for="ch" forName="descendantBox" refType="w"/>
                  <dgm:constr type="b" for="ch" forName="descendantBox" refType="h" fact="0.98"/>
                  <dgm:constr type="h" for="ch" forName="descendantBox" refType="h" fact="0.46"/>
                </dgm:constrLst>
              </dgm:if>
              <dgm:else name="Name6">
                <dgm:constrLst>
                  <dgm:constr type="w" for="ch" forName="parentTextBox" refType="w"/>
                  <dgm:constr type="h" for="ch" forName="parentTextBox" refType="h"/>
                </dgm:constrLst>
              </dgm:else>
            </dgm:choose>
            <dgm:ruleLst/>
            <dgm:layoutNode name="parentTextBox">
              <dgm:alg type="tx"/>
              <dgm:choose name="Name7">
                <dgm:if name="Name8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9">
                  <dgm:shape xmlns:r="http://schemas.openxmlformats.org/officeDocument/2006/relationships" type="rect" r:blip="">
                    <dgm:adjLst/>
                  </dgm:shape>
                </dgm:else>
              </dgm:choose>
              <dgm:presOf axis="self"/>
              <dgm:constrLst/>
              <dgm:ruleLst>
                <dgm:rule type="primFontSz" val="5" fact="NaN" max="NaN"/>
              </dgm:ruleLst>
            </dgm:layoutNode>
            <dgm:choose name="Name10">
              <dgm:if name="Name11" axis="ch" ptType="node" func="cnt" op="gte" val="1">
                <dgm:layoutNode name="entireBox">
                  <dgm:alg type="sp"/>
                  <dgm:shape xmlns:r="http://schemas.openxmlformats.org/officeDocument/2006/relationships" type="rect" r:blip="">
                    <dgm:adjLst/>
                  </dgm:shape>
                  <dgm:presOf axis="self"/>
                  <dgm:constrLst/>
                  <dgm:ruleLst/>
                </dgm:layoutNode>
                <dgm:layoutNode name="descendantBox" styleLbl="fgAccFollowNode1">
                  <dgm:choose name="Name12">
                    <dgm:if name="Name13" func="var" arg="dir" op="equ" val="norm">
                      <dgm:alg type="lin"/>
                    </dgm:if>
                    <dgm:else name="Name14">
                      <dgm:alg type="lin">
                        <dgm:param type="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for="ch" forName="childTextBox" refType="w"/>
                    <dgm:constr type="h" for="ch" forName="childTextBox" refType="h"/>
                  </dgm:constrLst>
                  <dgm:ruleLst/>
                  <dgm:forEach name="Name15" axis="ch" ptType="node">
                    <dgm:layoutNode name="childTextBox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rect" r:blip="">
                        <dgm:adjLst/>
                      </dgm:shape>
                      <dgm:presOf axis="desOrSelf" ptType="node"/>
                      <dgm:constrLst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</dgm:forEach>
                </dgm:layoutNode>
              </dgm:if>
              <dgm:else name="Name16"/>
            </dgm:choose>
          </dgm:layoutNode>
        </dgm:if>
        <dgm:else name="Name17">
          <dgm:layoutNode name="arrowAndChildren">
            <dgm:alg type="composite"/>
            <dgm:shape xmlns:r="http://schemas.openxmlformats.org/officeDocument/2006/relationships" r:blip="">
              <dgm:adjLst/>
            </dgm:shape>
            <dgm:presOf/>
            <dgm:choose name="Name18">
              <dgm:if name="Name19" axis="ch" ptType="node" func="cnt" op="gte" val="1">
                <dgm:constrLst>
                  <dgm:constr type="w" for="ch" forName="parentTextArrow" refType="w"/>
                  <dgm:constr type="t" for="ch" forName="parentTextArrow"/>
                  <dgm:constr type="h" for="ch" forName="parentTextArrow" refType="h" fact="0.351"/>
                  <dgm:constr type="w" for="ch" forName="arrow" refType="w"/>
                  <dgm:constr type="h" for="ch" forName="arrow" refType="h"/>
                  <dgm:constr type="w" for="ch" forName="descendantArrow" refType="w"/>
                  <dgm:constr type="b" for="ch" forName="descendantArrow" refType="h" fact="0.65"/>
                  <dgm:constr type="h" for="ch" forName="descendantArrow" refType="h" fact="0.299"/>
                </dgm:constrLst>
              </dgm:if>
              <dgm:else name="Name20">
                <dgm:constrLst>
                  <dgm:constr type="w" for="ch" forName="parentTextArrow" refType="w"/>
                  <dgm:constr type="h" for="ch" forName="parentTextArrow" refType="h"/>
                </dgm:constrLst>
              </dgm:else>
            </dgm:choose>
            <dgm:ruleLst/>
            <dgm:layoutNode name="parentTextArrow">
              <dgm:alg type="tx"/>
              <dgm:choose name="Name21">
                <dgm:if name="Name22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23">
                  <dgm:shape xmlns:r="http://schemas.openxmlformats.org/officeDocument/2006/relationships" rot="180" type="upArrowCallout" r:blip="">
                    <dgm:adjLst/>
                  </dgm:shape>
                </dgm:else>
              </dgm:choose>
              <dgm:presOf axis="self"/>
              <dgm:constrLst/>
              <dgm:ruleLst>
                <dgm:rule type="primFontSz" val="5" fact="NaN" max="NaN"/>
              </dgm:ruleLst>
            </dgm:layoutNode>
            <dgm:choose name="Name24">
              <dgm:if name="Name25" axis="ch" ptType="node" func="cnt" op="gte" val="1">
                <dgm:layoutNode name="arrow">
                  <dgm:alg type="sp"/>
                  <dgm:shape xmlns:r="http://schemas.openxmlformats.org/officeDocument/2006/relationships" rot="180" type="upArrowCallout" r:blip="">
                    <dgm:adjLst/>
                  </dgm:shape>
                  <dgm:presOf axis="self"/>
                  <dgm:constrLst/>
                  <dgm:ruleLst/>
                </dgm:layoutNode>
                <dgm:layoutNode name="descendantArrow">
                  <dgm:choose name="Name26">
                    <dgm:if name="Name27" func="var" arg="dir" op="equ" val="norm">
                      <dgm:alg type="lin"/>
                    </dgm:if>
                    <dgm:else name="Name28">
                      <dgm:alg type="lin">
                        <dgm:param type="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for="ch" forName="childTextArrow" refType="w"/>
                    <dgm:constr type="h" for="ch" forName="childTextArrow" refType="h"/>
                  </dgm:constrLst>
                  <dgm:ruleLst/>
                  <dgm:forEach name="Name29" axis="ch" ptType="node">
                    <dgm:layoutNode name="childTextArrow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rect" r:blip="">
                        <dgm:adjLst/>
                      </dgm:shape>
                      <dgm:presOf axis="desOrSelf" ptType="node"/>
                      <dgm:constrLst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</dgm:forEach>
                </dgm:layoutNode>
              </dgm:if>
              <dgm:else name="Name30"/>
            </dgm:choose>
          </dgm:layoutNode>
        </dgm:else>
      </dgm:choose>
      <dgm:forEach name="Name31" axis="precedSib" ptType="sibTrans" st="-1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34.xml><?xml version="1.0" encoding="utf-8"?>
<dgm:layoutDef xmlns:dgm="http://schemas.openxmlformats.org/drawingml/2006/diagram" xmlns:a="http://schemas.openxmlformats.org/drawingml/2006/main" uniqueId="urn:microsoft.com/office/officeart/2005/8/layout/process4">
  <dgm:title val=""/>
  <dgm:desc val=""/>
  <dgm:catLst>
    <dgm:cat type="process" pri="16000"/>
    <dgm:cat type="list" pri="20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alg type="lin">
      <dgm:param type="linDir" val="fromB"/>
    </dgm:alg>
    <dgm:shape xmlns:r="http://schemas.openxmlformats.org/officeDocument/2006/relationships" r:blip="">
      <dgm:adjLst/>
    </dgm:shape>
    <dgm:presOf/>
    <dgm:constrLst>
      <dgm:constr type="h" for="ch" forName="boxAndChildren" refType="h"/>
      <dgm:constr type="h" for="ch" forName="arrowAndChildren" refType="h" refFor="ch" refForName="boxAndChildren" op="equ" fact="1.538"/>
      <dgm:constr type="w" for="ch" forName="arrowAndChildren" refType="w"/>
      <dgm:constr type="w" for="ch" forName="boxAndChildren" refType="w"/>
      <dgm:constr type="h" for="ch" forName="sp" refType="h" fact="-0.015"/>
      <dgm:constr type="primFontSz" for="des" forName="parentTextBox" val="65"/>
      <dgm:constr type="primFontSz" for="des" forName="parentTextArrow" refType="primFontSz" refFor="des" refForName="parentTextBox" op="equ"/>
      <dgm:constr type="primFontSz" for="des" forName="childTextArrow" val="65"/>
      <dgm:constr type="primFontSz" for="des" forName="childTextBox" refType="primFontSz" refFor="des" refForName="childTextArrow" op="equ"/>
    </dgm:constrLst>
    <dgm:ruleLst/>
    <dgm:forEach name="Name1" axis="ch" ptType="node" st="-1" step="-1">
      <dgm:choose name="Name2">
        <dgm:if name="Name3" axis="self" ptType="node" func="revPos" op="equ" val="1">
          <dgm:layoutNode name="boxAndChildren">
            <dgm:alg type="composite"/>
            <dgm:shape xmlns:r="http://schemas.openxmlformats.org/officeDocument/2006/relationships" r:blip="">
              <dgm:adjLst/>
            </dgm:shape>
            <dgm:presOf/>
            <dgm:choose name="Name4">
              <dgm:if name="Name5" axis="ch" ptType="node" func="cnt" op="gte" val="1">
                <dgm:constrLst>
                  <dgm:constr type="w" for="ch" forName="parentTextBox" refType="w"/>
                  <dgm:constr type="h" for="ch" forName="parentTextBox" refType="h" fact="0.54"/>
                  <dgm:constr type="t" for="ch" forName="parentTextBox"/>
                  <dgm:constr type="w" for="ch" forName="entireBox" refType="w"/>
                  <dgm:constr type="h" for="ch" forName="entireBox" refType="h"/>
                  <dgm:constr type="w" for="ch" forName="descendantBox" refType="w"/>
                  <dgm:constr type="b" for="ch" forName="descendantBox" refType="h" fact="0.98"/>
                  <dgm:constr type="h" for="ch" forName="descendantBox" refType="h" fact="0.46"/>
                </dgm:constrLst>
              </dgm:if>
              <dgm:else name="Name6">
                <dgm:constrLst>
                  <dgm:constr type="w" for="ch" forName="parentTextBox" refType="w"/>
                  <dgm:constr type="h" for="ch" forName="parentTextBox" refType="h"/>
                </dgm:constrLst>
              </dgm:else>
            </dgm:choose>
            <dgm:ruleLst/>
            <dgm:layoutNode name="parentTextBox">
              <dgm:alg type="tx"/>
              <dgm:choose name="Name7">
                <dgm:if name="Name8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9">
                  <dgm:shape xmlns:r="http://schemas.openxmlformats.org/officeDocument/2006/relationships" type="rect" r:blip="">
                    <dgm:adjLst/>
                  </dgm:shape>
                </dgm:else>
              </dgm:choose>
              <dgm:presOf axis="self"/>
              <dgm:constrLst/>
              <dgm:ruleLst>
                <dgm:rule type="primFontSz" val="5" fact="NaN" max="NaN"/>
              </dgm:ruleLst>
            </dgm:layoutNode>
            <dgm:choose name="Name10">
              <dgm:if name="Name11" axis="ch" ptType="node" func="cnt" op="gte" val="1">
                <dgm:layoutNode name="entireBox">
                  <dgm:alg type="sp"/>
                  <dgm:shape xmlns:r="http://schemas.openxmlformats.org/officeDocument/2006/relationships" type="rect" r:blip="">
                    <dgm:adjLst/>
                  </dgm:shape>
                  <dgm:presOf axis="self"/>
                  <dgm:constrLst/>
                  <dgm:ruleLst/>
                </dgm:layoutNode>
                <dgm:layoutNode name="descendantBox" styleLbl="fgAccFollowNode1">
                  <dgm:choose name="Name12">
                    <dgm:if name="Name13" func="var" arg="dir" op="equ" val="norm">
                      <dgm:alg type="lin"/>
                    </dgm:if>
                    <dgm:else name="Name14">
                      <dgm:alg type="lin">
                        <dgm:param type="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for="ch" forName="childTextBox" refType="w"/>
                    <dgm:constr type="h" for="ch" forName="childTextBox" refType="h"/>
                  </dgm:constrLst>
                  <dgm:ruleLst/>
                  <dgm:forEach name="Name15" axis="ch" ptType="node">
                    <dgm:layoutNode name="childTextBox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rect" r:blip="">
                        <dgm:adjLst/>
                      </dgm:shape>
                      <dgm:presOf axis="desOrSelf" ptType="node"/>
                      <dgm:constrLst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</dgm:forEach>
                </dgm:layoutNode>
              </dgm:if>
              <dgm:else name="Name16"/>
            </dgm:choose>
          </dgm:layoutNode>
        </dgm:if>
        <dgm:else name="Name17">
          <dgm:layoutNode name="arrowAndChildren">
            <dgm:alg type="composite"/>
            <dgm:shape xmlns:r="http://schemas.openxmlformats.org/officeDocument/2006/relationships" r:blip="">
              <dgm:adjLst/>
            </dgm:shape>
            <dgm:presOf/>
            <dgm:choose name="Name18">
              <dgm:if name="Name19" axis="ch" ptType="node" func="cnt" op="gte" val="1">
                <dgm:constrLst>
                  <dgm:constr type="w" for="ch" forName="parentTextArrow" refType="w"/>
                  <dgm:constr type="t" for="ch" forName="parentTextArrow"/>
                  <dgm:constr type="h" for="ch" forName="parentTextArrow" refType="h" fact="0.351"/>
                  <dgm:constr type="w" for="ch" forName="arrow" refType="w"/>
                  <dgm:constr type="h" for="ch" forName="arrow" refType="h"/>
                  <dgm:constr type="w" for="ch" forName="descendantArrow" refType="w"/>
                  <dgm:constr type="b" for="ch" forName="descendantArrow" refType="h" fact="0.65"/>
                  <dgm:constr type="h" for="ch" forName="descendantArrow" refType="h" fact="0.299"/>
                </dgm:constrLst>
              </dgm:if>
              <dgm:else name="Name20">
                <dgm:constrLst>
                  <dgm:constr type="w" for="ch" forName="parentTextArrow" refType="w"/>
                  <dgm:constr type="h" for="ch" forName="parentTextArrow" refType="h"/>
                </dgm:constrLst>
              </dgm:else>
            </dgm:choose>
            <dgm:ruleLst/>
            <dgm:layoutNode name="parentTextArrow">
              <dgm:alg type="tx"/>
              <dgm:choose name="Name21">
                <dgm:if name="Name22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23">
                  <dgm:shape xmlns:r="http://schemas.openxmlformats.org/officeDocument/2006/relationships" rot="180" type="upArrowCallout" r:blip="">
                    <dgm:adjLst/>
                  </dgm:shape>
                </dgm:else>
              </dgm:choose>
              <dgm:presOf axis="self"/>
              <dgm:constrLst/>
              <dgm:ruleLst>
                <dgm:rule type="primFontSz" val="5" fact="NaN" max="NaN"/>
              </dgm:ruleLst>
            </dgm:layoutNode>
            <dgm:choose name="Name24">
              <dgm:if name="Name25" axis="ch" ptType="node" func="cnt" op="gte" val="1">
                <dgm:layoutNode name="arrow">
                  <dgm:alg type="sp"/>
                  <dgm:shape xmlns:r="http://schemas.openxmlformats.org/officeDocument/2006/relationships" rot="180" type="upArrowCallout" r:blip="">
                    <dgm:adjLst/>
                  </dgm:shape>
                  <dgm:presOf axis="self"/>
                  <dgm:constrLst/>
                  <dgm:ruleLst/>
                </dgm:layoutNode>
                <dgm:layoutNode name="descendantArrow">
                  <dgm:choose name="Name26">
                    <dgm:if name="Name27" func="var" arg="dir" op="equ" val="norm">
                      <dgm:alg type="lin"/>
                    </dgm:if>
                    <dgm:else name="Name28">
                      <dgm:alg type="lin">
                        <dgm:param type="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for="ch" forName="childTextArrow" refType="w"/>
                    <dgm:constr type="h" for="ch" forName="childTextArrow" refType="h"/>
                  </dgm:constrLst>
                  <dgm:ruleLst/>
                  <dgm:forEach name="Name29" axis="ch" ptType="node">
                    <dgm:layoutNode name="childTextArrow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rect" r:blip="">
                        <dgm:adjLst/>
                      </dgm:shape>
                      <dgm:presOf axis="desOrSelf" ptType="node"/>
                      <dgm:constrLst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</dgm:forEach>
                </dgm:layoutNode>
              </dgm:if>
              <dgm:else name="Name30"/>
            </dgm:choose>
          </dgm:layoutNode>
        </dgm:else>
      </dgm:choose>
      <dgm:forEach name="Name31" axis="precedSib" ptType="sibTrans" st="-1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35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36.xml><?xml version="1.0" encoding="utf-8"?>
<dgm:layoutDef xmlns:dgm="http://schemas.openxmlformats.org/drawingml/2006/diagram" xmlns:a="http://schemas.openxmlformats.org/drawingml/2006/main" uniqueId="urn:microsoft.com/office/officeart/2005/8/layout/hProcess9">
  <dgm:title val=""/>
  <dgm:desc val=""/>
  <dgm:catLst>
    <dgm:cat type="process" pri="5000"/>
    <dgm:cat type="convert" pri="13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CompostProcess">
    <dgm:varLst>
      <dgm:dir/>
      <dgm:resizeHandles val="exact"/>
    </dgm:varLst>
    <dgm:alg type="composite">
      <dgm:param type="horzAlign" val="ctr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arrow" refType="w" fact="0.85"/>
      <dgm:constr type="h" for="ch" forName="arrow" refType="h"/>
      <dgm:constr type="ctrX" for="ch" forName="arrow" refType="w" fact="0.5"/>
      <dgm:constr type="ctrY" for="ch" forName="arrow" refType="h" fact="0.5"/>
      <dgm:constr type="w" for="ch" forName="linearProcess" refType="w"/>
      <dgm:constr type="h" for="ch" forName="linearProcess" refType="h" fact="0.4"/>
      <dgm:constr type="ctrX" for="ch" forName="linearProcess" refType="w" fact="0.5"/>
      <dgm:constr type="ctrY" for="ch" forName="linearProcess" refType="h" fact="0.5"/>
    </dgm:constrLst>
    <dgm:ruleLst/>
    <dgm:layoutNode name="arrow" styleLbl="bgShp">
      <dgm:alg type="sp"/>
      <dgm:choose name="Name0">
        <dgm:if name="Name1" func="var" arg="dir" op="equ" val="norm">
          <dgm:shape xmlns:r="http://schemas.openxmlformats.org/officeDocument/2006/relationships" type="rightArrow" r:blip="">
            <dgm:adjLst/>
          </dgm:shape>
        </dgm:if>
        <dgm:else name="Name2">
          <dgm:shape xmlns:r="http://schemas.openxmlformats.org/officeDocument/2006/relationships" type="leftArrow" r:blip="">
            <dgm:adjLst/>
          </dgm:shape>
        </dgm:else>
      </dgm:choose>
      <dgm:presOf/>
      <dgm:constrLst/>
      <dgm:ruleLst/>
    </dgm:layoutNode>
    <dgm:layoutNode name="linearProcess">
      <dgm:choose name="Name3">
        <dgm:if name="Name4" func="var" arg="dir" op="equ" val="norm">
          <dgm:alg type="lin"/>
        </dgm:if>
        <dgm:else name="Name5">
          <dgm:alg type="lin">
            <dgm:param type="linDir" val="from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userA" for="ch" ptType="node" refType="w"/>
        <dgm:constr type="h" for="ch" ptType="node" refType="h"/>
        <dgm:constr type="w" for="ch" ptType="node" op="equ"/>
        <dgm:constr type="w" for="ch" forName="sibTrans" refType="w" fact="0.05"/>
        <dgm:constr type="primFontSz" for="ch" ptType="node" op="equ" val="65"/>
      </dgm:constrLst>
      <dgm:ruleLst/>
      <dgm:forEach name="Name6" axis="ch" ptType="node">
        <dgm:layoutNode name="textNode" styleLbl="node1">
          <dgm:varLst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desOrSelf" ptType="node"/>
          <dgm:constrLst>
            <dgm:constr type="userA"/>
            <dgm:constr type="w" refType="userA" fact="0.3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w" val="NaN" fact="1" max="NaN"/>
            <dgm:rule type="primFontSz" val="5" fact="NaN" max="NaN"/>
          </dgm:ruleLst>
        </dgm:layoutNode>
        <dgm:forEach name="Name7" axis="followSib" ptType="sibTrans" cnt="1">
          <dgm:layoutNode name="sibTrans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forEach>
      </dgm:forEach>
    </dgm:layoutNode>
  </dgm:layoutNode>
</dgm:layoutDef>
</file>

<file path=ppt/diagrams/layout37.xml><?xml version="1.0" encoding="utf-8"?>
<dgm:layoutDef xmlns:dgm="http://schemas.openxmlformats.org/drawingml/2006/diagram" xmlns:a="http://schemas.openxmlformats.org/drawingml/2006/main" uniqueId="urn:microsoft.com/office/officeart/2005/8/layout/hProcess9">
  <dgm:title val=""/>
  <dgm:desc val=""/>
  <dgm:catLst>
    <dgm:cat type="process" pri="5000"/>
    <dgm:cat type="convert" pri="13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CompostProcess">
    <dgm:varLst>
      <dgm:dir/>
      <dgm:resizeHandles val="exact"/>
    </dgm:varLst>
    <dgm:alg type="composite">
      <dgm:param type="horzAlign" val="ctr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arrow" refType="w" fact="0.85"/>
      <dgm:constr type="h" for="ch" forName="arrow" refType="h"/>
      <dgm:constr type="ctrX" for="ch" forName="arrow" refType="w" fact="0.5"/>
      <dgm:constr type="ctrY" for="ch" forName="arrow" refType="h" fact="0.5"/>
      <dgm:constr type="w" for="ch" forName="linearProcess" refType="w"/>
      <dgm:constr type="h" for="ch" forName="linearProcess" refType="h" fact="0.4"/>
      <dgm:constr type="ctrX" for="ch" forName="linearProcess" refType="w" fact="0.5"/>
      <dgm:constr type="ctrY" for="ch" forName="linearProcess" refType="h" fact="0.5"/>
    </dgm:constrLst>
    <dgm:ruleLst/>
    <dgm:layoutNode name="arrow" styleLbl="bgShp">
      <dgm:alg type="sp"/>
      <dgm:choose name="Name0">
        <dgm:if name="Name1" func="var" arg="dir" op="equ" val="norm">
          <dgm:shape xmlns:r="http://schemas.openxmlformats.org/officeDocument/2006/relationships" type="rightArrow" r:blip="">
            <dgm:adjLst/>
          </dgm:shape>
        </dgm:if>
        <dgm:else name="Name2">
          <dgm:shape xmlns:r="http://schemas.openxmlformats.org/officeDocument/2006/relationships" type="leftArrow" r:blip="">
            <dgm:adjLst/>
          </dgm:shape>
        </dgm:else>
      </dgm:choose>
      <dgm:presOf/>
      <dgm:constrLst/>
      <dgm:ruleLst/>
    </dgm:layoutNode>
    <dgm:layoutNode name="linearProcess">
      <dgm:choose name="Name3">
        <dgm:if name="Name4" func="var" arg="dir" op="equ" val="norm">
          <dgm:alg type="lin"/>
        </dgm:if>
        <dgm:else name="Name5">
          <dgm:alg type="lin">
            <dgm:param type="linDir" val="from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userA" for="ch" ptType="node" refType="w"/>
        <dgm:constr type="h" for="ch" ptType="node" refType="h"/>
        <dgm:constr type="w" for="ch" ptType="node" op="equ"/>
        <dgm:constr type="w" for="ch" forName="sibTrans" refType="w" fact="0.05"/>
        <dgm:constr type="primFontSz" for="ch" ptType="node" op="equ" val="65"/>
      </dgm:constrLst>
      <dgm:ruleLst/>
      <dgm:forEach name="Name6" axis="ch" ptType="node">
        <dgm:layoutNode name="textNode" styleLbl="node1">
          <dgm:varLst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desOrSelf" ptType="node"/>
          <dgm:constrLst>
            <dgm:constr type="userA"/>
            <dgm:constr type="w" refType="userA" fact="0.3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w" val="NaN" fact="1" max="NaN"/>
            <dgm:rule type="primFontSz" val="5" fact="NaN" max="NaN"/>
          </dgm:ruleLst>
        </dgm:layoutNode>
        <dgm:forEach name="Name7" axis="followSib" ptType="sibTrans" cnt="1">
          <dgm:layoutNode name="sibTrans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forEach>
      </dgm:forEach>
    </dgm:layoutNode>
  </dgm:layoutNode>
</dgm:layoutDef>
</file>

<file path=ppt/diagrams/layout38.xml><?xml version="1.0" encoding="utf-8"?>
<dgm:layoutDef xmlns:dgm="http://schemas.openxmlformats.org/drawingml/2006/diagram" xmlns:a="http://schemas.openxmlformats.org/drawingml/2006/main" uniqueId="urn:microsoft.com/office/officeart/2005/8/layout/process4">
  <dgm:title val=""/>
  <dgm:desc val=""/>
  <dgm:catLst>
    <dgm:cat type="process" pri="16000"/>
    <dgm:cat type="list" pri="20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alg type="lin">
      <dgm:param type="linDir" val="fromB"/>
    </dgm:alg>
    <dgm:shape xmlns:r="http://schemas.openxmlformats.org/officeDocument/2006/relationships" r:blip="">
      <dgm:adjLst/>
    </dgm:shape>
    <dgm:presOf/>
    <dgm:constrLst>
      <dgm:constr type="h" for="ch" forName="boxAndChildren" refType="h"/>
      <dgm:constr type="h" for="ch" forName="arrowAndChildren" refType="h" refFor="ch" refForName="boxAndChildren" op="equ" fact="1.538"/>
      <dgm:constr type="w" for="ch" forName="arrowAndChildren" refType="w"/>
      <dgm:constr type="w" for="ch" forName="boxAndChildren" refType="w"/>
      <dgm:constr type="h" for="ch" forName="sp" refType="h" fact="-0.015"/>
      <dgm:constr type="primFontSz" for="des" forName="parentTextBox" val="65"/>
      <dgm:constr type="primFontSz" for="des" forName="parentTextArrow" refType="primFontSz" refFor="des" refForName="parentTextBox" op="equ"/>
      <dgm:constr type="primFontSz" for="des" forName="childTextArrow" val="65"/>
      <dgm:constr type="primFontSz" for="des" forName="childTextBox" refType="primFontSz" refFor="des" refForName="childTextArrow" op="equ"/>
    </dgm:constrLst>
    <dgm:ruleLst/>
    <dgm:forEach name="Name1" axis="ch" ptType="node" st="-1" step="-1">
      <dgm:choose name="Name2">
        <dgm:if name="Name3" axis="self" ptType="node" func="revPos" op="equ" val="1">
          <dgm:layoutNode name="boxAndChildren">
            <dgm:alg type="composite"/>
            <dgm:shape xmlns:r="http://schemas.openxmlformats.org/officeDocument/2006/relationships" r:blip="">
              <dgm:adjLst/>
            </dgm:shape>
            <dgm:presOf/>
            <dgm:choose name="Name4">
              <dgm:if name="Name5" axis="ch" ptType="node" func="cnt" op="gte" val="1">
                <dgm:constrLst>
                  <dgm:constr type="w" for="ch" forName="parentTextBox" refType="w"/>
                  <dgm:constr type="h" for="ch" forName="parentTextBox" refType="h" fact="0.54"/>
                  <dgm:constr type="t" for="ch" forName="parentTextBox"/>
                  <dgm:constr type="w" for="ch" forName="entireBox" refType="w"/>
                  <dgm:constr type="h" for="ch" forName="entireBox" refType="h"/>
                  <dgm:constr type="w" for="ch" forName="descendantBox" refType="w"/>
                  <dgm:constr type="b" for="ch" forName="descendantBox" refType="h" fact="0.98"/>
                  <dgm:constr type="h" for="ch" forName="descendantBox" refType="h" fact="0.46"/>
                </dgm:constrLst>
              </dgm:if>
              <dgm:else name="Name6">
                <dgm:constrLst>
                  <dgm:constr type="w" for="ch" forName="parentTextBox" refType="w"/>
                  <dgm:constr type="h" for="ch" forName="parentTextBox" refType="h"/>
                </dgm:constrLst>
              </dgm:else>
            </dgm:choose>
            <dgm:ruleLst/>
            <dgm:layoutNode name="parentTextBox">
              <dgm:alg type="tx"/>
              <dgm:choose name="Name7">
                <dgm:if name="Name8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9">
                  <dgm:shape xmlns:r="http://schemas.openxmlformats.org/officeDocument/2006/relationships" type="rect" r:blip="">
                    <dgm:adjLst/>
                  </dgm:shape>
                </dgm:else>
              </dgm:choose>
              <dgm:presOf axis="self"/>
              <dgm:constrLst/>
              <dgm:ruleLst>
                <dgm:rule type="primFontSz" val="5" fact="NaN" max="NaN"/>
              </dgm:ruleLst>
            </dgm:layoutNode>
            <dgm:choose name="Name10">
              <dgm:if name="Name11" axis="ch" ptType="node" func="cnt" op="gte" val="1">
                <dgm:layoutNode name="entireBox">
                  <dgm:alg type="sp"/>
                  <dgm:shape xmlns:r="http://schemas.openxmlformats.org/officeDocument/2006/relationships" type="rect" r:blip="">
                    <dgm:adjLst/>
                  </dgm:shape>
                  <dgm:presOf axis="self"/>
                  <dgm:constrLst/>
                  <dgm:ruleLst/>
                </dgm:layoutNode>
                <dgm:layoutNode name="descendantBox" styleLbl="fgAccFollowNode1">
                  <dgm:choose name="Name12">
                    <dgm:if name="Name13" func="var" arg="dir" op="equ" val="norm">
                      <dgm:alg type="lin"/>
                    </dgm:if>
                    <dgm:else name="Name14">
                      <dgm:alg type="lin">
                        <dgm:param type="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for="ch" forName="childTextBox" refType="w"/>
                    <dgm:constr type="h" for="ch" forName="childTextBox" refType="h"/>
                  </dgm:constrLst>
                  <dgm:ruleLst/>
                  <dgm:forEach name="Name15" axis="ch" ptType="node">
                    <dgm:layoutNode name="childTextBox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rect" r:blip="">
                        <dgm:adjLst/>
                      </dgm:shape>
                      <dgm:presOf axis="desOrSelf" ptType="node"/>
                      <dgm:constrLst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</dgm:forEach>
                </dgm:layoutNode>
              </dgm:if>
              <dgm:else name="Name16"/>
            </dgm:choose>
          </dgm:layoutNode>
        </dgm:if>
        <dgm:else name="Name17">
          <dgm:layoutNode name="arrowAndChildren">
            <dgm:alg type="composite"/>
            <dgm:shape xmlns:r="http://schemas.openxmlformats.org/officeDocument/2006/relationships" r:blip="">
              <dgm:adjLst/>
            </dgm:shape>
            <dgm:presOf/>
            <dgm:choose name="Name18">
              <dgm:if name="Name19" axis="ch" ptType="node" func="cnt" op="gte" val="1">
                <dgm:constrLst>
                  <dgm:constr type="w" for="ch" forName="parentTextArrow" refType="w"/>
                  <dgm:constr type="t" for="ch" forName="parentTextArrow"/>
                  <dgm:constr type="h" for="ch" forName="parentTextArrow" refType="h" fact="0.351"/>
                  <dgm:constr type="w" for="ch" forName="arrow" refType="w"/>
                  <dgm:constr type="h" for="ch" forName="arrow" refType="h"/>
                  <dgm:constr type="w" for="ch" forName="descendantArrow" refType="w"/>
                  <dgm:constr type="b" for="ch" forName="descendantArrow" refType="h" fact="0.65"/>
                  <dgm:constr type="h" for="ch" forName="descendantArrow" refType="h" fact="0.299"/>
                </dgm:constrLst>
              </dgm:if>
              <dgm:else name="Name20">
                <dgm:constrLst>
                  <dgm:constr type="w" for="ch" forName="parentTextArrow" refType="w"/>
                  <dgm:constr type="h" for="ch" forName="parentTextArrow" refType="h"/>
                </dgm:constrLst>
              </dgm:else>
            </dgm:choose>
            <dgm:ruleLst/>
            <dgm:layoutNode name="parentTextArrow">
              <dgm:alg type="tx"/>
              <dgm:choose name="Name21">
                <dgm:if name="Name22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23">
                  <dgm:shape xmlns:r="http://schemas.openxmlformats.org/officeDocument/2006/relationships" rot="180" type="upArrowCallout" r:blip="">
                    <dgm:adjLst/>
                  </dgm:shape>
                </dgm:else>
              </dgm:choose>
              <dgm:presOf axis="self"/>
              <dgm:constrLst/>
              <dgm:ruleLst>
                <dgm:rule type="primFontSz" val="5" fact="NaN" max="NaN"/>
              </dgm:ruleLst>
            </dgm:layoutNode>
            <dgm:choose name="Name24">
              <dgm:if name="Name25" axis="ch" ptType="node" func="cnt" op="gte" val="1">
                <dgm:layoutNode name="arrow">
                  <dgm:alg type="sp"/>
                  <dgm:shape xmlns:r="http://schemas.openxmlformats.org/officeDocument/2006/relationships" rot="180" type="upArrowCallout" r:blip="">
                    <dgm:adjLst/>
                  </dgm:shape>
                  <dgm:presOf axis="self"/>
                  <dgm:constrLst/>
                  <dgm:ruleLst/>
                </dgm:layoutNode>
                <dgm:layoutNode name="descendantArrow">
                  <dgm:choose name="Name26">
                    <dgm:if name="Name27" func="var" arg="dir" op="equ" val="norm">
                      <dgm:alg type="lin"/>
                    </dgm:if>
                    <dgm:else name="Name28">
                      <dgm:alg type="lin">
                        <dgm:param type="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for="ch" forName="childTextArrow" refType="w"/>
                    <dgm:constr type="h" for="ch" forName="childTextArrow" refType="h"/>
                  </dgm:constrLst>
                  <dgm:ruleLst/>
                  <dgm:forEach name="Name29" axis="ch" ptType="node">
                    <dgm:layoutNode name="childTextArrow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rect" r:blip="">
                        <dgm:adjLst/>
                      </dgm:shape>
                      <dgm:presOf axis="desOrSelf" ptType="node"/>
                      <dgm:constrLst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</dgm:forEach>
                </dgm:layoutNode>
              </dgm:if>
              <dgm:else name="Name30"/>
            </dgm:choose>
          </dgm:layoutNode>
        </dgm:else>
      </dgm:choose>
      <dgm:forEach name="Name31" axis="precedSib" ptType="sibTrans" st="-1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39.xml><?xml version="1.0" encoding="utf-8"?>
<dgm:layoutDef xmlns:dgm="http://schemas.openxmlformats.org/drawingml/2006/diagram" xmlns:a="http://schemas.openxmlformats.org/drawingml/2006/main" uniqueId="urn:microsoft.com/office/officeart/2005/8/layout/vProcess5">
  <dgm:title val=""/>
  <dgm:desc val=""/>
  <dgm:catLst>
    <dgm:cat type="process" pri="1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</dgm:cxnLst>
      <dgm:bg/>
      <dgm:whole/>
    </dgm:dataModel>
  </dgm:clrData>
  <dgm:layoutNode name="outerComposite">
    <dgm:varLst>
      <dgm:chMax val="5"/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l" for="ch" forName="TwoNodes_1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r" for="ch" forName="TwoNodes_2" refType="w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r" for="ch" forName="TwoConn_1-2" refType="r" refFor="ch" refForName="TwoNodes_1"/>
          <dgm:constr type="r" for="ch" forName="TwoNodes_1_text" refType="l" refFor="ch" refForName="TwoConn_1-2"/>
          <dgm:constr type="rOff" for="ch" forName="TwoNodes_1_text" refType="w" refFor="ch" refForName="TwoConn_1-2" fact="-0.5"/>
          <dgm:constr type="t" for="ch" forName="TwoNodes_1_text" refType="t" refFor="ch" refForName="TwoNodes_1"/>
          <dgm:constr type="b" for="ch" forName="TwoNodes_1_text" refType="b" refFor="ch" refForName="TwoNodes_1"/>
          <dgm:constr type="l" for="ch" forName="TwoNodes_1_text" refType="l" refFor="ch" refForName="TwoNodes_1"/>
          <dgm:constr type="r" for="ch" forName="TwoNodes_2_text" refType="l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l" for="ch" forName="TwoNodes_2_text" refType="l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l" for="ch" forName="ThreeNodes_1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r" for="ch" forName="ThreeNodes_3" refType="w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r" for="ch" forName="ThreeConn_1-2" refType="r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r" for="ch" forName="ThreeConn_2-3" refType="r" refFor="ch" refForName="ThreeNodes_2"/>
          <dgm:constr type="r" for="ch" forName="ThreeNodes_1_text" refType="l" refFor="ch" refForName="ThreeConn_1-2"/>
          <dgm:constr type="rOff" for="ch" forName="ThreeNodes_1_text" refType="w" refFor="ch" refForName="ThreeConn_1-2" fact="-0.57"/>
          <dgm:constr type="t" for="ch" forName="ThreeNodes_1_text" refType="t" refFor="ch" refForName="ThreeNodes_1"/>
          <dgm:constr type="b" for="ch" forName="ThreeNodes_1_text" refType="b" refFor="ch" refForName="ThreeNodes_1"/>
          <dgm:constr type="l" for="ch" forName="ThreeNodes_1_text" refType="l" refFor="ch" refForName="ThreeNodes_1"/>
          <dgm:constr type="r" for="ch" forName="ThreeNodes_2_text" refType="l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l" for="ch" forName="ThreeNodes_2_text" refType="l" refFor="ch" refForName="ThreeNodes_2"/>
          <dgm:constr type="r" for="ch" forName="ThreeNodes_3_text" refType="l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l" for="ch" forName="ThreeNodes_3_text" refType="l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l" for="ch" forName="FourNodes_1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467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533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r" for="ch" forName="FourNodes_4" refType="w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r" for="ch" forName="FourConn_1-2" refType="r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r" for="ch" forName="FourConn_2-3" refType="r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r" for="ch" forName="FourConn_3-4" refType="r" refFor="ch" refForName="FourNodes_3"/>
          <dgm:constr type="r" for="ch" forName="FourNodes_1_text" refType="l" refFor="ch" refForName="FourConn_1-2"/>
          <dgm:constr type="rOff" for="ch" forName="FourNodes_1_text" refType="w" refFor="ch" refForName="FourConn_1-2" fact="-0.7"/>
          <dgm:constr type="t" for="ch" forName="FourNodes_1_text" refType="t" refFor="ch" refForName="FourNodes_1"/>
          <dgm:constr type="b" for="ch" forName="FourNodes_1_text" refType="b" refFor="ch" refForName="FourNodes_1"/>
          <dgm:constr type="l" for="ch" forName="FourNodes_1_text" refType="l" refFor="ch" refForName="FourNodes_1"/>
          <dgm:constr type="r" for="ch" forName="FourNodes_2_text" refType="l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l" for="ch" forName="FourNodes_2_text" refType="l" refFor="ch" refForName="FourNodes_2"/>
          <dgm:constr type="r" for="ch" forName="FourNodes_3_text" refType="l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l" for="ch" forName="FourNodes_3_text" refType="l" refFor="ch" refForName="FourNodes_3"/>
          <dgm:constr type="r" for="ch" forName="FourNodes_4_text" refType="l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l" for="ch" forName="FourNodes_4_text" refType="l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l" for="ch" forName="FiveNodes_1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442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557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r" for="ch" forName="FiveNodes_5" refType="w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r" for="ch" forName="FiveConn_1-2" refType="r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r" for="ch" forName="FiveConn_2-3" refType="r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r" for="ch" forName="FiveConn_3-4" refType="r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r" for="ch" forName="FiveConn_4-5" refType="r" refFor="ch" refForName="FiveNodes_4"/>
          <dgm:constr type="r" for="ch" forName="FiveNodes_1_text" refType="l" refFor="ch" refForName="FiveConn_1-2"/>
          <dgm:constr type="rOff" for="ch" forName="FiveNodes_1_text" refType="w" refFor="ch" refForName="FiveConn_1-2" fact="-0.75"/>
          <dgm:constr type="t" for="ch" forName="FiveNodes_1_text" refType="t" refFor="ch" refForName="FiveNodes_1"/>
          <dgm:constr type="b" for="ch" forName="FiveNodes_1_text" refType="b" refFor="ch" refForName="FiveNodes_1"/>
          <dgm:constr type="l" for="ch" forName="FiveNodes_1_text" refType="l" refFor="ch" refForName="FiveNodes_1"/>
          <dgm:constr type="r" for="ch" forName="FiveNodes_2_text" refType="l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l" for="ch" forName="FiveNodes_2_text" refType="l" refFor="ch" refForName="FiveNodes_2"/>
          <dgm:constr type="r" for="ch" forName="FiveNodes_3_text" refType="l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l" for="ch" forName="FiveNodes_3_text" refType="l" refFor="ch" refForName="FiveNodes_3"/>
          <dgm:constr type="r" for="ch" forName="FiveNodes_4_text" refType="l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l" for="ch" forName="FiveNodes_4_text" refType="l" refFor="ch" refForName="FiveNodes_4"/>
          <dgm:constr type="r" for="ch" forName="FiveNodes_5_text" refType="l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l" for="ch" forName="FiveNodes_5_text" refType="l" refFor="ch" refForName="FiveNodes_5"/>
        </dgm:constrLst>
      </dgm:if>
      <dgm:else name="Name2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r" for="ch" forName="TwoNodes_1" refType="w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l" for="ch" forName="TwoNodes_2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l" for="ch" forName="TwoConn_1-2" refType="l" refFor="ch" refForName="TwoNodes_1"/>
          <dgm:constr type="l" for="ch" forName="TwoNodes_1_text" refType="r" refFor="ch" refForName="TwoConn_1-2"/>
          <dgm:constr type="lOff" for="ch" forName="TwoNodes_1_text" refType="w" refFor="ch" refForName="TwoConn_1-2" fact="0.5"/>
          <dgm:constr type="t" for="ch" forName="TwoNodes_1_text" refType="t" refFor="ch" refForName="TwoNodes_1"/>
          <dgm:constr type="b" for="ch" forName="TwoNodes_1_text" refType="b" refFor="ch" refForName="TwoNodes_1"/>
          <dgm:constr type="r" for="ch" forName="TwoNodes_1_text" refType="r" refFor="ch" refForName="TwoNodes_1"/>
          <dgm:constr type="l" for="ch" forName="TwoNodes_2_text" refType="r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r" for="ch" forName="TwoNodes_2_text" refType="r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r" for="ch" forName="ThreeNodes_1" refType="w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l" for="ch" forName="ThreeNodes_3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l" for="ch" forName="ThreeConn_1-2" refType="l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l" for="ch" forName="ThreeConn_2-3" refType="l" refFor="ch" refForName="ThreeNodes_2"/>
          <dgm:constr type="l" for="ch" forName="ThreeNodes_1_text" refType="r" refFor="ch" refForName="ThreeConn_1-2"/>
          <dgm:constr type="lOff" for="ch" forName="ThreeNodes_1_text" refType="w" refFor="ch" refForName="ThreeConn_1-2" fact="0.55"/>
          <dgm:constr type="t" for="ch" forName="ThreeNodes_1_text" refType="t" refFor="ch" refForName="ThreeNodes_1"/>
          <dgm:constr type="b" for="ch" forName="ThreeNodes_1_text" refType="b" refFor="ch" refForName="ThreeNodes_1"/>
          <dgm:constr type="r" for="ch" forName="ThreeNodes_1_text" refType="r" refFor="ch" refForName="ThreeNodes_1"/>
          <dgm:constr type="l" for="ch" forName="ThreeNodes_2_text" refType="r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r" for="ch" forName="ThreeNodes_2_text" refType="r" refFor="ch" refForName="ThreeNodes_2"/>
          <dgm:constr type="l" for="ch" forName="ThreeNodes_3_text" refType="r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r" for="ch" forName="ThreeNodes_3_text" refType="r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r" for="ch" forName="FourNodes_1" refType="w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533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467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l" for="ch" forName="FourNodes_4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l" for="ch" forName="FourConn_1-2" refType="l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l" for="ch" forName="FourConn_2-3" refType="l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l" for="ch" forName="FourConn_3-4" refType="l" refFor="ch" refForName="FourNodes_3"/>
          <dgm:constr type="l" for="ch" forName="FourNodes_1_text" refType="r" refFor="ch" refForName="FourConn_1-2"/>
          <dgm:constr type="lOff" for="ch" forName="FourNodes_1_text" refType="w" refFor="ch" refForName="FourConn_1-2" fact="0.69"/>
          <dgm:constr type="t" for="ch" forName="FourNodes_1_text" refType="t" refFor="ch" refForName="FourNodes_1"/>
          <dgm:constr type="b" for="ch" forName="FourNodes_1_text" refType="b" refFor="ch" refForName="FourNodes_1"/>
          <dgm:constr type="r" for="ch" forName="FourNodes_1_text" refType="r" refFor="ch" refForName="FourNodes_1"/>
          <dgm:constr type="l" for="ch" forName="FourNodes_2_text" refType="r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r" for="ch" forName="FourNodes_2_text" refType="r" refFor="ch" refForName="FourNodes_2"/>
          <dgm:constr type="l" for="ch" forName="FourNodes_3_text" refType="r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r" for="ch" forName="FourNodes_3_text" refType="r" refFor="ch" refForName="FourNodes_3"/>
          <dgm:constr type="l" for="ch" forName="FourNodes_4_text" refType="r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r" for="ch" forName="FourNodes_4_text" refType="r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r" for="ch" forName="FiveNodes_1" refType="w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557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442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l" for="ch" forName="FiveNodes_5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l" for="ch" forName="FiveConn_1-2" refType="l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l" for="ch" forName="FiveConn_2-3" refType="l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l" for="ch" forName="FiveConn_3-4" refType="l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l" for="ch" forName="FiveConn_4-5" refType="l" refFor="ch" refForName="FiveNodes_4"/>
          <dgm:constr type="l" for="ch" forName="FiveNodes_1_text" refType="r" refFor="ch" refForName="FiveConn_1-2"/>
          <dgm:constr type="lOff" for="ch" forName="FiveNodes_1_text" refType="w" refFor="ch" refForName="FiveConn_1-2" fact="0.73"/>
          <dgm:constr type="t" for="ch" forName="FiveNodes_1_text" refType="t" refFor="ch" refForName="FiveNodes_1"/>
          <dgm:constr type="b" for="ch" forName="FiveNodes_1_text" refType="b" refFor="ch" refForName="FiveNodes_1"/>
          <dgm:constr type="r" for="ch" forName="FiveNodes_1_text" refType="r" refFor="ch" refForName="FiveNodes_1"/>
          <dgm:constr type="l" for="ch" forName="FiveNodes_2_text" refType="r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r" for="ch" forName="FiveNodes_2_text" refType="r" refFor="ch" refForName="FiveNodes_2"/>
          <dgm:constr type="l" for="ch" forName="FiveNodes_3_text" refType="r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r" for="ch" forName="FiveNodes_3_text" refType="r" refFor="ch" refForName="FiveNodes_3"/>
          <dgm:constr type="l" for="ch" forName="FiveNodes_4_text" refType="r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r" for="ch" forName="FiveNodes_4_text" refType="r" refFor="ch" refForName="FiveNodes_4"/>
          <dgm:constr type="l" for="ch" forName="FiveNodes_5_text" refType="r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r" for="ch" forName="FiveNodes_5_text" refType="r" refFor="ch" refForName="FiveNodes_5"/>
        </dgm:constrLst>
      </dgm:else>
    </dgm:choose>
    <dgm:ruleLst/>
    <dgm:layoutNode name="dummyMaxCanvas">
      <dgm:varLst/>
      <dgm:alg type="sp"/>
      <dgm:shape xmlns:r="http://schemas.openxmlformats.org/officeDocument/2006/relationships" r:blip="">
        <dgm:adjLst/>
      </dgm:shape>
      <dgm:presOf/>
      <dgm:constrLst/>
      <dgm:ruleLst/>
    </dgm:layoutNode>
    <dgm:choose name="Name3">
      <dgm:if name="Name4" axis="ch" ptType="node" func="cnt" op="equ" val="1">
        <dgm:layoutNode name="OneNode_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5">
        <dgm:choose name="Name6">
          <dgm:if name="Name7" axis="ch" ptType="node" func="cnt" op="equ" val="2">
            <dgm:layoutNode name="TwoNodes_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1 1" cnt="1 0"/>
              <dgm:constrLst/>
              <dgm:ruleLst/>
            </dgm:layoutNode>
            <dgm:layoutNode name="TwoNodes_2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2 1" cnt="1 0"/>
              <dgm:constrLst/>
              <dgm:ruleLst/>
            </dgm:layoutNode>
            <dgm:layoutNode name="TwoConn_1-2" styleLbl="fgAccFollowNode1">
              <dgm:varLst>
                <dgm:bulletEnabled val="1"/>
              </dgm:varLst>
              <dgm:alg type="tx"/>
              <dgm:shape xmlns:r="http://schemas.openxmlformats.org/officeDocument/2006/relationships" type="downArrow" r:blip="">
                <dgm:adjLst>
                  <dgm:adj idx="1" val="0.55"/>
                  <dgm:adj idx="2" val="0.45"/>
                </dgm:adjLst>
              </dgm:shape>
              <dgm:presOf axis="ch" ptType="sibTrans" cnt="1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layoutNode name="TwoNodes_1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1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  <dgm:layoutNode name="TwoNodes_2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2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if>
          <dgm:else name="Name8">
            <dgm:choose name="Name9">
              <dgm:if name="Name10" axis="ch" ptType="node" func="cnt" op="equ" val="3">
                <dgm:layoutNode name="ThreeNodes_1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1 1" cnt="1 0"/>
                  <dgm:constrLst/>
                  <dgm:ruleLst/>
                </dgm:layoutNode>
                <dgm:layoutNode name="ThreeNodes_2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2 1" cnt="1 0"/>
                  <dgm:constrLst/>
                  <dgm:ruleLst/>
                </dgm:layoutNode>
                <dgm:layoutNode name="ThreeNodes_3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3 1" cnt="1 0"/>
                  <dgm:constrLst/>
                  <dgm:ruleLst/>
                </dgm:layoutNode>
                <dgm:layoutNode name="ThreeConn_1-2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Conn_2-3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st="2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Nodes_1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1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2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2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3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3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1">
                <dgm:choose name="Name12">
                  <dgm:if name="Name13" axis="ch" ptType="node" func="cnt" op="equ" val="4">
                    <dgm:layoutNode name="FourNodes_1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/>
                      <dgm:ruleLst/>
                    </dgm:layoutNode>
                    <dgm:layoutNode name="FourNodes_2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/>
                      <dgm:ruleLst/>
                    </dgm:layoutNode>
                    <dgm:layoutNode name="FourNodes_3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/>
                      <dgm:ruleLst/>
                    </dgm:layoutNode>
                    <dgm:layoutNode name="FourNodes_4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/>
                      <dgm:ruleLst/>
                    </dgm:layoutNode>
                    <dgm:layoutNode name="FourConn_1-2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2-3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2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3-4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3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1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2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3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4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if>
                  <dgm:else name="Name14">
                    <dgm:choose name="Name15">
                      <dgm:if name="Name16" axis="ch" ptType="node" func="cnt" op="gte" val="5">
                        <dgm:layoutNode name="FiveNodes_1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/>
                          <dgm:ruleLst/>
                        </dgm:layoutNode>
                        <dgm:layoutNode name="FiveNodes_2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/>
                          <dgm:ruleLst/>
                        </dgm:layoutNode>
                        <dgm:layoutNode name="FiveNodes_3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/>
                          <dgm:ruleLst/>
                        </dgm:layoutNode>
                        <dgm:layoutNode name="FiveNodes_4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/>
                          <dgm:ruleLst/>
                        </dgm:layoutNode>
                        <dgm:layoutNode name="FiveNodes_5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/>
                          <dgm:ruleLst/>
                        </dgm:layoutNode>
                        <dgm:layoutNode name="FiveConn_1-2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2-3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2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3-4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3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4-5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4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1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2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3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4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5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</dgm:if>
                      <dgm:else name="Name17"/>
                    </dgm:choose>
                  </dgm:else>
                </dgm:choose>
              </dgm:else>
            </dgm:choose>
          </dgm:else>
        </dgm:choose>
      </dgm:else>
    </dgm:choose>
  </dgm:layoutNode>
</dgm:layoutDef>
</file>

<file path=ppt/diagrams/layout40.xml><?xml version="1.0" encoding="utf-8"?>
<dgm:layoutDef xmlns:dgm="http://schemas.openxmlformats.org/drawingml/2006/diagram" xmlns:a="http://schemas.openxmlformats.org/drawingml/2006/main" uniqueId="urn:microsoft.com/office/officeart/2005/8/layout/vProcess5">
  <dgm:title val=""/>
  <dgm:desc val=""/>
  <dgm:catLst>
    <dgm:cat type="process" pri="1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</dgm:cxnLst>
      <dgm:bg/>
      <dgm:whole/>
    </dgm:dataModel>
  </dgm:clrData>
  <dgm:layoutNode name="outerComposite">
    <dgm:varLst>
      <dgm:chMax val="5"/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l" for="ch" forName="TwoNodes_1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r" for="ch" forName="TwoNodes_2" refType="w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r" for="ch" forName="TwoConn_1-2" refType="r" refFor="ch" refForName="TwoNodes_1"/>
          <dgm:constr type="r" for="ch" forName="TwoNodes_1_text" refType="l" refFor="ch" refForName="TwoConn_1-2"/>
          <dgm:constr type="rOff" for="ch" forName="TwoNodes_1_text" refType="w" refFor="ch" refForName="TwoConn_1-2" fact="-0.5"/>
          <dgm:constr type="t" for="ch" forName="TwoNodes_1_text" refType="t" refFor="ch" refForName="TwoNodes_1"/>
          <dgm:constr type="b" for="ch" forName="TwoNodes_1_text" refType="b" refFor="ch" refForName="TwoNodes_1"/>
          <dgm:constr type="l" for="ch" forName="TwoNodes_1_text" refType="l" refFor="ch" refForName="TwoNodes_1"/>
          <dgm:constr type="r" for="ch" forName="TwoNodes_2_text" refType="l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l" for="ch" forName="TwoNodes_2_text" refType="l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l" for="ch" forName="ThreeNodes_1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r" for="ch" forName="ThreeNodes_3" refType="w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r" for="ch" forName="ThreeConn_1-2" refType="r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r" for="ch" forName="ThreeConn_2-3" refType="r" refFor="ch" refForName="ThreeNodes_2"/>
          <dgm:constr type="r" for="ch" forName="ThreeNodes_1_text" refType="l" refFor="ch" refForName="ThreeConn_1-2"/>
          <dgm:constr type="rOff" for="ch" forName="ThreeNodes_1_text" refType="w" refFor="ch" refForName="ThreeConn_1-2" fact="-0.57"/>
          <dgm:constr type="t" for="ch" forName="ThreeNodes_1_text" refType="t" refFor="ch" refForName="ThreeNodes_1"/>
          <dgm:constr type="b" for="ch" forName="ThreeNodes_1_text" refType="b" refFor="ch" refForName="ThreeNodes_1"/>
          <dgm:constr type="l" for="ch" forName="ThreeNodes_1_text" refType="l" refFor="ch" refForName="ThreeNodes_1"/>
          <dgm:constr type="r" for="ch" forName="ThreeNodes_2_text" refType="l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l" for="ch" forName="ThreeNodes_2_text" refType="l" refFor="ch" refForName="ThreeNodes_2"/>
          <dgm:constr type="r" for="ch" forName="ThreeNodes_3_text" refType="l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l" for="ch" forName="ThreeNodes_3_text" refType="l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l" for="ch" forName="FourNodes_1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467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533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r" for="ch" forName="FourNodes_4" refType="w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r" for="ch" forName="FourConn_1-2" refType="r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r" for="ch" forName="FourConn_2-3" refType="r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r" for="ch" forName="FourConn_3-4" refType="r" refFor="ch" refForName="FourNodes_3"/>
          <dgm:constr type="r" for="ch" forName="FourNodes_1_text" refType="l" refFor="ch" refForName="FourConn_1-2"/>
          <dgm:constr type="rOff" for="ch" forName="FourNodes_1_text" refType="w" refFor="ch" refForName="FourConn_1-2" fact="-0.7"/>
          <dgm:constr type="t" for="ch" forName="FourNodes_1_text" refType="t" refFor="ch" refForName="FourNodes_1"/>
          <dgm:constr type="b" for="ch" forName="FourNodes_1_text" refType="b" refFor="ch" refForName="FourNodes_1"/>
          <dgm:constr type="l" for="ch" forName="FourNodes_1_text" refType="l" refFor="ch" refForName="FourNodes_1"/>
          <dgm:constr type="r" for="ch" forName="FourNodes_2_text" refType="l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l" for="ch" forName="FourNodes_2_text" refType="l" refFor="ch" refForName="FourNodes_2"/>
          <dgm:constr type="r" for="ch" forName="FourNodes_3_text" refType="l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l" for="ch" forName="FourNodes_3_text" refType="l" refFor="ch" refForName="FourNodes_3"/>
          <dgm:constr type="r" for="ch" forName="FourNodes_4_text" refType="l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l" for="ch" forName="FourNodes_4_text" refType="l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l" for="ch" forName="FiveNodes_1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442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557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r" for="ch" forName="FiveNodes_5" refType="w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r" for="ch" forName="FiveConn_1-2" refType="r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r" for="ch" forName="FiveConn_2-3" refType="r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r" for="ch" forName="FiveConn_3-4" refType="r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r" for="ch" forName="FiveConn_4-5" refType="r" refFor="ch" refForName="FiveNodes_4"/>
          <dgm:constr type="r" for="ch" forName="FiveNodes_1_text" refType="l" refFor="ch" refForName="FiveConn_1-2"/>
          <dgm:constr type="rOff" for="ch" forName="FiveNodes_1_text" refType="w" refFor="ch" refForName="FiveConn_1-2" fact="-0.75"/>
          <dgm:constr type="t" for="ch" forName="FiveNodes_1_text" refType="t" refFor="ch" refForName="FiveNodes_1"/>
          <dgm:constr type="b" for="ch" forName="FiveNodes_1_text" refType="b" refFor="ch" refForName="FiveNodes_1"/>
          <dgm:constr type="l" for="ch" forName="FiveNodes_1_text" refType="l" refFor="ch" refForName="FiveNodes_1"/>
          <dgm:constr type="r" for="ch" forName="FiveNodes_2_text" refType="l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l" for="ch" forName="FiveNodes_2_text" refType="l" refFor="ch" refForName="FiveNodes_2"/>
          <dgm:constr type="r" for="ch" forName="FiveNodes_3_text" refType="l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l" for="ch" forName="FiveNodes_3_text" refType="l" refFor="ch" refForName="FiveNodes_3"/>
          <dgm:constr type="r" for="ch" forName="FiveNodes_4_text" refType="l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l" for="ch" forName="FiveNodes_4_text" refType="l" refFor="ch" refForName="FiveNodes_4"/>
          <dgm:constr type="r" for="ch" forName="FiveNodes_5_text" refType="l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l" for="ch" forName="FiveNodes_5_text" refType="l" refFor="ch" refForName="FiveNodes_5"/>
        </dgm:constrLst>
      </dgm:if>
      <dgm:else name="Name2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r" for="ch" forName="TwoNodes_1" refType="w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l" for="ch" forName="TwoNodes_2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l" for="ch" forName="TwoConn_1-2" refType="l" refFor="ch" refForName="TwoNodes_1"/>
          <dgm:constr type="l" for="ch" forName="TwoNodes_1_text" refType="r" refFor="ch" refForName="TwoConn_1-2"/>
          <dgm:constr type="lOff" for="ch" forName="TwoNodes_1_text" refType="w" refFor="ch" refForName="TwoConn_1-2" fact="0.5"/>
          <dgm:constr type="t" for="ch" forName="TwoNodes_1_text" refType="t" refFor="ch" refForName="TwoNodes_1"/>
          <dgm:constr type="b" for="ch" forName="TwoNodes_1_text" refType="b" refFor="ch" refForName="TwoNodes_1"/>
          <dgm:constr type="r" for="ch" forName="TwoNodes_1_text" refType="r" refFor="ch" refForName="TwoNodes_1"/>
          <dgm:constr type="l" for="ch" forName="TwoNodes_2_text" refType="r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r" for="ch" forName="TwoNodes_2_text" refType="r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r" for="ch" forName="ThreeNodes_1" refType="w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l" for="ch" forName="ThreeNodes_3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l" for="ch" forName="ThreeConn_1-2" refType="l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l" for="ch" forName="ThreeConn_2-3" refType="l" refFor="ch" refForName="ThreeNodes_2"/>
          <dgm:constr type="l" for="ch" forName="ThreeNodes_1_text" refType="r" refFor="ch" refForName="ThreeConn_1-2"/>
          <dgm:constr type="lOff" for="ch" forName="ThreeNodes_1_text" refType="w" refFor="ch" refForName="ThreeConn_1-2" fact="0.55"/>
          <dgm:constr type="t" for="ch" forName="ThreeNodes_1_text" refType="t" refFor="ch" refForName="ThreeNodes_1"/>
          <dgm:constr type="b" for="ch" forName="ThreeNodes_1_text" refType="b" refFor="ch" refForName="ThreeNodes_1"/>
          <dgm:constr type="r" for="ch" forName="ThreeNodes_1_text" refType="r" refFor="ch" refForName="ThreeNodes_1"/>
          <dgm:constr type="l" for="ch" forName="ThreeNodes_2_text" refType="r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r" for="ch" forName="ThreeNodes_2_text" refType="r" refFor="ch" refForName="ThreeNodes_2"/>
          <dgm:constr type="l" for="ch" forName="ThreeNodes_3_text" refType="r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r" for="ch" forName="ThreeNodes_3_text" refType="r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r" for="ch" forName="FourNodes_1" refType="w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533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467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l" for="ch" forName="FourNodes_4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l" for="ch" forName="FourConn_1-2" refType="l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l" for="ch" forName="FourConn_2-3" refType="l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l" for="ch" forName="FourConn_3-4" refType="l" refFor="ch" refForName="FourNodes_3"/>
          <dgm:constr type="l" for="ch" forName="FourNodes_1_text" refType="r" refFor="ch" refForName="FourConn_1-2"/>
          <dgm:constr type="lOff" for="ch" forName="FourNodes_1_text" refType="w" refFor="ch" refForName="FourConn_1-2" fact="0.69"/>
          <dgm:constr type="t" for="ch" forName="FourNodes_1_text" refType="t" refFor="ch" refForName="FourNodes_1"/>
          <dgm:constr type="b" for="ch" forName="FourNodes_1_text" refType="b" refFor="ch" refForName="FourNodes_1"/>
          <dgm:constr type="r" for="ch" forName="FourNodes_1_text" refType="r" refFor="ch" refForName="FourNodes_1"/>
          <dgm:constr type="l" for="ch" forName="FourNodes_2_text" refType="r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r" for="ch" forName="FourNodes_2_text" refType="r" refFor="ch" refForName="FourNodes_2"/>
          <dgm:constr type="l" for="ch" forName="FourNodes_3_text" refType="r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r" for="ch" forName="FourNodes_3_text" refType="r" refFor="ch" refForName="FourNodes_3"/>
          <dgm:constr type="l" for="ch" forName="FourNodes_4_text" refType="r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r" for="ch" forName="FourNodes_4_text" refType="r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r" for="ch" forName="FiveNodes_1" refType="w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557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442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l" for="ch" forName="FiveNodes_5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l" for="ch" forName="FiveConn_1-2" refType="l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l" for="ch" forName="FiveConn_2-3" refType="l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l" for="ch" forName="FiveConn_3-4" refType="l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l" for="ch" forName="FiveConn_4-5" refType="l" refFor="ch" refForName="FiveNodes_4"/>
          <dgm:constr type="l" for="ch" forName="FiveNodes_1_text" refType="r" refFor="ch" refForName="FiveConn_1-2"/>
          <dgm:constr type="lOff" for="ch" forName="FiveNodes_1_text" refType="w" refFor="ch" refForName="FiveConn_1-2" fact="0.73"/>
          <dgm:constr type="t" for="ch" forName="FiveNodes_1_text" refType="t" refFor="ch" refForName="FiveNodes_1"/>
          <dgm:constr type="b" for="ch" forName="FiveNodes_1_text" refType="b" refFor="ch" refForName="FiveNodes_1"/>
          <dgm:constr type="r" for="ch" forName="FiveNodes_1_text" refType="r" refFor="ch" refForName="FiveNodes_1"/>
          <dgm:constr type="l" for="ch" forName="FiveNodes_2_text" refType="r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r" for="ch" forName="FiveNodes_2_text" refType="r" refFor="ch" refForName="FiveNodes_2"/>
          <dgm:constr type="l" for="ch" forName="FiveNodes_3_text" refType="r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r" for="ch" forName="FiveNodes_3_text" refType="r" refFor="ch" refForName="FiveNodes_3"/>
          <dgm:constr type="l" for="ch" forName="FiveNodes_4_text" refType="r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r" for="ch" forName="FiveNodes_4_text" refType="r" refFor="ch" refForName="FiveNodes_4"/>
          <dgm:constr type="l" for="ch" forName="FiveNodes_5_text" refType="r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r" for="ch" forName="FiveNodes_5_text" refType="r" refFor="ch" refForName="FiveNodes_5"/>
        </dgm:constrLst>
      </dgm:else>
    </dgm:choose>
    <dgm:ruleLst/>
    <dgm:layoutNode name="dummyMaxCanvas">
      <dgm:varLst/>
      <dgm:alg type="sp"/>
      <dgm:shape xmlns:r="http://schemas.openxmlformats.org/officeDocument/2006/relationships" r:blip="">
        <dgm:adjLst/>
      </dgm:shape>
      <dgm:presOf/>
      <dgm:constrLst/>
      <dgm:ruleLst/>
    </dgm:layoutNode>
    <dgm:choose name="Name3">
      <dgm:if name="Name4" axis="ch" ptType="node" func="cnt" op="equ" val="1">
        <dgm:layoutNode name="OneNode_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5">
        <dgm:choose name="Name6">
          <dgm:if name="Name7" axis="ch" ptType="node" func="cnt" op="equ" val="2">
            <dgm:layoutNode name="TwoNodes_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1 1" cnt="1 0"/>
              <dgm:constrLst/>
              <dgm:ruleLst/>
            </dgm:layoutNode>
            <dgm:layoutNode name="TwoNodes_2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2 1" cnt="1 0"/>
              <dgm:constrLst/>
              <dgm:ruleLst/>
            </dgm:layoutNode>
            <dgm:layoutNode name="TwoConn_1-2" styleLbl="fgAccFollowNode1">
              <dgm:varLst>
                <dgm:bulletEnabled val="1"/>
              </dgm:varLst>
              <dgm:alg type="tx"/>
              <dgm:shape xmlns:r="http://schemas.openxmlformats.org/officeDocument/2006/relationships" type="downArrow" r:blip="">
                <dgm:adjLst>
                  <dgm:adj idx="1" val="0.55"/>
                  <dgm:adj idx="2" val="0.45"/>
                </dgm:adjLst>
              </dgm:shape>
              <dgm:presOf axis="ch" ptType="sibTrans" cnt="1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layoutNode name="TwoNodes_1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1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  <dgm:layoutNode name="TwoNodes_2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2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if>
          <dgm:else name="Name8">
            <dgm:choose name="Name9">
              <dgm:if name="Name10" axis="ch" ptType="node" func="cnt" op="equ" val="3">
                <dgm:layoutNode name="ThreeNodes_1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1 1" cnt="1 0"/>
                  <dgm:constrLst/>
                  <dgm:ruleLst/>
                </dgm:layoutNode>
                <dgm:layoutNode name="ThreeNodes_2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2 1" cnt="1 0"/>
                  <dgm:constrLst/>
                  <dgm:ruleLst/>
                </dgm:layoutNode>
                <dgm:layoutNode name="ThreeNodes_3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3 1" cnt="1 0"/>
                  <dgm:constrLst/>
                  <dgm:ruleLst/>
                </dgm:layoutNode>
                <dgm:layoutNode name="ThreeConn_1-2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Conn_2-3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st="2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Nodes_1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1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2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2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3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3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1">
                <dgm:choose name="Name12">
                  <dgm:if name="Name13" axis="ch" ptType="node" func="cnt" op="equ" val="4">
                    <dgm:layoutNode name="FourNodes_1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/>
                      <dgm:ruleLst/>
                    </dgm:layoutNode>
                    <dgm:layoutNode name="FourNodes_2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/>
                      <dgm:ruleLst/>
                    </dgm:layoutNode>
                    <dgm:layoutNode name="FourNodes_3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/>
                      <dgm:ruleLst/>
                    </dgm:layoutNode>
                    <dgm:layoutNode name="FourNodes_4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/>
                      <dgm:ruleLst/>
                    </dgm:layoutNode>
                    <dgm:layoutNode name="FourConn_1-2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2-3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2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3-4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3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1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2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3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4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if>
                  <dgm:else name="Name14">
                    <dgm:choose name="Name15">
                      <dgm:if name="Name16" axis="ch" ptType="node" func="cnt" op="gte" val="5">
                        <dgm:layoutNode name="FiveNodes_1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/>
                          <dgm:ruleLst/>
                        </dgm:layoutNode>
                        <dgm:layoutNode name="FiveNodes_2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/>
                          <dgm:ruleLst/>
                        </dgm:layoutNode>
                        <dgm:layoutNode name="FiveNodes_3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/>
                          <dgm:ruleLst/>
                        </dgm:layoutNode>
                        <dgm:layoutNode name="FiveNodes_4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/>
                          <dgm:ruleLst/>
                        </dgm:layoutNode>
                        <dgm:layoutNode name="FiveNodes_5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/>
                          <dgm:ruleLst/>
                        </dgm:layoutNode>
                        <dgm:layoutNode name="FiveConn_1-2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2-3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2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3-4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3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4-5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4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1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2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3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4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5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</dgm:if>
                      <dgm:else name="Name17"/>
                    </dgm:choose>
                  </dgm:else>
                </dgm:choose>
              </dgm:else>
            </dgm:choose>
          </dgm:else>
        </dgm:choose>
      </dgm:else>
    </dgm:choose>
  </dgm:layoutNode>
</dgm:layoutDef>
</file>

<file path=ppt/diagrams/layout41.xml><?xml version="1.0" encoding="utf-8"?>
<dgm:layoutDef xmlns:dgm="http://schemas.openxmlformats.org/drawingml/2006/diagram" xmlns:a="http://schemas.openxmlformats.org/drawingml/2006/main" uniqueId="urn:microsoft.com/office/officeart/2005/8/layout/process4">
  <dgm:title val=""/>
  <dgm:desc val=""/>
  <dgm:catLst>
    <dgm:cat type="process" pri="16000"/>
    <dgm:cat type="list" pri="20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alg type="lin">
      <dgm:param type="linDir" val="fromB"/>
    </dgm:alg>
    <dgm:shape xmlns:r="http://schemas.openxmlformats.org/officeDocument/2006/relationships" r:blip="">
      <dgm:adjLst/>
    </dgm:shape>
    <dgm:presOf/>
    <dgm:constrLst>
      <dgm:constr type="h" for="ch" forName="boxAndChildren" refType="h"/>
      <dgm:constr type="h" for="ch" forName="arrowAndChildren" refType="h" refFor="ch" refForName="boxAndChildren" op="equ" fact="1.538"/>
      <dgm:constr type="w" for="ch" forName="arrowAndChildren" refType="w"/>
      <dgm:constr type="w" for="ch" forName="boxAndChildren" refType="w"/>
      <dgm:constr type="h" for="ch" forName="sp" refType="h" fact="-0.015"/>
      <dgm:constr type="primFontSz" for="des" forName="parentTextBox" val="65"/>
      <dgm:constr type="primFontSz" for="des" forName="parentTextArrow" refType="primFontSz" refFor="des" refForName="parentTextBox" op="equ"/>
      <dgm:constr type="primFontSz" for="des" forName="childTextArrow" val="65"/>
      <dgm:constr type="primFontSz" for="des" forName="childTextBox" refType="primFontSz" refFor="des" refForName="childTextArrow" op="equ"/>
    </dgm:constrLst>
    <dgm:ruleLst/>
    <dgm:forEach name="Name1" axis="ch" ptType="node" st="-1" step="-1">
      <dgm:choose name="Name2">
        <dgm:if name="Name3" axis="self" ptType="node" func="revPos" op="equ" val="1">
          <dgm:layoutNode name="boxAndChildren">
            <dgm:alg type="composite"/>
            <dgm:shape xmlns:r="http://schemas.openxmlformats.org/officeDocument/2006/relationships" r:blip="">
              <dgm:adjLst/>
            </dgm:shape>
            <dgm:presOf/>
            <dgm:choose name="Name4">
              <dgm:if name="Name5" axis="ch" ptType="node" func="cnt" op="gte" val="1">
                <dgm:constrLst>
                  <dgm:constr type="w" for="ch" forName="parentTextBox" refType="w"/>
                  <dgm:constr type="h" for="ch" forName="parentTextBox" refType="h" fact="0.54"/>
                  <dgm:constr type="t" for="ch" forName="parentTextBox"/>
                  <dgm:constr type="w" for="ch" forName="entireBox" refType="w"/>
                  <dgm:constr type="h" for="ch" forName="entireBox" refType="h"/>
                  <dgm:constr type="w" for="ch" forName="descendantBox" refType="w"/>
                  <dgm:constr type="b" for="ch" forName="descendantBox" refType="h" fact="0.98"/>
                  <dgm:constr type="h" for="ch" forName="descendantBox" refType="h" fact="0.46"/>
                </dgm:constrLst>
              </dgm:if>
              <dgm:else name="Name6">
                <dgm:constrLst>
                  <dgm:constr type="w" for="ch" forName="parentTextBox" refType="w"/>
                  <dgm:constr type="h" for="ch" forName="parentTextBox" refType="h"/>
                </dgm:constrLst>
              </dgm:else>
            </dgm:choose>
            <dgm:ruleLst/>
            <dgm:layoutNode name="parentTextBox">
              <dgm:alg type="tx"/>
              <dgm:choose name="Name7">
                <dgm:if name="Name8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9">
                  <dgm:shape xmlns:r="http://schemas.openxmlformats.org/officeDocument/2006/relationships" type="rect" r:blip="">
                    <dgm:adjLst/>
                  </dgm:shape>
                </dgm:else>
              </dgm:choose>
              <dgm:presOf axis="self"/>
              <dgm:constrLst/>
              <dgm:ruleLst>
                <dgm:rule type="primFontSz" val="5" fact="NaN" max="NaN"/>
              </dgm:ruleLst>
            </dgm:layoutNode>
            <dgm:choose name="Name10">
              <dgm:if name="Name11" axis="ch" ptType="node" func="cnt" op="gte" val="1">
                <dgm:layoutNode name="entireBox">
                  <dgm:alg type="sp"/>
                  <dgm:shape xmlns:r="http://schemas.openxmlformats.org/officeDocument/2006/relationships" type="rect" r:blip="">
                    <dgm:adjLst/>
                  </dgm:shape>
                  <dgm:presOf axis="self"/>
                  <dgm:constrLst/>
                  <dgm:ruleLst/>
                </dgm:layoutNode>
                <dgm:layoutNode name="descendantBox" styleLbl="fgAccFollowNode1">
                  <dgm:choose name="Name12">
                    <dgm:if name="Name13" func="var" arg="dir" op="equ" val="norm">
                      <dgm:alg type="lin"/>
                    </dgm:if>
                    <dgm:else name="Name14">
                      <dgm:alg type="lin">
                        <dgm:param type="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for="ch" forName="childTextBox" refType="w"/>
                    <dgm:constr type="h" for="ch" forName="childTextBox" refType="h"/>
                  </dgm:constrLst>
                  <dgm:ruleLst/>
                  <dgm:forEach name="Name15" axis="ch" ptType="node">
                    <dgm:layoutNode name="childTextBox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rect" r:blip="">
                        <dgm:adjLst/>
                      </dgm:shape>
                      <dgm:presOf axis="desOrSelf" ptType="node"/>
                      <dgm:constrLst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</dgm:forEach>
                </dgm:layoutNode>
              </dgm:if>
              <dgm:else name="Name16"/>
            </dgm:choose>
          </dgm:layoutNode>
        </dgm:if>
        <dgm:else name="Name17">
          <dgm:layoutNode name="arrowAndChildren">
            <dgm:alg type="composite"/>
            <dgm:shape xmlns:r="http://schemas.openxmlformats.org/officeDocument/2006/relationships" r:blip="">
              <dgm:adjLst/>
            </dgm:shape>
            <dgm:presOf/>
            <dgm:choose name="Name18">
              <dgm:if name="Name19" axis="ch" ptType="node" func="cnt" op="gte" val="1">
                <dgm:constrLst>
                  <dgm:constr type="w" for="ch" forName="parentTextArrow" refType="w"/>
                  <dgm:constr type="t" for="ch" forName="parentTextArrow"/>
                  <dgm:constr type="h" for="ch" forName="parentTextArrow" refType="h" fact="0.351"/>
                  <dgm:constr type="w" for="ch" forName="arrow" refType="w"/>
                  <dgm:constr type="h" for="ch" forName="arrow" refType="h"/>
                  <dgm:constr type="w" for="ch" forName="descendantArrow" refType="w"/>
                  <dgm:constr type="b" for="ch" forName="descendantArrow" refType="h" fact="0.65"/>
                  <dgm:constr type="h" for="ch" forName="descendantArrow" refType="h" fact="0.299"/>
                </dgm:constrLst>
              </dgm:if>
              <dgm:else name="Name20">
                <dgm:constrLst>
                  <dgm:constr type="w" for="ch" forName="parentTextArrow" refType="w"/>
                  <dgm:constr type="h" for="ch" forName="parentTextArrow" refType="h"/>
                </dgm:constrLst>
              </dgm:else>
            </dgm:choose>
            <dgm:ruleLst/>
            <dgm:layoutNode name="parentTextArrow">
              <dgm:alg type="tx"/>
              <dgm:choose name="Name21">
                <dgm:if name="Name22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23">
                  <dgm:shape xmlns:r="http://schemas.openxmlformats.org/officeDocument/2006/relationships" rot="180" type="upArrowCallout" r:blip="">
                    <dgm:adjLst/>
                  </dgm:shape>
                </dgm:else>
              </dgm:choose>
              <dgm:presOf axis="self"/>
              <dgm:constrLst/>
              <dgm:ruleLst>
                <dgm:rule type="primFontSz" val="5" fact="NaN" max="NaN"/>
              </dgm:ruleLst>
            </dgm:layoutNode>
            <dgm:choose name="Name24">
              <dgm:if name="Name25" axis="ch" ptType="node" func="cnt" op="gte" val="1">
                <dgm:layoutNode name="arrow">
                  <dgm:alg type="sp"/>
                  <dgm:shape xmlns:r="http://schemas.openxmlformats.org/officeDocument/2006/relationships" rot="180" type="upArrowCallout" r:blip="">
                    <dgm:adjLst/>
                  </dgm:shape>
                  <dgm:presOf axis="self"/>
                  <dgm:constrLst/>
                  <dgm:ruleLst/>
                </dgm:layoutNode>
                <dgm:layoutNode name="descendantArrow">
                  <dgm:choose name="Name26">
                    <dgm:if name="Name27" func="var" arg="dir" op="equ" val="norm">
                      <dgm:alg type="lin"/>
                    </dgm:if>
                    <dgm:else name="Name28">
                      <dgm:alg type="lin">
                        <dgm:param type="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for="ch" forName="childTextArrow" refType="w"/>
                    <dgm:constr type="h" for="ch" forName="childTextArrow" refType="h"/>
                  </dgm:constrLst>
                  <dgm:ruleLst/>
                  <dgm:forEach name="Name29" axis="ch" ptType="node">
                    <dgm:layoutNode name="childTextArrow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rect" r:blip="">
                        <dgm:adjLst/>
                      </dgm:shape>
                      <dgm:presOf axis="desOrSelf" ptType="node"/>
                      <dgm:constrLst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</dgm:forEach>
                </dgm:layoutNode>
              </dgm:if>
              <dgm:else name="Name30"/>
            </dgm:choose>
          </dgm:layoutNode>
        </dgm:else>
      </dgm:choose>
      <dgm:forEach name="Name31" axis="precedSib" ptType="sibTrans" st="-1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0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0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0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0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x-none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BB03C16-7451-4130-B4B9-DAC39B6D2132}" type="datetimeFigureOut">
              <a:rPr lang="x-none" smtClean="0"/>
              <a:t>7/18/2023</a:t>
            </a:fld>
            <a:endParaRPr lang="x-none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x-none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x-non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x-non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340AA0F-A8D8-4D63-9DCC-92A9C37E7785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54584144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x-non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340AA0F-A8D8-4D63-9DCC-92A9C37E7785}" type="slidenum">
              <a:rPr lang="x-none" smtClean="0"/>
              <a:t>11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147907656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x-non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7052EF2-9A63-441C-BEB0-04C32019A013}" type="slidenum">
              <a:rPr kumimoji="0" lang="x-none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x-none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1042839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x-non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340AA0F-A8D8-4D63-9DCC-92A9C37E7785}" type="slidenum">
              <a:rPr lang="x-none" smtClean="0"/>
              <a:t>29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14790765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x-non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340AA0F-A8D8-4D63-9DCC-92A9C37E7785}" type="slidenum">
              <a:rPr lang="x-none" smtClean="0"/>
              <a:t>32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145616455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K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340AA0F-A8D8-4D63-9DCC-92A9C37E7785}" type="slidenum">
              <a:rPr lang="x-none" smtClean="0"/>
              <a:t>38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199536951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K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340AA0F-A8D8-4D63-9DCC-92A9C37E7785}" type="slidenum">
              <a:rPr lang="x-none" smtClean="0"/>
              <a:t>40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242981829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x-non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340AA0F-A8D8-4D63-9DCC-92A9C37E7785}" type="slidenum">
              <a:rPr lang="x-none" smtClean="0"/>
              <a:t>41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147907656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x-non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340AA0F-A8D8-4D63-9DCC-92A9C37E7785}" type="slidenum">
              <a:rPr lang="x-none" smtClean="0"/>
              <a:t>42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294870017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x-non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340AA0F-A8D8-4D63-9DCC-92A9C37E7785}" type="slidenum">
              <a:rPr lang="x-none" smtClean="0"/>
              <a:t>43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219805092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x-non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340AA0F-A8D8-4D63-9DCC-92A9C37E7785}" type="slidenum">
              <a:rPr lang="x-none" smtClean="0"/>
              <a:t>44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133345515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K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340AA0F-A8D8-4D63-9DCC-92A9C37E7785}" type="slidenum">
              <a:rPr lang="x-none" smtClean="0"/>
              <a:t>45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379601986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K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340AA0F-A8D8-4D63-9DCC-92A9C37E7785}" type="slidenum">
              <a:rPr lang="x-none" smtClean="0"/>
              <a:t>46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103503656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x-non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340AA0F-A8D8-4D63-9DCC-92A9C37E7785}" type="slidenum">
              <a:rPr lang="x-none" smtClean="0"/>
              <a:t>52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226958024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x-non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340AA0F-A8D8-4D63-9DCC-92A9C37E7785}" type="slidenum">
              <a:rPr lang="x-none" smtClean="0"/>
              <a:t>53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77025594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x-non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340AA0F-A8D8-4D63-9DCC-92A9C37E7785}" type="slidenum">
              <a:rPr lang="x-none" smtClean="0"/>
              <a:t>54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256919747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K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340AA0F-A8D8-4D63-9DCC-92A9C37E7785}" type="slidenum">
              <a:rPr lang="x-none" smtClean="0"/>
              <a:t>55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2515974955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K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340AA0F-A8D8-4D63-9DCC-92A9C37E7785}" type="slidenum">
              <a:rPr lang="x-none" smtClean="0"/>
              <a:t>56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2632705064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K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340AA0F-A8D8-4D63-9DCC-92A9C37E7785}" type="slidenum">
              <a:rPr lang="x-none" smtClean="0"/>
              <a:t>59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2185163473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K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340AA0F-A8D8-4D63-9DCC-92A9C37E7785}" type="slidenum">
              <a:rPr lang="x-none" smtClean="0"/>
              <a:t>61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2649751327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K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340AA0F-A8D8-4D63-9DCC-92A9C37E7785}" type="slidenum">
              <a:rPr lang="x-none" smtClean="0"/>
              <a:t>62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327579081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DF9204-3F29-4C3A-BA41-3063400202C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4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03393CD-7262-4AC7-80E6-52FE6F3F39B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000">
                <a:latin typeface="+mn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7D430AE-0210-4E82-AD7B-41B112DE7F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11A6662E-FAF4-44BC-88B5-85A7CBFB6D30}" type="datetime1">
              <a:rPr lang="en-US" smtClean="0"/>
              <a:pPr/>
              <a:t>7/18/2023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221974-7DEC-459D-9642-CB5B59C827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731837-C94E-4B5B-BCF0-110C69EDB4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73B850FF-6169-4056-8077-06FFA93A536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01935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4CC1FC-ADE8-488C-A1DA-2FD569FD4D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760"/>
            <a:ext cx="10515600" cy="1325563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F02842-38C3-46D6-8527-0F6FE623C5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864CF5-F681-40C2-88CC-E02206C9CE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55F08A-1E71-4B2B-BB49-E743F2903911}" type="datetime1">
              <a:rPr lang="en-US" smtClean="0"/>
              <a:t>7/18/2023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C04753-4FE4-4A6F-99BB-CFFC92E0CD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0A569D1-DB13-4BD9-8BA9-0DEAD98F89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36237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020B05-7BF6-4073-9106-FA19E97273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E8EE8D7-6B58-4A3F-9DD5-E563D5192A6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02990E-9F0A-446A-B5B8-459CA8D98D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417D9E-721A-44BB-8863-9873FE64DA75}" type="datetime1">
              <a:rPr lang="en-US" smtClean="0"/>
              <a:t>7/18/2023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E68EAA-4377-45FF-9D7C-9E77BC9F27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07FA71-74C3-44B8-A0AC-E18A1E76B4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05247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B71F12-2D88-4F76-AF46-BD5156C127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760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E1AA46-E3EB-4704-B019-F90F1E6177A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C17480F-A530-4D05-9A22-E573FB4BA62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5B56FDA-C47A-4F4A-A364-BA60A25AB9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31DA2F-80B8-49CF-99FB-5ABCA53A607A}" type="datetime1">
              <a:rPr lang="en-US" smtClean="0"/>
              <a:t>7/18/2023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326D8DD-6D84-44D4-8A1B-57615B3ED8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4C8FE31-B577-4017-8AFE-A8BA09596E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76817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EC28C9-B8CC-413F-9FFA-626680E4A8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B53FE72-9D42-45F5-A37F-B12130388AD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752600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EE3A31D-9B5F-4DE3-B18D-F7F77782EB4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666999"/>
            <a:ext cx="5157787" cy="35226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0BE1D2D-822C-466C-A7B9-1A2D97366A4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752600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6F13B2C-44CA-49C4-BC84-02AF1638F38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666999"/>
            <a:ext cx="5183188" cy="35226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793CB55-E9C1-4CE6-9B61-81B71475B9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852172-E6C9-4B6C-929A-A9DE3837BBF1}" type="datetime1">
              <a:rPr lang="en-US" smtClean="0"/>
              <a:t>7/18/2023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DF22318-747B-4EC9-862C-D9FD488CCC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CFBDDDF-16BD-438D-937D-0E3E30E74E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97114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792D5F-0BD4-4517-9233-E08AF405B6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760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83523B8-51E3-48B8-BFD8-CE95061980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B41CFF-90C9-47B3-9DA1-F2BF8D839F7E}" type="datetime1">
              <a:rPr lang="en-US" smtClean="0"/>
              <a:t>7/18/2023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D739B90-5D50-4424-B51D-53C3916218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16F9286-3A00-4D3C-A3F0-50AC9045C4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13741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2933BE2-665A-42DA-A3B7-835F81A3F4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6048FA-06AB-4884-A69B-986B96E68A24}" type="datetime1">
              <a:rPr lang="en-US" smtClean="0"/>
              <a:t>7/18/2023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34DBCBD-AD42-432D-ABA9-20D616AF3E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E140251-3596-4673-B24B-59A6F9ED8F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90243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6A81A1-6D8E-4DD6-8E49-DABDE6D107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93F18F-F78D-4A31-A6BC-6552105BCF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582C2F4-BDF4-4A4F-AA3D-52692932C24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113850F-5C87-4F08-9658-EAF049B60E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DB7ABA-0172-4F9C-889D-567164F66BCD}" type="datetime1">
              <a:rPr lang="en-US" smtClean="0"/>
              <a:t>7/18/2023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10BCE9A-A746-4439-B5D3-966FBC8E5F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41D3B51-AA2E-4AA1-8062-A0D476D80C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37265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D02CF7-F453-4B3E-9510-D747979878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3E2A1B9-8A2A-4B49-8B79-76D3EEB36B4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D9FEA03-0EC4-4085-AE63-4AA492D61A9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605AD5B-0DEA-4C6F-94D2-FAA99F2E5D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AC6A5B-8AE7-4A41-B5A7-9ADC6686DC18}" type="datetime1">
              <a:rPr lang="en-US" smtClean="0"/>
              <a:t>7/18/2023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0DC6744-7CBA-4A1D-8F87-10699F9812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EAD9048-35FF-4BE9-8157-BE4BAA1C72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785763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7ABDD2-E186-4F25-8FDE-D1E875E9C3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318CC5B-A7E0-48B1-8329-6533AC76E7B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905B1B-77FE-4BFC-BF87-87DA989F00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559632-1575-4E14-B53B-3DC3D5ED3947}" type="datetime1">
              <a:rPr lang="en-US" smtClean="0"/>
              <a:t>7/18/2023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118531E-1B90-4631-BD37-4BB1DBFABF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8A55E8-88DC-4280-8E04-FF50FF8EDB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676600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960633D-90E4-4F5A-9EBF-DDEC2B0B471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DDD3065-FA3D-42C8-BFDA-967C87F4F28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DC126F-38E2-4425-861F-98ED432284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4A6868-2568-4CC9-B302-F37117B01A6E}" type="datetime1">
              <a:rPr lang="en-US" smtClean="0"/>
              <a:t>7/18/2023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9645D8-F22A-4354-A8B3-96E8A2D232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59E2295-A616-4D57-8800-7B7E213A8C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16761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0BABF38A-8A0D-492E-BD20-6CF4D46B50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1"/>
            <a:ext cx="12192000" cy="6858004"/>
          </a:xfrm>
          <a:prstGeom prst="rect">
            <a:avLst/>
          </a:prstGeom>
          <a:solidFill>
            <a:schemeClr val="tx2">
              <a:lumMod val="90000"/>
              <a:lumOff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pic>
        <p:nvPicPr>
          <p:cNvPr id="40" name="Picture 39">
            <a:extLst>
              <a:ext uri="{FF2B5EF4-FFF2-40B4-BE49-F238E27FC236}">
                <a16:creationId xmlns:a16="http://schemas.microsoft.com/office/drawing/2014/main" id="{1CB7E8AE-A3AC-4BB7-A5C6-F00EC697B265}"/>
              </a:ext>
            </a:extLst>
          </p:cNvPr>
          <p:cNvPicPr>
            <a:picLocks noChangeAspect="1"/>
          </p:cNvPicPr>
          <p:nvPr/>
        </p:nvPicPr>
        <p:blipFill>
          <a:blip r:embed="rId13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"/>
            <a:ext cx="12192000" cy="1392401"/>
          </a:xfrm>
          <a:prstGeom prst="rect">
            <a:avLst/>
          </a:prstGeom>
        </p:spPr>
      </p:pic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9984D45-0ED3-4D03-8E44-5E355C9134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25450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F687D6E-D1E9-489C-9AA9-3575C39BAA0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949450"/>
            <a:ext cx="10515600" cy="41957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6364E9C-08EE-4B1B-B3FC-D6D997F4EA3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2460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bg1">
                    <a:alpha val="60000"/>
                  </a:schemeClr>
                </a:solidFill>
                <a:latin typeface="+mn-lt"/>
              </a:defRPr>
            </a:lvl1pPr>
          </a:lstStyle>
          <a:p>
            <a:fld id="{57E0CF6C-748E-4B7A-BC8B-3011EF78ED13}" type="datetime1">
              <a:rPr lang="en-US" smtClean="0"/>
              <a:pPr/>
              <a:t>7/18/2023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B0A1F1-38FE-4C27-81E6-A43A54793FC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2460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bg1">
                    <a:alpha val="60000"/>
                  </a:schemeClr>
                </a:solidFill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26B39A-FFD8-42EF-ADC7-7DB3B302F8B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2460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bg1">
                    <a:alpha val="60000"/>
                  </a:schemeClr>
                </a:solidFill>
                <a:latin typeface="+mn-lt"/>
              </a:defRPr>
            </a:lvl1pPr>
          </a:lstStyle>
          <a:p>
            <a:fld id="{73B850FF-6169-4056-8077-06FFA93A536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718436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sldNum="0"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400" b="1" kern="12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Clr>
          <a:schemeClr val="accent1"/>
        </a:buClr>
        <a:buFont typeface="Arial" panose="020B0604020202020204" pitchFamily="34" charset="0"/>
        <a:buChar char="•"/>
        <a:defRPr sz="2800" kern="1200">
          <a:solidFill>
            <a:schemeClr val="bg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buClr>
          <a:schemeClr val="accent1"/>
        </a:buClr>
        <a:buFont typeface="Arial" panose="020B0604020202020204" pitchFamily="34" charset="0"/>
        <a:buChar char="•"/>
        <a:defRPr sz="2400" kern="1200">
          <a:solidFill>
            <a:schemeClr val="bg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buClr>
          <a:schemeClr val="accent1"/>
        </a:buClr>
        <a:buFont typeface="Arial" panose="020B0604020202020204" pitchFamily="34" charset="0"/>
        <a:buChar char="•"/>
        <a:defRPr sz="2000" kern="1200">
          <a:solidFill>
            <a:schemeClr val="bg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buClr>
          <a:schemeClr val="accent1"/>
        </a:buClr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buClr>
          <a:schemeClr val="accent1"/>
        </a:buClr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jfif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8" Type="http://schemas.microsoft.com/office/2007/relationships/diagramDrawing" Target="../diagrams/drawing2.xml"/><Relationship Id="rId3" Type="http://schemas.openxmlformats.org/officeDocument/2006/relationships/image" Target="../media/image10.png"/><Relationship Id="rId7" Type="http://schemas.openxmlformats.org/officeDocument/2006/relationships/diagramColors" Target="../diagrams/colors2.xml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2.xml"/><Relationship Id="rId5" Type="http://schemas.openxmlformats.org/officeDocument/2006/relationships/diagramLayout" Target="../diagrams/layout2.xml"/><Relationship Id="rId4" Type="http://schemas.openxmlformats.org/officeDocument/2006/relationships/diagramData" Target="../diagrams/data2.xml"/></Relationships>
</file>

<file path=ppt/slides/_rels/slide6.xml.rels><?xml version="1.0" encoding="UTF-8" standalone="yes"?>
<Relationships xmlns="http://schemas.openxmlformats.org/package/2006/relationships"><Relationship Id="rId8" Type="http://schemas.microsoft.com/office/2007/relationships/diagramDrawing" Target="../diagrams/drawing3.xml"/><Relationship Id="rId3" Type="http://schemas.openxmlformats.org/officeDocument/2006/relationships/image" Target="../media/image10.png"/><Relationship Id="rId7" Type="http://schemas.openxmlformats.org/officeDocument/2006/relationships/diagramColors" Target="../diagrams/colors3.xml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3.xml"/><Relationship Id="rId5" Type="http://schemas.openxmlformats.org/officeDocument/2006/relationships/diagramLayout" Target="../diagrams/layout3.xml"/><Relationship Id="rId4" Type="http://schemas.openxmlformats.org/officeDocument/2006/relationships/diagramData" Target="../diagrams/data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4.xml"/><Relationship Id="rId7" Type="http://schemas.microsoft.com/office/2007/relationships/diagramDrawing" Target="../diagrams/drawing4.xm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4.xml"/><Relationship Id="rId5" Type="http://schemas.openxmlformats.org/officeDocument/2006/relationships/diagramQuickStyle" Target="../diagrams/quickStyle4.xml"/><Relationship Id="rId4" Type="http://schemas.openxmlformats.org/officeDocument/2006/relationships/diagramLayout" Target="../diagrams/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5.xml"/><Relationship Id="rId7" Type="http://schemas.microsoft.com/office/2007/relationships/diagramDrawing" Target="../diagrams/drawing5.xm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5.xml"/><Relationship Id="rId5" Type="http://schemas.openxmlformats.org/officeDocument/2006/relationships/diagramQuickStyle" Target="../diagrams/quickStyle5.xml"/><Relationship Id="rId4" Type="http://schemas.openxmlformats.org/officeDocument/2006/relationships/diagramLayout" Target="../diagrams/layout5.xml"/></Relationships>
</file>

<file path=ppt/slides/_rels/slide10.xml.rels><?xml version="1.0" encoding="UTF-8" standalone="yes"?>
<Relationships xmlns="http://schemas.openxmlformats.org/package/2006/relationships"><Relationship Id="rId8" Type="http://schemas.microsoft.com/office/2007/relationships/diagramDrawing" Target="../diagrams/drawing6.xml"/><Relationship Id="rId3" Type="http://schemas.openxmlformats.org/officeDocument/2006/relationships/image" Target="../media/image10.png"/><Relationship Id="rId7" Type="http://schemas.openxmlformats.org/officeDocument/2006/relationships/diagramColors" Target="../diagrams/colors6.xml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6.xml"/><Relationship Id="rId5" Type="http://schemas.openxmlformats.org/officeDocument/2006/relationships/diagramLayout" Target="../diagrams/layout6.xml"/><Relationship Id="rId4" Type="http://schemas.openxmlformats.org/officeDocument/2006/relationships/diagramData" Target="../diagrams/data6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12.xml.rels><?xml version="1.0" encoding="UTF-8" standalone="yes"?>
<Relationships xmlns="http://schemas.openxmlformats.org/package/2006/relationships"><Relationship Id="rId8" Type="http://schemas.microsoft.com/office/2007/relationships/diagramDrawing" Target="../diagrams/drawing7.xml"/><Relationship Id="rId3" Type="http://schemas.openxmlformats.org/officeDocument/2006/relationships/image" Target="../media/image10.png"/><Relationship Id="rId7" Type="http://schemas.openxmlformats.org/officeDocument/2006/relationships/diagramColors" Target="../diagrams/colors7.xml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7.xml"/><Relationship Id="rId5" Type="http://schemas.openxmlformats.org/officeDocument/2006/relationships/diagramLayout" Target="../diagrams/layout7.xml"/><Relationship Id="rId4" Type="http://schemas.openxmlformats.org/officeDocument/2006/relationships/diagramData" Target="../diagrams/data7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diagramColors" Target="../diagrams/colors8.xml"/><Relationship Id="rId3" Type="http://schemas.openxmlformats.org/officeDocument/2006/relationships/image" Target="../media/image1.png"/><Relationship Id="rId7" Type="http://schemas.openxmlformats.org/officeDocument/2006/relationships/diagramQuickStyle" Target="../diagrams/quickStyle8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diagramLayout" Target="../diagrams/layout8.xml"/><Relationship Id="rId5" Type="http://schemas.openxmlformats.org/officeDocument/2006/relationships/diagramData" Target="../diagrams/data8.xml"/><Relationship Id="rId4" Type="http://schemas.openxmlformats.org/officeDocument/2006/relationships/image" Target="../media/image3.png"/><Relationship Id="rId9" Type="http://schemas.microsoft.com/office/2007/relationships/diagramDrawing" Target="../diagrams/drawing8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9.xml"/><Relationship Id="rId7" Type="http://schemas.microsoft.com/office/2007/relationships/diagramDrawing" Target="../diagrams/drawing9.xm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9.xml"/><Relationship Id="rId5" Type="http://schemas.openxmlformats.org/officeDocument/2006/relationships/diagramQuickStyle" Target="../diagrams/quickStyle9.xml"/><Relationship Id="rId4" Type="http://schemas.openxmlformats.org/officeDocument/2006/relationships/diagramLayout" Target="../diagrams/layout9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0.xml"/><Relationship Id="rId3" Type="http://schemas.openxmlformats.org/officeDocument/2006/relationships/image" Target="../media/image10.png"/><Relationship Id="rId7" Type="http://schemas.openxmlformats.org/officeDocument/2006/relationships/diagramColors" Target="../diagrams/colors10.xml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10.xml"/><Relationship Id="rId5" Type="http://schemas.openxmlformats.org/officeDocument/2006/relationships/diagramLayout" Target="../diagrams/layout10.xml"/><Relationship Id="rId4" Type="http://schemas.openxmlformats.org/officeDocument/2006/relationships/diagramData" Target="../diagrams/data10.xml"/></Relationships>
</file>

<file path=ppt/slides/_rels/slide18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1.xml"/><Relationship Id="rId3" Type="http://schemas.openxmlformats.org/officeDocument/2006/relationships/image" Target="../media/image10.png"/><Relationship Id="rId7" Type="http://schemas.openxmlformats.org/officeDocument/2006/relationships/diagramColors" Target="../diagrams/colors11.xml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11.xml"/><Relationship Id="rId5" Type="http://schemas.openxmlformats.org/officeDocument/2006/relationships/diagramLayout" Target="../diagrams/layout11.xml"/><Relationship Id="rId4" Type="http://schemas.openxmlformats.org/officeDocument/2006/relationships/diagramData" Target="../diagrams/data11.xml"/></Relationships>
</file>

<file path=ppt/slides/_rels/slide19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2.xml"/><Relationship Id="rId3" Type="http://schemas.openxmlformats.org/officeDocument/2006/relationships/image" Target="../media/image10.png"/><Relationship Id="rId7" Type="http://schemas.openxmlformats.org/officeDocument/2006/relationships/diagramColors" Target="../diagrams/colors12.xml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12.xml"/><Relationship Id="rId5" Type="http://schemas.openxmlformats.org/officeDocument/2006/relationships/diagramLayout" Target="../diagrams/layout12.xml"/><Relationship Id="rId4" Type="http://schemas.openxmlformats.org/officeDocument/2006/relationships/diagramData" Target="../diagrams/data1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3.xml"/><Relationship Id="rId7" Type="http://schemas.microsoft.com/office/2007/relationships/diagramDrawing" Target="../diagrams/drawing13.xm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3.xml"/><Relationship Id="rId5" Type="http://schemas.openxmlformats.org/officeDocument/2006/relationships/diagramQuickStyle" Target="../diagrams/quickStyle13.xml"/><Relationship Id="rId4" Type="http://schemas.openxmlformats.org/officeDocument/2006/relationships/diagramLayout" Target="../diagrams/layout13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4.xml"/><Relationship Id="rId3" Type="http://schemas.openxmlformats.org/officeDocument/2006/relationships/image" Target="../media/image10.png"/><Relationship Id="rId7" Type="http://schemas.openxmlformats.org/officeDocument/2006/relationships/diagramColors" Target="../diagrams/colors14.xml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14.xml"/><Relationship Id="rId5" Type="http://schemas.openxmlformats.org/officeDocument/2006/relationships/diagramLayout" Target="../diagrams/layout14.xml"/><Relationship Id="rId4" Type="http://schemas.openxmlformats.org/officeDocument/2006/relationships/diagramData" Target="../diagrams/data14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5.xml"/><Relationship Id="rId7" Type="http://schemas.microsoft.com/office/2007/relationships/diagramDrawing" Target="../diagrams/drawing15.xm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5.xml"/><Relationship Id="rId5" Type="http://schemas.openxmlformats.org/officeDocument/2006/relationships/diagramQuickStyle" Target="../diagrams/quickStyle15.xml"/><Relationship Id="rId4" Type="http://schemas.openxmlformats.org/officeDocument/2006/relationships/diagramLayout" Target="../diagrams/layout15.xml"/></Relationships>
</file>

<file path=ppt/slides/_rels/slide26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6.xml"/><Relationship Id="rId3" Type="http://schemas.openxmlformats.org/officeDocument/2006/relationships/image" Target="../media/image10.png"/><Relationship Id="rId7" Type="http://schemas.openxmlformats.org/officeDocument/2006/relationships/diagramColors" Target="../diagrams/colors16.xml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16.xml"/><Relationship Id="rId5" Type="http://schemas.openxmlformats.org/officeDocument/2006/relationships/diagramLayout" Target="../diagrams/layout16.xml"/><Relationship Id="rId4" Type="http://schemas.openxmlformats.org/officeDocument/2006/relationships/diagramData" Target="../diagrams/data16.xml"/></Relationships>
</file>

<file path=ppt/slides/_rels/slide27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7.xml"/><Relationship Id="rId3" Type="http://schemas.openxmlformats.org/officeDocument/2006/relationships/image" Target="../media/image10.png"/><Relationship Id="rId7" Type="http://schemas.openxmlformats.org/officeDocument/2006/relationships/diagramColors" Target="../diagrams/colors17.xml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17.xml"/><Relationship Id="rId5" Type="http://schemas.openxmlformats.org/officeDocument/2006/relationships/diagramLayout" Target="../diagrams/layout17.xml"/><Relationship Id="rId4" Type="http://schemas.openxmlformats.org/officeDocument/2006/relationships/diagramData" Target="../diagrams/data17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8.xml"/><Relationship Id="rId7" Type="http://schemas.microsoft.com/office/2007/relationships/diagramDrawing" Target="../diagrams/drawing18.xm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8.xml"/><Relationship Id="rId5" Type="http://schemas.openxmlformats.org/officeDocument/2006/relationships/diagramQuickStyle" Target="../diagrams/quickStyle18.xml"/><Relationship Id="rId4" Type="http://schemas.openxmlformats.org/officeDocument/2006/relationships/diagramLayout" Target="../diagrams/layout18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30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9.xml"/><Relationship Id="rId3" Type="http://schemas.openxmlformats.org/officeDocument/2006/relationships/image" Target="../media/image10.png"/><Relationship Id="rId7" Type="http://schemas.openxmlformats.org/officeDocument/2006/relationships/diagramColors" Target="../diagrams/colors19.xml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19.xml"/><Relationship Id="rId5" Type="http://schemas.openxmlformats.org/officeDocument/2006/relationships/diagramLayout" Target="../diagrams/layout19.xml"/><Relationship Id="rId4" Type="http://schemas.openxmlformats.org/officeDocument/2006/relationships/diagramData" Target="../diagrams/data19.xml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diagramData" Target="../diagrams/data21.xml"/><Relationship Id="rId3" Type="http://schemas.openxmlformats.org/officeDocument/2006/relationships/diagramData" Target="../diagrams/data20.xml"/><Relationship Id="rId7" Type="http://schemas.microsoft.com/office/2007/relationships/diagramDrawing" Target="../diagrams/drawing20.xm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0.xml"/><Relationship Id="rId11" Type="http://schemas.openxmlformats.org/officeDocument/2006/relationships/diagramColors" Target="../diagrams/colors20.xml"/><Relationship Id="rId5" Type="http://schemas.openxmlformats.org/officeDocument/2006/relationships/diagramQuickStyle" Target="../diagrams/quickStyle20.xml"/><Relationship Id="rId10" Type="http://schemas.openxmlformats.org/officeDocument/2006/relationships/diagramQuickStyle" Target="../diagrams/quickStyle20.xml"/><Relationship Id="rId4" Type="http://schemas.openxmlformats.org/officeDocument/2006/relationships/diagramLayout" Target="../diagrams/layout20.xml"/><Relationship Id="rId9" Type="http://schemas.openxmlformats.org/officeDocument/2006/relationships/diagramLayout" Target="../diagrams/layout20.xml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3" Type="http://schemas.openxmlformats.org/officeDocument/2006/relationships/image" Target="../media/image3.png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png"/><Relationship Id="rId5" Type="http://schemas.openxmlformats.org/officeDocument/2006/relationships/image" Target="../media/image19.png"/><Relationship Id="rId4" Type="http://schemas.openxmlformats.org/officeDocument/2006/relationships/image" Target="../media/image14.png"/></Relationships>
</file>

<file path=ppt/slides/_rels/slide33.xml.rels><?xml version="1.0" encoding="UTF-8" standalone="yes"?>
<Relationships xmlns="http://schemas.openxmlformats.org/package/2006/relationships"><Relationship Id="rId8" Type="http://schemas.microsoft.com/office/2007/relationships/diagramDrawing" Target="../diagrams/drawing21.xml"/><Relationship Id="rId3" Type="http://schemas.openxmlformats.org/officeDocument/2006/relationships/image" Target="../media/image10.png"/><Relationship Id="rId7" Type="http://schemas.openxmlformats.org/officeDocument/2006/relationships/diagramColors" Target="../diagrams/colors21.xml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21.xml"/><Relationship Id="rId5" Type="http://schemas.openxmlformats.org/officeDocument/2006/relationships/diagramLayout" Target="../diagrams/layout21.xml"/><Relationship Id="rId4" Type="http://schemas.openxmlformats.org/officeDocument/2006/relationships/diagramData" Target="../diagrams/data22.xml"/></Relationships>
</file>

<file path=ppt/slides/_rels/slide34.xml.rels><?xml version="1.0" encoding="UTF-8" standalone="yes"?>
<Relationships xmlns="http://schemas.openxmlformats.org/package/2006/relationships"><Relationship Id="rId8" Type="http://schemas.microsoft.com/office/2007/relationships/diagramDrawing" Target="../diagrams/drawing22.xml"/><Relationship Id="rId3" Type="http://schemas.openxmlformats.org/officeDocument/2006/relationships/image" Target="../media/image10.png"/><Relationship Id="rId7" Type="http://schemas.openxmlformats.org/officeDocument/2006/relationships/diagramColors" Target="../diagrams/colors22.xml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22.xml"/><Relationship Id="rId5" Type="http://schemas.openxmlformats.org/officeDocument/2006/relationships/diagramLayout" Target="../diagrams/layout22.xml"/><Relationship Id="rId4" Type="http://schemas.openxmlformats.org/officeDocument/2006/relationships/diagramData" Target="../diagrams/data23.xml"/></Relationships>
</file>

<file path=ppt/slides/_rels/slide35.xml.rels><?xml version="1.0" encoding="UTF-8" standalone="yes"?>
<Relationships xmlns="http://schemas.openxmlformats.org/package/2006/relationships"><Relationship Id="rId8" Type="http://schemas.microsoft.com/office/2007/relationships/diagramDrawing" Target="../diagrams/drawing23.xml"/><Relationship Id="rId3" Type="http://schemas.openxmlformats.org/officeDocument/2006/relationships/image" Target="../media/image10.png"/><Relationship Id="rId7" Type="http://schemas.openxmlformats.org/officeDocument/2006/relationships/diagramColors" Target="../diagrams/colors23.xml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23.xml"/><Relationship Id="rId5" Type="http://schemas.openxmlformats.org/officeDocument/2006/relationships/diagramLayout" Target="../diagrams/layout23.xml"/><Relationship Id="rId4" Type="http://schemas.openxmlformats.org/officeDocument/2006/relationships/diagramData" Target="../diagrams/data24.xml"/></Relationships>
</file>

<file path=ppt/slides/_rels/slide36.xml.rels><?xml version="1.0" encoding="UTF-8" standalone="yes"?>
<Relationships xmlns="http://schemas.openxmlformats.org/package/2006/relationships"><Relationship Id="rId8" Type="http://schemas.microsoft.com/office/2007/relationships/diagramDrawing" Target="../diagrams/drawing24.xml"/><Relationship Id="rId3" Type="http://schemas.openxmlformats.org/officeDocument/2006/relationships/image" Target="../media/image10.png"/><Relationship Id="rId7" Type="http://schemas.openxmlformats.org/officeDocument/2006/relationships/diagramColors" Target="../diagrams/colors24.xml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24.xml"/><Relationship Id="rId5" Type="http://schemas.openxmlformats.org/officeDocument/2006/relationships/diagramLayout" Target="../diagrams/layout24.xml"/><Relationship Id="rId4" Type="http://schemas.openxmlformats.org/officeDocument/2006/relationships/diagramData" Target="../diagrams/data25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38.xml.rels><?xml version="1.0" encoding="UTF-8" standalone="yes"?>
<Relationships xmlns="http://schemas.openxmlformats.org/package/2006/relationships"><Relationship Id="rId8" Type="http://schemas.microsoft.com/office/2007/relationships/diagramDrawing" Target="../diagrams/drawing25.xml"/><Relationship Id="rId3" Type="http://schemas.openxmlformats.org/officeDocument/2006/relationships/image" Target="../media/image3.png"/><Relationship Id="rId7" Type="http://schemas.openxmlformats.org/officeDocument/2006/relationships/diagramColors" Target="../diagrams/colors25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25.xml"/><Relationship Id="rId5" Type="http://schemas.openxmlformats.org/officeDocument/2006/relationships/diagramLayout" Target="../diagrams/layout25.xml"/><Relationship Id="rId4" Type="http://schemas.openxmlformats.org/officeDocument/2006/relationships/diagramData" Target="../diagrams/data26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7.xml"/><Relationship Id="rId7" Type="http://schemas.microsoft.com/office/2007/relationships/diagramDrawing" Target="../diagrams/drawing26.xm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6.xml"/><Relationship Id="rId5" Type="http://schemas.openxmlformats.org/officeDocument/2006/relationships/diagramQuickStyle" Target="../diagrams/quickStyle26.xml"/><Relationship Id="rId4" Type="http://schemas.openxmlformats.org/officeDocument/2006/relationships/diagramLayout" Target="../diagrams/layout26.xml"/></Relationships>
</file>

<file path=ppt/slides/_rels/slide40.xml.rels><?xml version="1.0" encoding="UTF-8" standalone="yes"?>
<Relationships xmlns="http://schemas.openxmlformats.org/package/2006/relationships"><Relationship Id="rId8" Type="http://schemas.microsoft.com/office/2007/relationships/diagramDrawing" Target="../diagrams/drawing27.xml"/><Relationship Id="rId3" Type="http://schemas.openxmlformats.org/officeDocument/2006/relationships/image" Target="../media/image3.png"/><Relationship Id="rId7" Type="http://schemas.openxmlformats.org/officeDocument/2006/relationships/diagramColors" Target="../diagrams/colors27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27.xml"/><Relationship Id="rId5" Type="http://schemas.openxmlformats.org/officeDocument/2006/relationships/diagramLayout" Target="../diagrams/layout27.xml"/><Relationship Id="rId4" Type="http://schemas.openxmlformats.org/officeDocument/2006/relationships/diagramData" Target="../diagrams/data28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4.wmf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openxmlformats.org/officeDocument/2006/relationships/image" Target="../media/image10.png"/></Relationships>
</file>

<file path=ppt/slides/_rels/slide4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png"/><Relationship Id="rId3" Type="http://schemas.openxmlformats.org/officeDocument/2006/relationships/image" Target="../media/image9.png"/><Relationship Id="rId7" Type="http://schemas.openxmlformats.org/officeDocument/2006/relationships/image" Target="../media/image2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10" Type="http://schemas.openxmlformats.org/officeDocument/2006/relationships/image" Target="../media/image32.png"/><Relationship Id="rId4" Type="http://schemas.openxmlformats.org/officeDocument/2006/relationships/image" Target="../media/image10.png"/><Relationship Id="rId9" Type="http://schemas.openxmlformats.org/officeDocument/2006/relationships/image" Target="../media/image31.pn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3.png"/></Relationships>
</file>

<file path=ppt/slides/_rels/slide45.xml.rels><?xml version="1.0" encoding="UTF-8" standalone="yes"?>
<Relationships xmlns="http://schemas.openxmlformats.org/package/2006/relationships"><Relationship Id="rId8" Type="http://schemas.microsoft.com/office/2007/relationships/diagramDrawing" Target="../diagrams/drawing28.xml"/><Relationship Id="rId3" Type="http://schemas.openxmlformats.org/officeDocument/2006/relationships/image" Target="../media/image3.png"/><Relationship Id="rId7" Type="http://schemas.openxmlformats.org/officeDocument/2006/relationships/diagramColors" Target="../diagrams/colors28.xm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28.xml"/><Relationship Id="rId5" Type="http://schemas.openxmlformats.org/officeDocument/2006/relationships/diagramLayout" Target="../diagrams/layout28.xml"/><Relationship Id="rId4" Type="http://schemas.openxmlformats.org/officeDocument/2006/relationships/diagramData" Target="../diagrams/data29.xml"/></Relationships>
</file>

<file path=ppt/slides/_rels/slide46.xml.rels><?xml version="1.0" encoding="UTF-8" standalone="yes"?>
<Relationships xmlns="http://schemas.openxmlformats.org/package/2006/relationships"><Relationship Id="rId8" Type="http://schemas.microsoft.com/office/2007/relationships/diagramDrawing" Target="../diagrams/drawing29.xml"/><Relationship Id="rId3" Type="http://schemas.openxmlformats.org/officeDocument/2006/relationships/image" Target="../media/image3.png"/><Relationship Id="rId7" Type="http://schemas.openxmlformats.org/officeDocument/2006/relationships/diagramColors" Target="../diagrams/colors29.xm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29.xml"/><Relationship Id="rId5" Type="http://schemas.openxmlformats.org/officeDocument/2006/relationships/diagramLayout" Target="../diagrams/layout29.xml"/><Relationship Id="rId4" Type="http://schemas.openxmlformats.org/officeDocument/2006/relationships/diagramData" Target="../diagrams/data30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31.xml"/><Relationship Id="rId7" Type="http://schemas.microsoft.com/office/2007/relationships/diagramDrawing" Target="../diagrams/drawing30.xm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30.xml"/><Relationship Id="rId5" Type="http://schemas.openxmlformats.org/officeDocument/2006/relationships/diagramQuickStyle" Target="../diagrams/quickStyle30.xml"/><Relationship Id="rId4" Type="http://schemas.openxmlformats.org/officeDocument/2006/relationships/diagramLayout" Target="../diagrams/layout30.xml"/></Relationships>
</file>

<file path=ppt/slides/_rels/slide49.xml.rels><?xml version="1.0" encoding="UTF-8" standalone="yes"?>
<Relationships xmlns="http://schemas.openxmlformats.org/package/2006/relationships"><Relationship Id="rId8" Type="http://schemas.microsoft.com/office/2007/relationships/diagramDrawing" Target="../diagrams/drawing31.xml"/><Relationship Id="rId3" Type="http://schemas.openxmlformats.org/officeDocument/2006/relationships/image" Target="../media/image10.png"/><Relationship Id="rId7" Type="http://schemas.openxmlformats.org/officeDocument/2006/relationships/diagramColors" Target="../diagrams/colors31.xml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31.xml"/><Relationship Id="rId5" Type="http://schemas.openxmlformats.org/officeDocument/2006/relationships/diagramLayout" Target="../diagrams/layout31.xml"/><Relationship Id="rId4" Type="http://schemas.openxmlformats.org/officeDocument/2006/relationships/diagramData" Target="../diagrams/data32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33.xml"/><Relationship Id="rId7" Type="http://schemas.microsoft.com/office/2007/relationships/diagramDrawing" Target="../diagrams/drawing32.xm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32.xml"/><Relationship Id="rId5" Type="http://schemas.openxmlformats.org/officeDocument/2006/relationships/diagramQuickStyle" Target="../diagrams/quickStyle32.xml"/><Relationship Id="rId4" Type="http://schemas.openxmlformats.org/officeDocument/2006/relationships/diagramLayout" Target="../diagrams/layout32.xml"/></Relationships>
</file>

<file path=ppt/slides/_rels/slide5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.png"/><Relationship Id="rId3" Type="http://schemas.openxmlformats.org/officeDocument/2006/relationships/image" Target="../media/image3.png"/><Relationship Id="rId7" Type="http://schemas.openxmlformats.org/officeDocument/2006/relationships/image" Target="../media/image3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6.png"/><Relationship Id="rId5" Type="http://schemas.openxmlformats.org/officeDocument/2006/relationships/image" Target="../media/image35.png"/><Relationship Id="rId4" Type="http://schemas.openxmlformats.org/officeDocument/2006/relationships/image" Target="../media/image28.png"/><Relationship Id="rId9" Type="http://schemas.openxmlformats.org/officeDocument/2006/relationships/image" Target="../media/image38.png"/></Relationships>
</file>

<file path=ppt/slides/_rels/slide5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1.png"/><Relationship Id="rId3" Type="http://schemas.openxmlformats.org/officeDocument/2006/relationships/image" Target="../media/image3.png"/><Relationship Id="rId7" Type="http://schemas.openxmlformats.org/officeDocument/2006/relationships/image" Target="../media/image40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9.png"/><Relationship Id="rId5" Type="http://schemas.openxmlformats.org/officeDocument/2006/relationships/image" Target="../media/image35.png"/><Relationship Id="rId4" Type="http://schemas.openxmlformats.org/officeDocument/2006/relationships/image" Target="../media/image32.png"/></Relationships>
</file>

<file path=ppt/slides/_rels/slide54.xml.rels><?xml version="1.0" encoding="UTF-8" standalone="yes"?>
<Relationships xmlns="http://schemas.openxmlformats.org/package/2006/relationships"><Relationship Id="rId8" Type="http://schemas.openxmlformats.org/officeDocument/2006/relationships/image" Target="../media/image44.png"/><Relationship Id="rId3" Type="http://schemas.openxmlformats.org/officeDocument/2006/relationships/image" Target="../media/image3.png"/><Relationship Id="rId7" Type="http://schemas.openxmlformats.org/officeDocument/2006/relationships/image" Target="../media/image4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2.png"/><Relationship Id="rId11" Type="http://schemas.openxmlformats.org/officeDocument/2006/relationships/image" Target="../media/image47.png"/><Relationship Id="rId5" Type="http://schemas.openxmlformats.org/officeDocument/2006/relationships/image" Target="../media/image35.png"/><Relationship Id="rId10" Type="http://schemas.openxmlformats.org/officeDocument/2006/relationships/image" Target="../media/image46.png"/><Relationship Id="rId4" Type="http://schemas.openxmlformats.org/officeDocument/2006/relationships/image" Target="../media/image32.png"/><Relationship Id="rId9" Type="http://schemas.openxmlformats.org/officeDocument/2006/relationships/image" Target="../media/image45.png"/></Relationships>
</file>

<file path=ppt/slides/_rels/slide55.xml.rels><?xml version="1.0" encoding="UTF-8" standalone="yes"?>
<Relationships xmlns="http://schemas.openxmlformats.org/package/2006/relationships"><Relationship Id="rId8" Type="http://schemas.microsoft.com/office/2007/relationships/diagramDrawing" Target="../diagrams/drawing33.xml"/><Relationship Id="rId3" Type="http://schemas.openxmlformats.org/officeDocument/2006/relationships/image" Target="../media/image3.png"/><Relationship Id="rId7" Type="http://schemas.openxmlformats.org/officeDocument/2006/relationships/diagramColors" Target="../diagrams/colors33.xml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33.xml"/><Relationship Id="rId5" Type="http://schemas.openxmlformats.org/officeDocument/2006/relationships/diagramLayout" Target="../diagrams/layout33.xml"/><Relationship Id="rId4" Type="http://schemas.openxmlformats.org/officeDocument/2006/relationships/diagramData" Target="../diagrams/data34.xml"/></Relationships>
</file>

<file path=ppt/slides/_rels/slide56.xml.rels><?xml version="1.0" encoding="UTF-8" standalone="yes"?>
<Relationships xmlns="http://schemas.openxmlformats.org/package/2006/relationships"><Relationship Id="rId8" Type="http://schemas.microsoft.com/office/2007/relationships/diagramDrawing" Target="../diagrams/drawing34.xml"/><Relationship Id="rId3" Type="http://schemas.openxmlformats.org/officeDocument/2006/relationships/image" Target="../media/image3.png"/><Relationship Id="rId7" Type="http://schemas.openxmlformats.org/officeDocument/2006/relationships/diagramColors" Target="../diagrams/colors34.xml"/><Relationship Id="rId12" Type="http://schemas.openxmlformats.org/officeDocument/2006/relationships/diagramColors" Target="../diagrams/colors34.xml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34.xml"/><Relationship Id="rId11" Type="http://schemas.openxmlformats.org/officeDocument/2006/relationships/diagramQuickStyle" Target="../diagrams/quickStyle34.xml"/><Relationship Id="rId5" Type="http://schemas.openxmlformats.org/officeDocument/2006/relationships/diagramLayout" Target="../diagrams/layout34.xml"/><Relationship Id="rId10" Type="http://schemas.openxmlformats.org/officeDocument/2006/relationships/diagramLayout" Target="../diagrams/layout34.xml"/><Relationship Id="rId4" Type="http://schemas.openxmlformats.org/officeDocument/2006/relationships/diagramData" Target="../diagrams/data35.xml"/><Relationship Id="rId9" Type="http://schemas.openxmlformats.org/officeDocument/2006/relationships/diagramData" Target="../diagrams/data36.xml"/></Relationships>
</file>

<file path=ppt/slides/_rels/slide57.xml.rels><?xml version="1.0" encoding="UTF-8" standalone="yes"?>
<Relationships xmlns="http://schemas.openxmlformats.org/package/2006/relationships"><Relationship Id="rId8" Type="http://schemas.openxmlformats.org/officeDocument/2006/relationships/image" Target="../media/image52.png"/><Relationship Id="rId3" Type="http://schemas.openxmlformats.org/officeDocument/2006/relationships/image" Target="../media/image48.png"/><Relationship Id="rId7" Type="http://schemas.openxmlformats.org/officeDocument/2006/relationships/image" Target="../media/image51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0.png"/><Relationship Id="rId5" Type="http://schemas.openxmlformats.org/officeDocument/2006/relationships/image" Target="../media/image49.png"/><Relationship Id="rId4" Type="http://schemas.openxmlformats.org/officeDocument/2006/relationships/image" Target="../media/image45.png"/><Relationship Id="rId9" Type="http://schemas.openxmlformats.org/officeDocument/2006/relationships/image" Target="../media/image53.png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59.xml.rels><?xml version="1.0" encoding="UTF-8" standalone="yes"?>
<Relationships xmlns="http://schemas.openxmlformats.org/package/2006/relationships"><Relationship Id="rId8" Type="http://schemas.microsoft.com/office/2007/relationships/diagramDrawing" Target="../diagrams/drawing35.xml"/><Relationship Id="rId3" Type="http://schemas.openxmlformats.org/officeDocument/2006/relationships/image" Target="../media/image3.png"/><Relationship Id="rId7" Type="http://schemas.openxmlformats.org/officeDocument/2006/relationships/diagramColors" Target="../diagrams/colors35.xml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35.xml"/><Relationship Id="rId5" Type="http://schemas.openxmlformats.org/officeDocument/2006/relationships/diagramLayout" Target="../diagrams/layout35.xml"/><Relationship Id="rId4" Type="http://schemas.openxmlformats.org/officeDocument/2006/relationships/diagramData" Target="../diagrams/data37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8" Type="http://schemas.microsoft.com/office/2007/relationships/diagramDrawing" Target="../diagrams/drawing36.xml"/><Relationship Id="rId3" Type="http://schemas.openxmlformats.org/officeDocument/2006/relationships/image" Target="../media/image3.png"/><Relationship Id="rId7" Type="http://schemas.openxmlformats.org/officeDocument/2006/relationships/diagramColors" Target="../diagrams/colors36.xml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36.xml"/><Relationship Id="rId5" Type="http://schemas.openxmlformats.org/officeDocument/2006/relationships/diagramLayout" Target="../diagrams/layout36.xml"/><Relationship Id="rId4" Type="http://schemas.openxmlformats.org/officeDocument/2006/relationships/diagramData" Target="../diagrams/data38.xml"/></Relationships>
</file>

<file path=ppt/slides/_rels/slide62.xml.rels><?xml version="1.0" encoding="UTF-8" standalone="yes"?>
<Relationships xmlns="http://schemas.openxmlformats.org/package/2006/relationships"><Relationship Id="rId8" Type="http://schemas.microsoft.com/office/2007/relationships/diagramDrawing" Target="../diagrams/drawing37.xml"/><Relationship Id="rId3" Type="http://schemas.openxmlformats.org/officeDocument/2006/relationships/image" Target="../media/image3.png"/><Relationship Id="rId7" Type="http://schemas.openxmlformats.org/officeDocument/2006/relationships/diagramColors" Target="../diagrams/colors37.xml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37.xml"/><Relationship Id="rId5" Type="http://schemas.openxmlformats.org/officeDocument/2006/relationships/diagramLayout" Target="../diagrams/layout37.xml"/><Relationship Id="rId4" Type="http://schemas.openxmlformats.org/officeDocument/2006/relationships/diagramData" Target="../diagrams/data39.xml"/></Relationships>
</file>

<file path=ppt/slides/_rels/slide63.xml.rels><?xml version="1.0" encoding="UTF-8" standalone="yes"?>
<Relationships xmlns="http://schemas.openxmlformats.org/package/2006/relationships"><Relationship Id="rId8" Type="http://schemas.microsoft.com/office/2007/relationships/diagramDrawing" Target="../diagrams/drawing38.xml"/><Relationship Id="rId3" Type="http://schemas.openxmlformats.org/officeDocument/2006/relationships/image" Target="../media/image10.png"/><Relationship Id="rId7" Type="http://schemas.openxmlformats.org/officeDocument/2006/relationships/diagramColors" Target="../diagrams/colors38.xml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38.xml"/><Relationship Id="rId5" Type="http://schemas.openxmlformats.org/officeDocument/2006/relationships/diagramLayout" Target="../diagrams/layout38.xml"/><Relationship Id="rId4" Type="http://schemas.openxmlformats.org/officeDocument/2006/relationships/diagramData" Target="../diagrams/data40.xml"/></Relationships>
</file>

<file path=ppt/slides/_rels/slide64.xml.rels><?xml version="1.0" encoding="UTF-8" standalone="yes"?>
<Relationships xmlns="http://schemas.openxmlformats.org/package/2006/relationships"><Relationship Id="rId8" Type="http://schemas.microsoft.com/office/2007/relationships/diagramDrawing" Target="../diagrams/drawing39.xml"/><Relationship Id="rId3" Type="http://schemas.openxmlformats.org/officeDocument/2006/relationships/image" Target="../media/image10.png"/><Relationship Id="rId7" Type="http://schemas.openxmlformats.org/officeDocument/2006/relationships/diagramColors" Target="../diagrams/colors39.xml"/><Relationship Id="rId12" Type="http://schemas.openxmlformats.org/officeDocument/2006/relationships/diagramColors" Target="../diagrams/colors39.xml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39.xml"/><Relationship Id="rId11" Type="http://schemas.openxmlformats.org/officeDocument/2006/relationships/diagramQuickStyle" Target="../diagrams/quickStyle39.xml"/><Relationship Id="rId5" Type="http://schemas.openxmlformats.org/officeDocument/2006/relationships/diagramLayout" Target="../diagrams/layout39.xml"/><Relationship Id="rId10" Type="http://schemas.openxmlformats.org/officeDocument/2006/relationships/diagramLayout" Target="../diagrams/layout39.xml"/><Relationship Id="rId4" Type="http://schemas.openxmlformats.org/officeDocument/2006/relationships/diagramData" Target="../diagrams/data41.xml"/><Relationship Id="rId9" Type="http://schemas.openxmlformats.org/officeDocument/2006/relationships/diagramData" Target="../diagrams/data42.xml"/></Relationships>
</file>

<file path=ppt/slides/_rels/slide65.xml.rels><?xml version="1.0" encoding="UTF-8" standalone="yes"?>
<Relationships xmlns="http://schemas.openxmlformats.org/package/2006/relationships"><Relationship Id="rId8" Type="http://schemas.microsoft.com/office/2007/relationships/diagramDrawing" Target="../diagrams/drawing40.xml"/><Relationship Id="rId3" Type="http://schemas.openxmlformats.org/officeDocument/2006/relationships/image" Target="../media/image10.png"/><Relationship Id="rId7" Type="http://schemas.openxmlformats.org/officeDocument/2006/relationships/diagramColors" Target="../diagrams/colors40.xml"/><Relationship Id="rId12" Type="http://schemas.openxmlformats.org/officeDocument/2006/relationships/diagramColors" Target="../diagrams/colors40.xml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40.xml"/><Relationship Id="rId11" Type="http://schemas.openxmlformats.org/officeDocument/2006/relationships/diagramQuickStyle" Target="../diagrams/quickStyle40.xml"/><Relationship Id="rId5" Type="http://schemas.openxmlformats.org/officeDocument/2006/relationships/diagramLayout" Target="../diagrams/layout40.xml"/><Relationship Id="rId10" Type="http://schemas.openxmlformats.org/officeDocument/2006/relationships/diagramLayout" Target="../diagrams/layout40.xml"/><Relationship Id="rId4" Type="http://schemas.openxmlformats.org/officeDocument/2006/relationships/diagramData" Target="../diagrams/data43.xml"/><Relationship Id="rId9" Type="http://schemas.openxmlformats.org/officeDocument/2006/relationships/diagramData" Target="../diagrams/data44.xml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5.png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7.png"/><Relationship Id="rId5" Type="http://schemas.openxmlformats.org/officeDocument/2006/relationships/image" Target="../media/image56.png"/><Relationship Id="rId4" Type="http://schemas.openxmlformats.org/officeDocument/2006/relationships/image" Target="../media/image54.png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8.png"/></Relationships>
</file>

<file path=ppt/slides/_rels/slide69.xml.rels><?xml version="1.0" encoding="UTF-8" standalone="yes"?>
<Relationships xmlns="http://schemas.openxmlformats.org/package/2006/relationships"><Relationship Id="rId8" Type="http://schemas.microsoft.com/office/2007/relationships/diagramDrawing" Target="../diagrams/drawing41.xml"/><Relationship Id="rId3" Type="http://schemas.openxmlformats.org/officeDocument/2006/relationships/image" Target="../media/image10.png"/><Relationship Id="rId7" Type="http://schemas.openxmlformats.org/officeDocument/2006/relationships/diagramColors" Target="../diagrams/colors41.xml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41.xml"/><Relationship Id="rId5" Type="http://schemas.openxmlformats.org/officeDocument/2006/relationships/diagramLayout" Target="../diagrams/layout41.xml"/><Relationship Id="rId4" Type="http://schemas.openxmlformats.org/officeDocument/2006/relationships/diagramData" Target="../diagrams/data4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0BABF38A-8A0D-492E-BD20-6CF4D46B50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2000" cy="6858004"/>
          </a:xfrm>
          <a:prstGeom prst="rect">
            <a:avLst/>
          </a:prstGeom>
          <a:solidFill>
            <a:schemeClr val="tx2">
              <a:lumMod val="90000"/>
              <a:lumOff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lumMod val="65000"/>
                  <a:lumOff val="35000"/>
                </a:srgbClr>
              </a:solidFill>
              <a:effectLst/>
              <a:uLnTx/>
              <a:uFillTx/>
              <a:latin typeface="AvenirNext LT Pro Medium" panose="020B0504020202020204" pitchFamily="34" charset="0"/>
              <a:ea typeface="+mn-ea"/>
              <a:cs typeface="+mn-cs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1CB7E8AE-A3AC-4BB7-A5C6-F00EC697B26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"/>
            <a:ext cx="12192000" cy="1392401"/>
          </a:xfrm>
          <a:prstGeom prst="rect">
            <a:avLst/>
          </a:prstGeom>
        </p:spPr>
      </p:pic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4AB8125F-0FD8-48CD-9F43-73E5494EA7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>
                  <a:lumMod val="65000"/>
                  <a:lumOff val="35000"/>
                </a:srgbClr>
              </a:solidFill>
              <a:effectLst/>
              <a:uLnTx/>
              <a:uFillTx/>
              <a:latin typeface="AvenirNext LT Pro Medium" panose="020B0504020202020204" pitchFamily="34" charset="0"/>
              <a:ea typeface="+mn-ea"/>
              <a:cs typeface="+mn-cs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019DD6C-5899-4C07-864B-EB0A7D104A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solidFill>
            <a:schemeClr val="bg2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>
                  <a:lumMod val="65000"/>
                  <a:lumOff val="35000"/>
                </a:srgbClr>
              </a:solidFill>
              <a:effectLst/>
              <a:uLnTx/>
              <a:uFillTx/>
              <a:latin typeface="AvenirNext LT Pro Medium" panose="020B0504020202020204" pitchFamily="34" charset="0"/>
              <a:ea typeface="+mn-ea"/>
              <a:cs typeface="+mn-cs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4D19B4B-DD16-5DF2-E34B-4765F6BA2C48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9052" r="15486" b="-2"/>
          <a:stretch/>
        </p:blipFill>
        <p:spPr>
          <a:xfrm>
            <a:off x="5996628" y="-1308"/>
            <a:ext cx="6195372" cy="4618233"/>
          </a:xfrm>
          <a:prstGeom prst="rect">
            <a:avLst/>
          </a:prstGeom>
        </p:spPr>
      </p:pic>
      <p:sp>
        <p:nvSpPr>
          <p:cNvPr id="17" name="Rectangle 16">
            <a:extLst>
              <a:ext uri="{FF2B5EF4-FFF2-40B4-BE49-F238E27FC236}">
                <a16:creationId xmlns:a16="http://schemas.microsoft.com/office/drawing/2014/main" id="{EBDFFBC1-15BD-428E-B8AF-ECF5D1B76DE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4602877"/>
            <a:ext cx="12192000" cy="2267339"/>
          </a:xfrm>
          <a:prstGeom prst="rect">
            <a:avLst/>
          </a:prstGeom>
          <a:solidFill>
            <a:schemeClr val="tx2">
              <a:lumMod val="90000"/>
              <a:lumOff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lumMod val="65000"/>
                  <a:lumOff val="35000"/>
                </a:srgbClr>
              </a:solidFill>
              <a:effectLst/>
              <a:uLnTx/>
              <a:uFillTx/>
              <a:latin typeface="AvenirNext LT Pro Medium" panose="020B0504020202020204" pitchFamily="34" charset="0"/>
              <a:ea typeface="+mn-ea"/>
              <a:cs typeface="+mn-cs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EBFB3075-0323-4EB0-B1A5-776A0E709C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3055" y="4596020"/>
            <a:ext cx="12191999" cy="2274195"/>
          </a:xfrm>
          <a:prstGeom prst="rect">
            <a:avLst/>
          </a:prstGeom>
          <a:blipFill dpi="0" rotWithShape="1">
            <a:blip r:embed="rId4">
              <a:alphaModFix amt="20000"/>
              <a:duotone>
                <a:schemeClr val="accent1">
                  <a:shade val="45000"/>
                  <a:satMod val="135000"/>
                </a:schemeClr>
                <a:prstClr val="white"/>
              </a:duotone>
            </a:blip>
            <a:srcRect/>
            <a:tile tx="889000" ty="0" sx="100000" sy="100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venir Next LT Pro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EF2AEC3-B371-83A9-2DBA-0BB3061611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38200" y="4876800"/>
            <a:ext cx="10003218" cy="121920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>
              <a:lnSpc>
                <a:spcPct val="90000"/>
              </a:lnSpc>
            </a:pPr>
            <a:r>
              <a:rPr lang="en-US" altLang="x-none" sz="4100" dirty="0"/>
              <a:t>CS621 Parallel and Distributed Computing</a:t>
            </a:r>
            <a:endParaRPr lang="en-US" sz="41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357D0A4-286C-034D-8B8B-FADC6513AC0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-12211"/>
            <a:ext cx="5313452" cy="3935986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just"/>
            <a:r>
              <a:rPr lang="en-US" altLang="x-none" sz="280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Dr. Muhammad </a:t>
            </a:r>
            <a:r>
              <a:rPr lang="en-US" altLang="x-none" sz="2800" dirty="0" err="1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Anwaar</a:t>
            </a:r>
            <a:r>
              <a:rPr lang="en-US" altLang="x-none" sz="280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Saeed</a:t>
            </a:r>
          </a:p>
          <a:p>
            <a:pPr algn="just"/>
            <a:r>
              <a:rPr lang="en-US" altLang="x-none" sz="280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Dr. Said Nabi</a:t>
            </a:r>
          </a:p>
          <a:p>
            <a:pPr algn="just"/>
            <a:r>
              <a:rPr lang="en-US" altLang="x-none" sz="280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Ms. Hina Ishaq</a:t>
            </a:r>
          </a:p>
          <a:p>
            <a:pPr indent="-228600" algn="l">
              <a:buFont typeface="Arial" panose="020B0604020202020204" pitchFamily="34" charset="0"/>
              <a:buChar char="•"/>
            </a:pPr>
            <a:endParaRPr lang="en-US" sz="1800" dirty="0">
              <a:solidFill>
                <a:schemeClr val="tx2"/>
              </a:solidFill>
            </a:endParaRPr>
          </a:p>
        </p:txBody>
      </p:sp>
      <p:pic>
        <p:nvPicPr>
          <p:cNvPr id="6" name="Picture 5" descr="Logo&#10;&#10;Description automatically generated">
            <a:extLst>
              <a:ext uri="{FF2B5EF4-FFF2-40B4-BE49-F238E27FC236}">
                <a16:creationId xmlns:a16="http://schemas.microsoft.com/office/drawing/2014/main" id="{694E1E48-9782-AD50-E256-2B5B4CE334C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5"/>
            <a:ext cx="1773304" cy="11256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019058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0BABF38A-8A0D-492E-BD20-6CF4D46B50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2000" cy="6858004"/>
          </a:xfrm>
          <a:prstGeom prst="rect">
            <a:avLst/>
          </a:prstGeom>
          <a:solidFill>
            <a:schemeClr val="tx2">
              <a:lumMod val="90000"/>
              <a:lumOff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lumMod val="65000"/>
                  <a:lumOff val="35000"/>
                </a:srgbClr>
              </a:solidFill>
              <a:effectLst/>
              <a:uLnTx/>
              <a:uFillTx/>
              <a:latin typeface="AvenirNext LT Pro Medium" panose="020B0504020202020204" pitchFamily="34" charset="0"/>
              <a:ea typeface="+mn-ea"/>
              <a:cs typeface="+mn-cs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1CB7E8AE-A3AC-4BB7-A5C6-F00EC697B26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"/>
            <a:ext cx="12192000" cy="1392401"/>
          </a:xfrm>
          <a:prstGeom prst="rect">
            <a:avLst/>
          </a:prstGeom>
        </p:spPr>
      </p:pic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4AB8125F-0FD8-48CD-9F43-73E5494EA7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>
                  <a:lumMod val="65000"/>
                  <a:lumOff val="35000"/>
                </a:srgbClr>
              </a:solidFill>
              <a:effectLst/>
              <a:uLnTx/>
              <a:uFillTx/>
              <a:latin typeface="AvenirNext LT Pro Medium" panose="020B0504020202020204" pitchFamily="34" charset="0"/>
              <a:ea typeface="+mn-ea"/>
              <a:cs typeface="+mn-cs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019DD6C-5899-4C07-864B-EB0A7D104A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solidFill>
            <a:schemeClr val="bg2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>
                  <a:lumMod val="65000"/>
                  <a:lumOff val="35000"/>
                </a:srgbClr>
              </a:solidFill>
              <a:effectLst/>
              <a:uLnTx/>
              <a:uFillTx/>
              <a:latin typeface="AvenirNext LT Pro Medium" panose="020B0504020202020204" pitchFamily="34" charset="0"/>
              <a:ea typeface="+mn-ea"/>
              <a:cs typeface="+mn-cs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4D19B4B-DD16-5DF2-E34B-4765F6BA2C48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9052" r="15486" b="-2"/>
          <a:stretch/>
        </p:blipFill>
        <p:spPr>
          <a:xfrm>
            <a:off x="3048" y="10"/>
            <a:ext cx="6195372" cy="4618233"/>
          </a:xfrm>
          <a:prstGeom prst="rect">
            <a:avLst/>
          </a:prstGeom>
        </p:spPr>
      </p:pic>
      <p:sp>
        <p:nvSpPr>
          <p:cNvPr id="17" name="Rectangle 16">
            <a:extLst>
              <a:ext uri="{FF2B5EF4-FFF2-40B4-BE49-F238E27FC236}">
                <a16:creationId xmlns:a16="http://schemas.microsoft.com/office/drawing/2014/main" id="{EBDFFBC1-15BD-428E-B8AF-ECF5D1B76DE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4602877"/>
            <a:ext cx="12192000" cy="2267339"/>
          </a:xfrm>
          <a:prstGeom prst="rect">
            <a:avLst/>
          </a:prstGeom>
          <a:solidFill>
            <a:schemeClr val="tx2">
              <a:lumMod val="90000"/>
              <a:lumOff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lumMod val="65000"/>
                  <a:lumOff val="35000"/>
                </a:srgbClr>
              </a:solidFill>
              <a:effectLst/>
              <a:uLnTx/>
              <a:uFillTx/>
              <a:latin typeface="AvenirNext LT Pro Medium" panose="020B0504020202020204" pitchFamily="34" charset="0"/>
              <a:ea typeface="+mn-ea"/>
              <a:cs typeface="+mn-cs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EBFB3075-0323-4EB0-B1A5-776A0E709C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3055" y="4596020"/>
            <a:ext cx="12191999" cy="2274195"/>
          </a:xfrm>
          <a:prstGeom prst="rect">
            <a:avLst/>
          </a:prstGeom>
          <a:blipFill dpi="0" rotWithShape="1">
            <a:blip r:embed="rId4">
              <a:alphaModFix amt="20000"/>
              <a:duotone>
                <a:schemeClr val="accent1">
                  <a:shade val="45000"/>
                  <a:satMod val="135000"/>
                </a:schemeClr>
                <a:prstClr val="white"/>
              </a:duotone>
            </a:blip>
            <a:srcRect/>
            <a:tile tx="889000" ty="0" sx="100000" sy="100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venir Next LT Pro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EF2AEC3-B371-83A9-2DBA-0BB3061611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38200" y="4876800"/>
            <a:ext cx="10003218" cy="121920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>
              <a:lnSpc>
                <a:spcPct val="90000"/>
              </a:lnSpc>
            </a:pPr>
            <a:r>
              <a:rPr lang="en-US" altLang="x-none" sz="4100"/>
              <a:t>CS621 Parallel and Distributed Computing</a:t>
            </a:r>
            <a:endParaRPr lang="en-US" sz="410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357D0A4-286C-034D-8B8B-FADC6513AC0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553200" y="369204"/>
            <a:ext cx="4800600" cy="3935986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2800" b="1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Performance and Scalability</a:t>
            </a:r>
          </a:p>
        </p:txBody>
      </p:sp>
    </p:spTree>
    <p:extLst>
      <p:ext uri="{BB962C8B-B14F-4D97-AF65-F5344CB8AC3E}">
        <p14:creationId xmlns:p14="http://schemas.microsoft.com/office/powerpoint/2010/main" val="47663854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4" name="Rectangle 73">
            <a:extLst>
              <a:ext uri="{FF2B5EF4-FFF2-40B4-BE49-F238E27FC236}">
                <a16:creationId xmlns:a16="http://schemas.microsoft.com/office/drawing/2014/main" id="{8651CFA9-6065-4243-AC48-858E359780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>
                  <a:lumMod val="65000"/>
                  <a:lumOff val="35000"/>
                </a:srgbClr>
              </a:solidFill>
              <a:effectLst/>
              <a:uLnTx/>
              <a:uFillTx/>
              <a:latin typeface="AvenirNext LT Pro Medium" panose="020B0504020202020204" pitchFamily="34" charset="0"/>
              <a:ea typeface="+mn-ea"/>
              <a:cs typeface="+mn-cs"/>
            </a:endParaRPr>
          </a:p>
        </p:txBody>
      </p:sp>
      <p:sp>
        <p:nvSpPr>
          <p:cNvPr id="76" name="Rectangle 75">
            <a:extLst>
              <a:ext uri="{FF2B5EF4-FFF2-40B4-BE49-F238E27FC236}">
                <a16:creationId xmlns:a16="http://schemas.microsoft.com/office/drawing/2014/main" id="{37962AE0-6A1C-4B76-9D52-10E5E6D7D3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bg2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>
                  <a:lumMod val="65000"/>
                  <a:lumOff val="35000"/>
                </a:srgbClr>
              </a:solidFill>
              <a:effectLst/>
              <a:uLnTx/>
              <a:uFillTx/>
              <a:latin typeface="AvenirNext LT Pro Medium" panose="020B0504020202020204" pitchFamily="34" charset="0"/>
              <a:ea typeface="+mn-ea"/>
              <a:cs typeface="+mn-cs"/>
            </a:endParaRPr>
          </a:p>
        </p:txBody>
      </p:sp>
      <p:sp>
        <p:nvSpPr>
          <p:cNvPr id="78" name="Rectangle 77">
            <a:extLst>
              <a:ext uri="{FF2B5EF4-FFF2-40B4-BE49-F238E27FC236}">
                <a16:creationId xmlns:a16="http://schemas.microsoft.com/office/drawing/2014/main" id="{027CAEDE-D92D-4745-8749-71019415A79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572000" cy="6858000"/>
          </a:xfrm>
          <a:prstGeom prst="rect">
            <a:avLst/>
          </a:prstGeom>
          <a:solidFill>
            <a:schemeClr val="tx2">
              <a:lumMod val="90000"/>
              <a:lumOff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venir Next LT Pro"/>
              <a:ea typeface="+mn-ea"/>
              <a:cs typeface="+mn-cs"/>
            </a:endParaRPr>
          </a:p>
        </p:txBody>
      </p:sp>
      <p:sp>
        <p:nvSpPr>
          <p:cNvPr id="80" name="Rectangle 79">
            <a:extLst>
              <a:ext uri="{FF2B5EF4-FFF2-40B4-BE49-F238E27FC236}">
                <a16:creationId xmlns:a16="http://schemas.microsoft.com/office/drawing/2014/main" id="{00C96CB6-3880-40E6-A4BF-F64E7D1E429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572000" cy="6858000"/>
          </a:xfrm>
          <a:prstGeom prst="rect">
            <a:avLst/>
          </a:prstGeom>
          <a:blipFill dpi="0" rotWithShape="1">
            <a:blip r:embed="rId2">
              <a:alphaModFix amt="20000"/>
              <a:duotone>
                <a:schemeClr val="accent1">
                  <a:shade val="45000"/>
                  <a:satMod val="135000"/>
                </a:schemeClr>
                <a:prstClr val="white"/>
              </a:duotone>
            </a:blip>
            <a:srcRect/>
            <a:tile tx="889000" ty="0" sx="100000" sy="100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venir Next LT Pro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FC3A1FC-2952-9A27-C2AB-8BFB59DFF8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1" y="559813"/>
            <a:ext cx="2819399" cy="5577934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altLang="x-none" sz="3700"/>
              <a:t>Objectives</a:t>
            </a:r>
            <a:endParaRPr lang="en-US" sz="3700"/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145ECF46-0622-F3E6-6893-F9FDD0B9C51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39870605"/>
              </p:ext>
            </p:extLst>
          </p:nvPr>
        </p:nvGraphicFramePr>
        <p:xfrm>
          <a:off x="4807223" y="457200"/>
          <a:ext cx="7003777" cy="58436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11914962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8" name="Rectangle 27">
            <a:extLst>
              <a:ext uri="{FF2B5EF4-FFF2-40B4-BE49-F238E27FC236}">
                <a16:creationId xmlns:a16="http://schemas.microsoft.com/office/drawing/2014/main" id="{43A9B7B3-F171-4C25-99FC-C54250F064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lumMod val="65000"/>
                  <a:lumOff val="35000"/>
                </a:srgbClr>
              </a:solidFill>
              <a:effectLst/>
              <a:uLnTx/>
              <a:uFillTx/>
              <a:latin typeface="AvenirNext LT Pro Medium" panose="020B0504020202020204" pitchFamily="34" charset="0"/>
              <a:ea typeface="+mn-ea"/>
              <a:cs typeface="+mn-cs"/>
            </a:endParaRP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D2D5C7C5-9C27-4A61-9F57-1857D45320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solidFill>
            <a:schemeClr val="bg2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>
                  <a:lumMod val="65000"/>
                  <a:lumOff val="35000"/>
                </a:srgbClr>
              </a:solidFill>
              <a:effectLst/>
              <a:uLnTx/>
              <a:uFillTx/>
              <a:latin typeface="AvenirNext LT Pro Medium" panose="020B0504020202020204" pitchFamily="34" charset="0"/>
              <a:ea typeface="+mn-ea"/>
              <a:cs typeface="+mn-cs"/>
            </a:endParaRP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84B9546E-20BE-462C-8BE8-4EBDB46F86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2225674"/>
          </a:xfrm>
          <a:prstGeom prst="rect">
            <a:avLst/>
          </a:prstGeom>
          <a:solidFill>
            <a:schemeClr val="tx2">
              <a:lumMod val="90000"/>
              <a:lumOff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venir Next LT Pro"/>
              <a:ea typeface="+mn-ea"/>
              <a:cs typeface="+mn-cs"/>
            </a:endParaRP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DFE5D2E8-C366-48AC-97AE-18C67E4EF9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" y="0"/>
            <a:ext cx="12188952" cy="2225674"/>
          </a:xfrm>
          <a:prstGeom prst="rect">
            <a:avLst/>
          </a:prstGeom>
          <a:blipFill dpi="0" rotWithShape="1">
            <a:blip r:embed="rId2">
              <a:alphaModFix amt="24000"/>
              <a:duotone>
                <a:schemeClr val="accent1">
                  <a:shade val="45000"/>
                  <a:satMod val="135000"/>
                </a:schemeClr>
                <a:prstClr val="white"/>
              </a:duotone>
            </a:blip>
            <a:srcRect/>
            <a:tile tx="889000" ty="0" sx="100000" sy="100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venir Next LT Pro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FC3A1FC-2952-9A27-C2AB-8BFB59DFF8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98182" y="381000"/>
            <a:ext cx="10003218" cy="1600124"/>
          </a:xfrm>
        </p:spPr>
        <p:txBody>
          <a:bodyPr>
            <a:normAutofit/>
          </a:bodyPr>
          <a:lstStyle/>
          <a:p>
            <a:r>
              <a:rPr lang="en-US" dirty="0">
                <a:ea typeface="ＭＳ Ｐゴシック" panose="020B0600070205080204" pitchFamily="34" charset="-128"/>
              </a:rPr>
              <a:t>What is Performance?</a:t>
            </a:r>
            <a:endParaRPr lang="x-none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7369E26-8F07-424A-0E67-53B4EFCDEF96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185863" y="2105025"/>
            <a:ext cx="8796337" cy="4192588"/>
          </a:xfrm>
        </p:spPr>
        <p:txBody>
          <a:bodyPr anchor="ctr">
            <a:noAutofit/>
          </a:bodyPr>
          <a:lstStyle/>
          <a:p>
            <a:pPr marL="0" lvl="0" indent="0" algn="ctr">
              <a:buNone/>
            </a:pPr>
            <a:r>
              <a:rPr lang="en-US" altLang="x-none" dirty="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“</a:t>
            </a:r>
            <a:r>
              <a:rPr lang="en-US" dirty="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Computation performance is a measure of how well a computer system can execute a given set of instructions. It can be measured in terms of execution time, overhead, speedup, and cost among others.</a:t>
            </a:r>
            <a:endParaRPr lang="en-US" altLang="x-none" dirty="0">
              <a:solidFill>
                <a:schemeClr val="tx1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7017977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9" name="Rectangle 38">
            <a:extLst>
              <a:ext uri="{FF2B5EF4-FFF2-40B4-BE49-F238E27FC236}">
                <a16:creationId xmlns:a16="http://schemas.microsoft.com/office/drawing/2014/main" id="{8651CFA9-6065-4243-AC48-858E359780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37962AE0-6A1C-4B76-9D52-10E5E6D7D3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bg2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pic>
        <p:nvPicPr>
          <p:cNvPr id="43" name="Picture 42">
            <a:extLst>
              <a:ext uri="{FF2B5EF4-FFF2-40B4-BE49-F238E27FC236}">
                <a16:creationId xmlns:a16="http://schemas.microsoft.com/office/drawing/2014/main" id="{A72D06A1-BA08-4820-BBC8-B24DDB32A3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7018" r="40625"/>
          <a:stretch/>
        </p:blipFill>
        <p:spPr>
          <a:xfrm>
            <a:off x="10744200" y="0"/>
            <a:ext cx="1447800" cy="153575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FC3A1FC-2952-9A27-C2AB-8BFB59DFF8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3601" y="314357"/>
            <a:ext cx="9669598" cy="907036"/>
          </a:xfrm>
        </p:spPr>
        <p:txBody>
          <a:bodyPr anchor="t">
            <a:normAutofit/>
          </a:bodyPr>
          <a:lstStyle/>
          <a:p>
            <a:pPr algn="ctr"/>
            <a:r>
              <a:rPr lang="en-US" dirty="0">
                <a:solidFill>
                  <a:schemeClr val="tx2"/>
                </a:solidFill>
                <a:ea typeface="ＭＳ Ｐゴシック" panose="020B0600070205080204" pitchFamily="34" charset="-128"/>
              </a:rPr>
              <a:t>Analytical Modeling - Basics</a:t>
            </a:r>
            <a:r>
              <a:rPr lang="en-US" dirty="0"/>
              <a:t> </a:t>
            </a:r>
            <a:endParaRPr lang="x-none" dirty="0">
              <a:solidFill>
                <a:schemeClr val="tx2"/>
              </a:solidFill>
            </a:endParaRPr>
          </a:p>
        </p:txBody>
      </p:sp>
      <p:pic>
        <p:nvPicPr>
          <p:cNvPr id="45" name="Picture 44">
            <a:extLst>
              <a:ext uri="{FF2B5EF4-FFF2-40B4-BE49-F238E27FC236}">
                <a16:creationId xmlns:a16="http://schemas.microsoft.com/office/drawing/2014/main" id="{1295E665-0408-4072-94B3-49BA5ACBCBD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6048"/>
          <a:stretch/>
        </p:blipFill>
        <p:spPr>
          <a:xfrm rot="10800000">
            <a:off x="0" y="2719662"/>
            <a:ext cx="1371600" cy="2548349"/>
          </a:xfrm>
          <a:prstGeom prst="rect">
            <a:avLst/>
          </a:prstGeom>
        </p:spPr>
      </p:pic>
      <p:graphicFrame>
        <p:nvGraphicFramePr>
          <p:cNvPr id="3" name="Content Placeholder 2">
            <a:extLst>
              <a:ext uri="{FF2B5EF4-FFF2-40B4-BE49-F238E27FC236}">
                <a16:creationId xmlns:a16="http://schemas.microsoft.com/office/drawing/2014/main" id="{494F96D5-C6F5-A4EC-3801-1C9E27807DF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122156658"/>
              </p:ext>
            </p:extLst>
          </p:nvPr>
        </p:nvGraphicFramePr>
        <p:xfrm>
          <a:off x="964809" y="1535750"/>
          <a:ext cx="9529689" cy="48142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  <p:extLst>
      <p:ext uri="{BB962C8B-B14F-4D97-AF65-F5344CB8AC3E}">
        <p14:creationId xmlns:p14="http://schemas.microsoft.com/office/powerpoint/2010/main" val="32074599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170A8F72-A6D5-42E4-9054-9C0CDA50F558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graphicEl>
                                              <a:dgm id="{170A8F72-A6D5-42E4-9054-9C0CDA50F558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graphicEl>
                                              <a:dgm id="{170A8F72-A6D5-42E4-9054-9C0CDA50F558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8FCF39A3-3026-452C-BF79-E3E835A13F4C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graphicEl>
                                              <a:dgm id="{8FCF39A3-3026-452C-BF79-E3E835A13F4C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graphicEl>
                                              <a:dgm id="{8FCF39A3-3026-452C-BF79-E3E835A13F4C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4B476F36-8D56-45A3-B896-37EE7469962A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graphicEl>
                                              <a:dgm id="{4B476F36-8D56-45A3-B896-37EE7469962A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graphicEl>
                                              <a:dgm id="{4B476F36-8D56-45A3-B896-37EE7469962A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3" grpId="0">
        <p:bldSub>
          <a:bldDgm bld="one"/>
        </p:bldSub>
      </p:bldGraphic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9" name="Rectangle 38">
            <a:extLst>
              <a:ext uri="{FF2B5EF4-FFF2-40B4-BE49-F238E27FC236}">
                <a16:creationId xmlns:a16="http://schemas.microsoft.com/office/drawing/2014/main" id="{8651CFA9-6065-4243-AC48-858E359780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37962AE0-6A1C-4B76-9D52-10E5E6D7D3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bg2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pic>
        <p:nvPicPr>
          <p:cNvPr id="43" name="Picture 42">
            <a:extLst>
              <a:ext uri="{FF2B5EF4-FFF2-40B4-BE49-F238E27FC236}">
                <a16:creationId xmlns:a16="http://schemas.microsoft.com/office/drawing/2014/main" id="{A72D06A1-BA08-4820-BBC8-B24DDB32A3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7018" r="40625"/>
          <a:stretch/>
        </p:blipFill>
        <p:spPr>
          <a:xfrm>
            <a:off x="10744200" y="0"/>
            <a:ext cx="1447800" cy="153575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FC3A1FC-2952-9A27-C2AB-8BFB59DFF8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3601" y="314357"/>
            <a:ext cx="9669598" cy="907036"/>
          </a:xfrm>
        </p:spPr>
        <p:txBody>
          <a:bodyPr anchor="t">
            <a:normAutofit/>
          </a:bodyPr>
          <a:lstStyle/>
          <a:p>
            <a:pPr algn="ctr"/>
            <a:r>
              <a:rPr lang="en-US" dirty="0">
                <a:solidFill>
                  <a:schemeClr val="tx2"/>
                </a:solidFill>
                <a:ea typeface="ＭＳ Ｐゴシック" panose="020B0600070205080204" pitchFamily="34" charset="-128"/>
              </a:rPr>
              <a:t>Analytical Modeling - Basics</a:t>
            </a:r>
            <a:r>
              <a:rPr lang="en-US" dirty="0"/>
              <a:t> </a:t>
            </a:r>
            <a:endParaRPr lang="x-none" dirty="0">
              <a:solidFill>
                <a:schemeClr val="tx2"/>
              </a:solidFill>
            </a:endParaRPr>
          </a:p>
        </p:txBody>
      </p:sp>
      <p:pic>
        <p:nvPicPr>
          <p:cNvPr id="45" name="Picture 44">
            <a:extLst>
              <a:ext uri="{FF2B5EF4-FFF2-40B4-BE49-F238E27FC236}">
                <a16:creationId xmlns:a16="http://schemas.microsoft.com/office/drawing/2014/main" id="{1295E665-0408-4072-94B3-49BA5ACBCBD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6048"/>
          <a:stretch/>
        </p:blipFill>
        <p:spPr>
          <a:xfrm rot="10800000">
            <a:off x="0" y="2719662"/>
            <a:ext cx="1371600" cy="2548349"/>
          </a:xfrm>
          <a:prstGeom prst="rect">
            <a:avLst/>
          </a:prstGeom>
        </p:spPr>
      </p:pic>
      <p:graphicFrame>
        <p:nvGraphicFramePr>
          <p:cNvPr id="3" name="Content Placeholder 2">
            <a:extLst>
              <a:ext uri="{FF2B5EF4-FFF2-40B4-BE49-F238E27FC236}">
                <a16:creationId xmlns:a16="http://schemas.microsoft.com/office/drawing/2014/main" id="{494F96D5-C6F5-A4EC-3801-1C9E27807DF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044742674"/>
              </p:ext>
            </p:extLst>
          </p:nvPr>
        </p:nvGraphicFramePr>
        <p:xfrm>
          <a:off x="964809" y="1535750"/>
          <a:ext cx="9529689" cy="48142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  <p:extLst>
      <p:ext uri="{BB962C8B-B14F-4D97-AF65-F5344CB8AC3E}">
        <p14:creationId xmlns:p14="http://schemas.microsoft.com/office/powerpoint/2010/main" val="39995152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77FFFAF0-02A3-4A5F-AEB3-B0DA389158A8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graphicEl>
                                              <a:dgm id="{77FFFAF0-02A3-4A5F-AEB3-B0DA389158A8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graphicEl>
                                              <a:dgm id="{77FFFAF0-02A3-4A5F-AEB3-B0DA389158A8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A9835A19-555A-4CCB-99A5-5D2DBB9E0C79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graphicEl>
                                              <a:dgm id="{A9835A19-555A-4CCB-99A5-5D2DBB9E0C79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graphicEl>
                                              <a:dgm id="{A9835A19-555A-4CCB-99A5-5D2DBB9E0C79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481F5D51-6515-45BC-8E93-C8405E9FD1A3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graphicEl>
                                              <a:dgm id="{481F5D51-6515-45BC-8E93-C8405E9FD1A3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graphicEl>
                                              <a:dgm id="{481F5D51-6515-45BC-8E93-C8405E9FD1A3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3" grpId="0">
        <p:bldSub>
          <a:bldDgm bld="one"/>
        </p:bldSub>
      </p:bldGraphic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8" name="Rectangle 39">
            <a:extLst>
              <a:ext uri="{FF2B5EF4-FFF2-40B4-BE49-F238E27FC236}">
                <a16:creationId xmlns:a16="http://schemas.microsoft.com/office/drawing/2014/main" id="{8651CFA9-6065-4243-AC48-858E359780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sp>
        <p:nvSpPr>
          <p:cNvPr id="49" name="Rectangle 41">
            <a:extLst>
              <a:ext uri="{FF2B5EF4-FFF2-40B4-BE49-F238E27FC236}">
                <a16:creationId xmlns:a16="http://schemas.microsoft.com/office/drawing/2014/main" id="{37962AE0-6A1C-4B76-9D52-10E5E6D7D3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bg2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sp>
        <p:nvSpPr>
          <p:cNvPr id="50" name="Rectangle 43">
            <a:extLst>
              <a:ext uri="{FF2B5EF4-FFF2-40B4-BE49-F238E27FC236}">
                <a16:creationId xmlns:a16="http://schemas.microsoft.com/office/drawing/2014/main" id="{027CAEDE-D92D-4745-8749-71019415A79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572000" cy="6858000"/>
          </a:xfrm>
          <a:prstGeom prst="rect">
            <a:avLst/>
          </a:prstGeom>
          <a:solidFill>
            <a:schemeClr val="tx2">
              <a:lumMod val="90000"/>
              <a:lumOff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1" name="Rectangle 45">
            <a:extLst>
              <a:ext uri="{FF2B5EF4-FFF2-40B4-BE49-F238E27FC236}">
                <a16:creationId xmlns:a16="http://schemas.microsoft.com/office/drawing/2014/main" id="{00C96CB6-3880-40E6-A4BF-F64E7D1E429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572000" cy="6858000"/>
          </a:xfrm>
          <a:prstGeom prst="rect">
            <a:avLst/>
          </a:prstGeom>
          <a:blipFill dpi="0" rotWithShape="1">
            <a:blip r:embed="rId2">
              <a:alphaModFix amt="20000"/>
              <a:duotone>
                <a:schemeClr val="accent1">
                  <a:shade val="45000"/>
                  <a:satMod val="135000"/>
                </a:schemeClr>
                <a:prstClr val="white"/>
              </a:duotone>
            </a:blip>
            <a:srcRect/>
            <a:tile tx="889000" ty="0" sx="100000" sy="100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FC3A1FC-2952-9A27-C2AB-8BFB59DFF8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7701" y="559813"/>
            <a:ext cx="3416300" cy="5577934"/>
          </a:xfrm>
        </p:spPr>
        <p:txBody>
          <a:bodyPr>
            <a:normAutofit/>
          </a:bodyPr>
          <a:lstStyle/>
          <a:p>
            <a:pPr lvl="0"/>
            <a:r>
              <a:rPr lang="en-US" sz="4000" dirty="0"/>
              <a:t>A number of performance measures are intuitive</a:t>
            </a:r>
            <a:br>
              <a:rPr lang="x-none" sz="4000"/>
            </a:br>
            <a:br>
              <a:rPr lang="en-US" sz="4000" b="0" dirty="0"/>
            </a:br>
            <a:br>
              <a:rPr lang="en-US" altLang="x-none" sz="4100" dirty="0">
                <a:ea typeface="ＭＳ Ｐゴシック" panose="020B0600070205080204" pitchFamily="34" charset="-128"/>
              </a:rPr>
            </a:br>
            <a:endParaRPr lang="x-none" sz="4100" dirty="0"/>
          </a:p>
        </p:txBody>
      </p:sp>
      <p:graphicFrame>
        <p:nvGraphicFramePr>
          <p:cNvPr id="52" name="Rectangle 3">
            <a:extLst>
              <a:ext uri="{FF2B5EF4-FFF2-40B4-BE49-F238E27FC236}">
                <a16:creationId xmlns:a16="http://schemas.microsoft.com/office/drawing/2014/main" id="{B323BA6C-4FF4-174A-0C65-FBEC9985BE4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504211318"/>
              </p:ext>
            </p:extLst>
          </p:nvPr>
        </p:nvGraphicFramePr>
        <p:xfrm>
          <a:off x="4807223" y="457200"/>
          <a:ext cx="7003777" cy="58436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3937488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>
                                            <p:graphicEl>
                                              <a:dgm id="{91A80EC5-5433-486D-A2A1-39BF10E8DFEC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2">
                                            <p:graphicEl>
                                              <a:dgm id="{91A80EC5-5433-486D-A2A1-39BF10E8DFEC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2">
                                            <p:graphicEl>
                                              <a:dgm id="{91A80EC5-5433-486D-A2A1-39BF10E8DFEC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>
                                            <p:graphicEl>
                                              <a:dgm id="{B037029F-467A-4175-ACCD-5BB0BAD5F108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2">
                                            <p:graphicEl>
                                              <a:dgm id="{B037029F-467A-4175-ACCD-5BB0BAD5F108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2">
                                            <p:graphicEl>
                                              <a:dgm id="{B037029F-467A-4175-ACCD-5BB0BAD5F108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>
                                            <p:graphicEl>
                                              <a:dgm id="{10360388-DC28-4255-9125-BC82C60B9129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2">
                                            <p:graphicEl>
                                              <a:dgm id="{10360388-DC28-4255-9125-BC82C60B9129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52">
                                            <p:graphicEl>
                                              <a:dgm id="{10360388-DC28-4255-9125-BC82C60B9129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52" grpId="0">
        <p:bldSub>
          <a:bldDgm bld="one"/>
        </p:bldSub>
      </p:bldGraphic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0BABF38A-8A0D-492E-BD20-6CF4D46B50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2000" cy="6858004"/>
          </a:xfrm>
          <a:prstGeom prst="rect">
            <a:avLst/>
          </a:prstGeom>
          <a:solidFill>
            <a:schemeClr val="tx2">
              <a:lumMod val="90000"/>
              <a:lumOff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lumMod val="65000"/>
                  <a:lumOff val="35000"/>
                </a:srgbClr>
              </a:solidFill>
              <a:effectLst/>
              <a:uLnTx/>
              <a:uFillTx/>
              <a:latin typeface="AvenirNext LT Pro Medium" panose="020B0504020202020204" pitchFamily="34" charset="0"/>
              <a:ea typeface="+mn-ea"/>
              <a:cs typeface="+mn-cs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1CB7E8AE-A3AC-4BB7-A5C6-F00EC697B26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"/>
            <a:ext cx="12192000" cy="1392401"/>
          </a:xfrm>
          <a:prstGeom prst="rect">
            <a:avLst/>
          </a:prstGeom>
        </p:spPr>
      </p:pic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4AB8125F-0FD8-48CD-9F43-73E5494EA7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>
                  <a:lumMod val="65000"/>
                  <a:lumOff val="35000"/>
                </a:srgbClr>
              </a:solidFill>
              <a:effectLst/>
              <a:uLnTx/>
              <a:uFillTx/>
              <a:latin typeface="AvenirNext LT Pro Medium" panose="020B0504020202020204" pitchFamily="34" charset="0"/>
              <a:ea typeface="+mn-ea"/>
              <a:cs typeface="+mn-cs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019DD6C-5899-4C07-864B-EB0A7D104A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solidFill>
            <a:schemeClr val="bg2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>
                  <a:lumMod val="65000"/>
                  <a:lumOff val="35000"/>
                </a:srgbClr>
              </a:solidFill>
              <a:effectLst/>
              <a:uLnTx/>
              <a:uFillTx/>
              <a:latin typeface="AvenirNext LT Pro Medium" panose="020B0504020202020204" pitchFamily="34" charset="0"/>
              <a:ea typeface="+mn-ea"/>
              <a:cs typeface="+mn-cs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4D19B4B-DD16-5DF2-E34B-4765F6BA2C48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9052" r="15486" b="-2"/>
          <a:stretch/>
        </p:blipFill>
        <p:spPr>
          <a:xfrm>
            <a:off x="3048" y="10"/>
            <a:ext cx="6195372" cy="4618233"/>
          </a:xfrm>
          <a:prstGeom prst="rect">
            <a:avLst/>
          </a:prstGeom>
        </p:spPr>
      </p:pic>
      <p:sp>
        <p:nvSpPr>
          <p:cNvPr id="17" name="Rectangle 16">
            <a:extLst>
              <a:ext uri="{FF2B5EF4-FFF2-40B4-BE49-F238E27FC236}">
                <a16:creationId xmlns:a16="http://schemas.microsoft.com/office/drawing/2014/main" id="{EBDFFBC1-15BD-428E-B8AF-ECF5D1B76DE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4602877"/>
            <a:ext cx="12192000" cy="2267339"/>
          </a:xfrm>
          <a:prstGeom prst="rect">
            <a:avLst/>
          </a:prstGeom>
          <a:solidFill>
            <a:schemeClr val="tx2">
              <a:lumMod val="90000"/>
              <a:lumOff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lumMod val="65000"/>
                  <a:lumOff val="35000"/>
                </a:srgbClr>
              </a:solidFill>
              <a:effectLst/>
              <a:uLnTx/>
              <a:uFillTx/>
              <a:latin typeface="AvenirNext LT Pro Medium" panose="020B0504020202020204" pitchFamily="34" charset="0"/>
              <a:ea typeface="+mn-ea"/>
              <a:cs typeface="+mn-cs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EBFB3075-0323-4EB0-B1A5-776A0E709C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3055" y="4596020"/>
            <a:ext cx="12191999" cy="2274195"/>
          </a:xfrm>
          <a:prstGeom prst="rect">
            <a:avLst/>
          </a:prstGeom>
          <a:blipFill dpi="0" rotWithShape="1">
            <a:blip r:embed="rId4">
              <a:alphaModFix amt="20000"/>
              <a:duotone>
                <a:schemeClr val="accent1">
                  <a:shade val="45000"/>
                  <a:satMod val="135000"/>
                </a:schemeClr>
                <a:prstClr val="white"/>
              </a:duotone>
            </a:blip>
            <a:srcRect/>
            <a:tile tx="889000" ty="0" sx="100000" sy="100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venir Next LT Pro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EF2AEC3-B371-83A9-2DBA-0BB3061611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38200" y="4876800"/>
            <a:ext cx="10003218" cy="121920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>
              <a:lnSpc>
                <a:spcPct val="90000"/>
              </a:lnSpc>
            </a:pPr>
            <a:r>
              <a:rPr lang="en-US" altLang="x-none" sz="4100"/>
              <a:t>CS621 Parallel and Distributed Computing</a:t>
            </a:r>
            <a:endParaRPr lang="en-US" sz="410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357D0A4-286C-034D-8B8B-FADC6513AC0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553200" y="369204"/>
            <a:ext cx="4800600" cy="3935986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2800" b="1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Sources of Overhead in Parallel Programs </a:t>
            </a:r>
          </a:p>
        </p:txBody>
      </p:sp>
    </p:spTree>
    <p:extLst>
      <p:ext uri="{BB962C8B-B14F-4D97-AF65-F5344CB8AC3E}">
        <p14:creationId xmlns:p14="http://schemas.microsoft.com/office/powerpoint/2010/main" val="197890754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4" name="Rectangle 73">
            <a:extLst>
              <a:ext uri="{FF2B5EF4-FFF2-40B4-BE49-F238E27FC236}">
                <a16:creationId xmlns:a16="http://schemas.microsoft.com/office/drawing/2014/main" id="{8651CFA9-6065-4243-AC48-858E359780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>
                  <a:lumMod val="65000"/>
                  <a:lumOff val="35000"/>
                </a:srgbClr>
              </a:solidFill>
              <a:effectLst/>
              <a:uLnTx/>
              <a:uFillTx/>
              <a:latin typeface="AvenirNext LT Pro Medium" panose="020B0504020202020204" pitchFamily="34" charset="0"/>
              <a:ea typeface="+mn-ea"/>
              <a:cs typeface="+mn-cs"/>
            </a:endParaRPr>
          </a:p>
        </p:txBody>
      </p:sp>
      <p:sp>
        <p:nvSpPr>
          <p:cNvPr id="76" name="Rectangle 75">
            <a:extLst>
              <a:ext uri="{FF2B5EF4-FFF2-40B4-BE49-F238E27FC236}">
                <a16:creationId xmlns:a16="http://schemas.microsoft.com/office/drawing/2014/main" id="{37962AE0-6A1C-4B76-9D52-10E5E6D7D3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bg2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>
                  <a:lumMod val="65000"/>
                  <a:lumOff val="35000"/>
                </a:srgbClr>
              </a:solidFill>
              <a:effectLst/>
              <a:uLnTx/>
              <a:uFillTx/>
              <a:latin typeface="AvenirNext LT Pro Medium" panose="020B0504020202020204" pitchFamily="34" charset="0"/>
              <a:ea typeface="+mn-ea"/>
              <a:cs typeface="+mn-cs"/>
            </a:endParaRPr>
          </a:p>
        </p:txBody>
      </p:sp>
      <p:sp>
        <p:nvSpPr>
          <p:cNvPr id="78" name="Rectangle 77">
            <a:extLst>
              <a:ext uri="{FF2B5EF4-FFF2-40B4-BE49-F238E27FC236}">
                <a16:creationId xmlns:a16="http://schemas.microsoft.com/office/drawing/2014/main" id="{027CAEDE-D92D-4745-8749-71019415A79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572000" cy="6858000"/>
          </a:xfrm>
          <a:prstGeom prst="rect">
            <a:avLst/>
          </a:prstGeom>
          <a:solidFill>
            <a:schemeClr val="tx2">
              <a:lumMod val="90000"/>
              <a:lumOff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venir Next LT Pro"/>
              <a:ea typeface="+mn-ea"/>
              <a:cs typeface="+mn-cs"/>
            </a:endParaRPr>
          </a:p>
        </p:txBody>
      </p:sp>
      <p:sp>
        <p:nvSpPr>
          <p:cNvPr id="80" name="Rectangle 79">
            <a:extLst>
              <a:ext uri="{FF2B5EF4-FFF2-40B4-BE49-F238E27FC236}">
                <a16:creationId xmlns:a16="http://schemas.microsoft.com/office/drawing/2014/main" id="{00C96CB6-3880-40E6-A4BF-F64E7D1E429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572000" cy="6858000"/>
          </a:xfrm>
          <a:prstGeom prst="rect">
            <a:avLst/>
          </a:prstGeom>
          <a:blipFill dpi="0" rotWithShape="1">
            <a:blip r:embed="rId2">
              <a:alphaModFix amt="20000"/>
              <a:duotone>
                <a:schemeClr val="accent1">
                  <a:shade val="45000"/>
                  <a:satMod val="135000"/>
                </a:schemeClr>
                <a:prstClr val="white"/>
              </a:duotone>
            </a:blip>
            <a:srcRect/>
            <a:tile tx="889000" ty="0" sx="100000" sy="100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venir Next LT Pro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FC3A1FC-2952-9A27-C2AB-8BFB59DFF8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1" y="559813"/>
            <a:ext cx="2819399" cy="5577934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altLang="x-none" sz="3700"/>
              <a:t>Objectives</a:t>
            </a:r>
            <a:endParaRPr lang="en-US" sz="3700"/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145ECF46-0622-F3E6-6893-F9FDD0B9C51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931297329"/>
              </p:ext>
            </p:extLst>
          </p:nvPr>
        </p:nvGraphicFramePr>
        <p:xfrm>
          <a:off x="4807223" y="457200"/>
          <a:ext cx="7003777" cy="58436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75801650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9" name="Rectangle 38">
            <a:extLst>
              <a:ext uri="{FF2B5EF4-FFF2-40B4-BE49-F238E27FC236}">
                <a16:creationId xmlns:a16="http://schemas.microsoft.com/office/drawing/2014/main" id="{8651CFA9-6065-4243-AC48-858E359780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37962AE0-6A1C-4B76-9D52-10E5E6D7D3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bg2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pic>
        <p:nvPicPr>
          <p:cNvPr id="43" name="Picture 42">
            <a:extLst>
              <a:ext uri="{FF2B5EF4-FFF2-40B4-BE49-F238E27FC236}">
                <a16:creationId xmlns:a16="http://schemas.microsoft.com/office/drawing/2014/main" id="{A72D06A1-BA08-4820-BBC8-B24DDB32A3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7018" r="40625"/>
          <a:stretch/>
        </p:blipFill>
        <p:spPr>
          <a:xfrm>
            <a:off x="10744200" y="0"/>
            <a:ext cx="1447800" cy="153575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FC3A1FC-2952-9A27-C2AB-8BFB59DFF8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0101" y="123857"/>
            <a:ext cx="9669598" cy="907036"/>
          </a:xfrm>
        </p:spPr>
        <p:txBody>
          <a:bodyPr anchor="t">
            <a:normAutofit fontScale="90000"/>
          </a:bodyPr>
          <a:lstStyle/>
          <a:p>
            <a:pPr algn="ctr"/>
            <a:r>
              <a:rPr lang="en-US" dirty="0">
                <a:solidFill>
                  <a:schemeClr val="tx2"/>
                </a:solidFill>
                <a:ea typeface="ＭＳ Ｐゴシック" panose="020B0600070205080204" pitchFamily="34" charset="-128"/>
              </a:rPr>
              <a:t>Sources of Overhead in Parallel Programs </a:t>
            </a:r>
            <a:r>
              <a:rPr lang="en-US" dirty="0"/>
              <a:t> </a:t>
            </a:r>
            <a:endParaRPr lang="x-none" dirty="0">
              <a:solidFill>
                <a:schemeClr val="tx2"/>
              </a:solidFill>
            </a:endParaRPr>
          </a:p>
        </p:txBody>
      </p:sp>
      <p:pic>
        <p:nvPicPr>
          <p:cNvPr id="45" name="Picture 44">
            <a:extLst>
              <a:ext uri="{FF2B5EF4-FFF2-40B4-BE49-F238E27FC236}">
                <a16:creationId xmlns:a16="http://schemas.microsoft.com/office/drawing/2014/main" id="{1295E665-0408-4072-94B3-49BA5ACBCBD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6048"/>
          <a:stretch/>
        </p:blipFill>
        <p:spPr>
          <a:xfrm rot="10800000">
            <a:off x="0" y="2719662"/>
            <a:ext cx="1371600" cy="2548349"/>
          </a:xfrm>
          <a:prstGeom prst="rect">
            <a:avLst/>
          </a:prstGeom>
        </p:spPr>
      </p:pic>
      <p:graphicFrame>
        <p:nvGraphicFramePr>
          <p:cNvPr id="3" name="Content Placeholder 2">
            <a:extLst>
              <a:ext uri="{FF2B5EF4-FFF2-40B4-BE49-F238E27FC236}">
                <a16:creationId xmlns:a16="http://schemas.microsoft.com/office/drawing/2014/main" id="{494F96D5-C6F5-A4EC-3801-1C9E27807DF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320778012"/>
              </p:ext>
            </p:extLst>
          </p:nvPr>
        </p:nvGraphicFramePr>
        <p:xfrm>
          <a:off x="964809" y="1535750"/>
          <a:ext cx="9529689" cy="48142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  <p:extLst>
      <p:ext uri="{BB962C8B-B14F-4D97-AF65-F5344CB8AC3E}">
        <p14:creationId xmlns:p14="http://schemas.microsoft.com/office/powerpoint/2010/main" val="38658478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77FFFAF0-02A3-4A5F-AEB3-B0DA389158A8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graphicEl>
                                              <a:dgm id="{77FFFAF0-02A3-4A5F-AEB3-B0DA389158A8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graphicEl>
                                              <a:dgm id="{77FFFAF0-02A3-4A5F-AEB3-B0DA389158A8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C9B6DFAE-A343-4267-BBF8-7F4B9C4449A6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graphicEl>
                                              <a:dgm id="{C9B6DFAE-A343-4267-BBF8-7F4B9C4449A6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graphicEl>
                                              <a:dgm id="{C9B6DFAE-A343-4267-BBF8-7F4B9C4449A6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3" grpId="0">
        <p:bldSub>
          <a:bldDgm bld="one"/>
        </p:bldSub>
      </p:bldGraphic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66" name="Rectangle 65">
            <a:extLst>
              <a:ext uri="{FF2B5EF4-FFF2-40B4-BE49-F238E27FC236}">
                <a16:creationId xmlns:a16="http://schemas.microsoft.com/office/drawing/2014/main" id="{4AB8125F-0FD8-48CD-9F43-73E5494EA7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0019DD6C-5899-4C07-864B-EB0A7D104A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solidFill>
            <a:schemeClr val="bg2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sp>
        <p:nvSpPr>
          <p:cNvPr id="70" name="Rectangle 69">
            <a:extLst>
              <a:ext uri="{FF2B5EF4-FFF2-40B4-BE49-F238E27FC236}">
                <a16:creationId xmlns:a16="http://schemas.microsoft.com/office/drawing/2014/main" id="{EBDFFBC1-15BD-428E-B8AF-ECF5D1B76DE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51"/>
            <a:ext cx="12192000" cy="2217680"/>
          </a:xfrm>
          <a:prstGeom prst="rect">
            <a:avLst/>
          </a:prstGeom>
          <a:solidFill>
            <a:schemeClr val="tx2">
              <a:lumMod val="90000"/>
              <a:lumOff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sp>
        <p:nvSpPr>
          <p:cNvPr id="72" name="Rectangle 71">
            <a:extLst>
              <a:ext uri="{FF2B5EF4-FFF2-40B4-BE49-F238E27FC236}">
                <a16:creationId xmlns:a16="http://schemas.microsoft.com/office/drawing/2014/main" id="{EBFB3075-0323-4EB0-B1A5-776A0E709C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0" y="-1"/>
            <a:ext cx="12191999" cy="2224386"/>
          </a:xfrm>
          <a:prstGeom prst="rect">
            <a:avLst/>
          </a:prstGeom>
          <a:blipFill dpi="0" rotWithShape="1">
            <a:blip r:embed="rId3">
              <a:alphaModFix amt="20000"/>
              <a:duotone>
                <a:schemeClr val="accent1">
                  <a:shade val="45000"/>
                  <a:satMod val="135000"/>
                </a:schemeClr>
                <a:prstClr val="white"/>
              </a:duotone>
            </a:blip>
            <a:srcRect/>
            <a:tile tx="889000" ty="0" sx="100000" sy="100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FC3A1FC-2952-9A27-C2AB-8BFB59DFF8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81000"/>
            <a:ext cx="10003218" cy="1600124"/>
          </a:xfrm>
        </p:spPr>
        <p:txBody>
          <a:bodyPr>
            <a:normAutofit/>
          </a:bodyPr>
          <a:lstStyle/>
          <a:p>
            <a:pPr algn="ctr"/>
            <a:r>
              <a:rPr lang="en-US" dirty="0"/>
              <a:t>Sources of Overhead in Parallel Programs </a:t>
            </a:r>
            <a:endParaRPr lang="x-none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7369E26-8F07-424A-0E67-53B4EFCDEF96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801860" y="2616591"/>
            <a:ext cx="4867420" cy="3681595"/>
          </a:xfrm>
        </p:spPr>
        <p:txBody>
          <a:bodyPr anchor="ctr">
            <a:normAutofit lnSpcReduction="10000"/>
          </a:bodyPr>
          <a:lstStyle/>
          <a:p>
            <a:endParaRPr lang="en-US" sz="20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2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execution profile of a hypothetical parallel program executing on eight processing elements. </a:t>
            </a:r>
          </a:p>
          <a:p>
            <a:r>
              <a:rPr lang="en-US" sz="2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Profile indicates times spent performing computation (both essential and excess), communication, and idling. </a:t>
            </a:r>
            <a:endParaRPr lang="en-US" altLang="x-none" sz="24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15063" y="2730500"/>
            <a:ext cx="5143744" cy="359410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2855048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9" name="Rectangle 38">
            <a:extLst>
              <a:ext uri="{FF2B5EF4-FFF2-40B4-BE49-F238E27FC236}">
                <a16:creationId xmlns:a16="http://schemas.microsoft.com/office/drawing/2014/main" id="{8651CFA9-6065-4243-AC48-858E359780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>
                  <a:lumMod val="65000"/>
                  <a:lumOff val="35000"/>
                </a:srgbClr>
              </a:solidFill>
              <a:effectLst/>
              <a:uLnTx/>
              <a:uFillTx/>
              <a:latin typeface="AvenirNext LT Pro Medium" panose="020B0504020202020204" pitchFamily="34" charset="0"/>
              <a:ea typeface="+mn-ea"/>
              <a:cs typeface="+mn-cs"/>
            </a:endParaRP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37962AE0-6A1C-4B76-9D52-10E5E6D7D3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bg2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>
                  <a:lumMod val="65000"/>
                  <a:lumOff val="35000"/>
                </a:srgbClr>
              </a:solidFill>
              <a:effectLst/>
              <a:uLnTx/>
              <a:uFillTx/>
              <a:latin typeface="AvenirNext LT Pro Medium" panose="020B0504020202020204" pitchFamily="34" charset="0"/>
              <a:ea typeface="+mn-ea"/>
              <a:cs typeface="+mn-cs"/>
            </a:endParaRPr>
          </a:p>
        </p:txBody>
      </p:sp>
      <p:pic>
        <p:nvPicPr>
          <p:cNvPr id="43" name="Picture 42">
            <a:extLst>
              <a:ext uri="{FF2B5EF4-FFF2-40B4-BE49-F238E27FC236}">
                <a16:creationId xmlns:a16="http://schemas.microsoft.com/office/drawing/2014/main" id="{A72D06A1-BA08-4820-BBC8-B24DDB32A3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7018" r="40625"/>
          <a:stretch/>
        </p:blipFill>
        <p:spPr>
          <a:xfrm>
            <a:off x="10744200" y="0"/>
            <a:ext cx="1447800" cy="153575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FC3A1FC-2952-9A27-C2AB-8BFB59DFF8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1" y="314357"/>
            <a:ext cx="9905999" cy="907036"/>
          </a:xfrm>
        </p:spPr>
        <p:txBody>
          <a:bodyPr anchor="t">
            <a:noAutofit/>
          </a:bodyPr>
          <a:lstStyle/>
          <a:p>
            <a:pPr algn="ctr"/>
            <a:r>
              <a:rPr lang="en-US" sz="4000" dirty="0">
                <a:solidFill>
                  <a:schemeClr val="tx2"/>
                </a:solidFill>
                <a:ea typeface="ＭＳ Ｐゴシック" panose="020B0600070205080204" pitchFamily="34" charset="-128"/>
              </a:rPr>
              <a:t>Sources of Overheads in Parallel Programs </a:t>
            </a:r>
            <a:endParaRPr lang="x-none" sz="4000" dirty="0">
              <a:solidFill>
                <a:schemeClr val="tx2"/>
              </a:solidFill>
              <a:ea typeface="ＭＳ Ｐゴシック" panose="020B0600070205080204" pitchFamily="34" charset="-128"/>
            </a:endParaRPr>
          </a:p>
        </p:txBody>
      </p:sp>
      <p:pic>
        <p:nvPicPr>
          <p:cNvPr id="45" name="Picture 44">
            <a:extLst>
              <a:ext uri="{FF2B5EF4-FFF2-40B4-BE49-F238E27FC236}">
                <a16:creationId xmlns:a16="http://schemas.microsoft.com/office/drawing/2014/main" id="{1295E665-0408-4072-94B3-49BA5ACBCBD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6048"/>
          <a:stretch/>
        </p:blipFill>
        <p:spPr>
          <a:xfrm rot="10800000">
            <a:off x="0" y="2719662"/>
            <a:ext cx="1371600" cy="2548349"/>
          </a:xfrm>
          <a:prstGeom prst="rect">
            <a:avLst/>
          </a:prstGeom>
        </p:spPr>
      </p:pic>
      <p:graphicFrame>
        <p:nvGraphicFramePr>
          <p:cNvPr id="3" name="Content Placeholder 2">
            <a:extLst>
              <a:ext uri="{FF2B5EF4-FFF2-40B4-BE49-F238E27FC236}">
                <a16:creationId xmlns:a16="http://schemas.microsoft.com/office/drawing/2014/main" id="{39751AEC-4A87-1BE3-80E4-2E68E336167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714860764"/>
              </p:ext>
            </p:extLst>
          </p:nvPr>
        </p:nvGraphicFramePr>
        <p:xfrm>
          <a:off x="1503681" y="1752600"/>
          <a:ext cx="9669598" cy="436048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  <p:extLst>
      <p:ext uri="{BB962C8B-B14F-4D97-AF65-F5344CB8AC3E}">
        <p14:creationId xmlns:p14="http://schemas.microsoft.com/office/powerpoint/2010/main" val="36487558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4E8A2FA1-D44E-431E-B4BE-568B7AA6D041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graphicEl>
                                              <a:dgm id="{4E8A2FA1-D44E-431E-B4BE-568B7AA6D041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graphicEl>
                                              <a:dgm id="{4E8A2FA1-D44E-431E-B4BE-568B7AA6D041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F065C856-0FC1-4DCD-B6C9-453168947EB4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graphicEl>
                                              <a:dgm id="{F065C856-0FC1-4DCD-B6C9-453168947EB4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graphicEl>
                                              <a:dgm id="{F065C856-0FC1-4DCD-B6C9-453168947EB4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E8B5BD65-91AC-4458-9B1F-C57B6A6EF593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graphicEl>
                                              <a:dgm id="{E8B5BD65-91AC-4458-9B1F-C57B6A6EF593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graphicEl>
                                              <a:dgm id="{E8B5BD65-91AC-4458-9B1F-C57B6A6EF593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773B02EB-2AAA-4886-9BBB-11886050F749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graphicEl>
                                              <a:dgm id="{773B02EB-2AAA-4886-9BBB-11886050F749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graphicEl>
                                              <a:dgm id="{773B02EB-2AAA-4886-9BBB-11886050F749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3" grpId="0">
        <p:bldSub>
          <a:bldDgm bld="one"/>
        </p:bldSub>
      </p:bldGraphic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Rectangle 49">
            <a:extLst>
              <a:ext uri="{FF2B5EF4-FFF2-40B4-BE49-F238E27FC236}">
                <a16:creationId xmlns:a16="http://schemas.microsoft.com/office/drawing/2014/main" id="{0BABF38A-8A0D-492E-BD20-6CF4D46B50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2000" cy="6858004"/>
          </a:xfrm>
          <a:prstGeom prst="rect">
            <a:avLst/>
          </a:prstGeom>
          <a:solidFill>
            <a:schemeClr val="tx2">
              <a:lumMod val="90000"/>
              <a:lumOff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pic>
        <p:nvPicPr>
          <p:cNvPr id="52" name="Picture 51">
            <a:extLst>
              <a:ext uri="{FF2B5EF4-FFF2-40B4-BE49-F238E27FC236}">
                <a16:creationId xmlns:a16="http://schemas.microsoft.com/office/drawing/2014/main" id="{1CB7E8AE-A3AC-4BB7-A5C6-F00EC697B26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"/>
            <a:ext cx="12192000" cy="1392401"/>
          </a:xfrm>
          <a:prstGeom prst="rect">
            <a:avLst/>
          </a:prstGeom>
        </p:spPr>
      </p:pic>
      <p:sp useBgFill="1">
        <p:nvSpPr>
          <p:cNvPr id="54" name="Rectangle 53">
            <a:extLst>
              <a:ext uri="{FF2B5EF4-FFF2-40B4-BE49-F238E27FC236}">
                <a16:creationId xmlns:a16="http://schemas.microsoft.com/office/drawing/2014/main" id="{F1174801-1395-44C5-9B00-CCAC45C056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1F491198-AF87-4E71-AAD9-AE427363C1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bg2">
              <a:alpha val="61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4C2E1C05-3303-4DCD-9685-3BDE5AEFE1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2000" cy="1843194"/>
          </a:xfrm>
          <a:prstGeom prst="rect">
            <a:avLst/>
          </a:prstGeom>
          <a:solidFill>
            <a:schemeClr val="tx2">
              <a:lumMod val="90000"/>
              <a:lumOff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D7F2E59A-66C6-4BE2-B3FB-D5DE585D25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2" y="0"/>
            <a:ext cx="12191999" cy="1833647"/>
          </a:xfrm>
          <a:prstGeom prst="rect">
            <a:avLst/>
          </a:prstGeom>
          <a:blipFill dpi="0" rotWithShape="1">
            <a:blip r:embed="rId4">
              <a:alphaModFix amt="20000"/>
              <a:duotone>
                <a:schemeClr val="accent1">
                  <a:shade val="45000"/>
                  <a:satMod val="135000"/>
                </a:schemeClr>
                <a:prstClr val="white"/>
              </a:duotone>
            </a:blip>
            <a:srcRect/>
            <a:tile tx="889000" ty="0" sx="100000" sy="100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FC3A1FC-2952-9A27-C2AB-8BFB59DFF8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1" y="169452"/>
            <a:ext cx="10750570" cy="1514105"/>
          </a:xfrm>
        </p:spPr>
        <p:txBody>
          <a:bodyPr vert="horz" lIns="91440" tIns="45720" rIns="91440" bIns="45720" rtlCol="0" anchor="b">
            <a:normAutofit fontScale="90000"/>
          </a:bodyPr>
          <a:lstStyle/>
          <a:p>
            <a:pPr lvl="0" algn="ctr"/>
            <a:r>
              <a:rPr lang="en-US" sz="5400" dirty="0">
                <a:latin typeface="Arial" panose="020B0604020202020204" pitchFamily="34" charset="0"/>
                <a:cs typeface="Arial" panose="020B0604020202020204" pitchFamily="34" charset="0"/>
              </a:rPr>
              <a:t>Sources of Overheads in Parallel Programs </a:t>
            </a:r>
          </a:p>
        </p:txBody>
      </p:sp>
      <p:graphicFrame>
        <p:nvGraphicFramePr>
          <p:cNvPr id="3" name="Content Placeholder 2">
            <a:extLst>
              <a:ext uri="{FF2B5EF4-FFF2-40B4-BE49-F238E27FC236}">
                <a16:creationId xmlns:a16="http://schemas.microsoft.com/office/drawing/2014/main" id="{776612B4-056B-DF0B-4AD7-BD6C5940D95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952515808"/>
              </p:ext>
            </p:extLst>
          </p:nvPr>
        </p:nvGraphicFramePr>
        <p:xfrm>
          <a:off x="838199" y="2198687"/>
          <a:ext cx="10515600" cy="423227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5" r:lo="rId6" r:qs="rId7" r:cs="rId8"/>
          </a:graphicData>
        </a:graphic>
      </p:graphicFrame>
    </p:spTree>
    <p:extLst>
      <p:ext uri="{BB962C8B-B14F-4D97-AF65-F5344CB8AC3E}">
        <p14:creationId xmlns:p14="http://schemas.microsoft.com/office/powerpoint/2010/main" val="41224184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EAF676BA-F013-48D5-AD15-62CE0451E6C3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graphicEl>
                                              <a:dgm id="{EAF676BA-F013-48D5-AD15-62CE0451E6C3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graphicEl>
                                              <a:dgm id="{EAF676BA-F013-48D5-AD15-62CE0451E6C3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2E2D3930-9034-48AA-9262-13608BCB0882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graphicEl>
                                              <a:dgm id="{2E2D3930-9034-48AA-9262-13608BCB0882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graphicEl>
                                              <a:dgm id="{2E2D3930-9034-48AA-9262-13608BCB0882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3" grpId="0">
        <p:bldSub>
          <a:bldDgm bld="lvlOne"/>
        </p:bldSub>
      </p:bldGraphic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0BABF38A-8A0D-492E-BD20-6CF4D46B50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2000" cy="6858004"/>
          </a:xfrm>
          <a:prstGeom prst="rect">
            <a:avLst/>
          </a:prstGeom>
          <a:solidFill>
            <a:schemeClr val="tx2">
              <a:lumMod val="90000"/>
              <a:lumOff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lumMod val="65000"/>
                  <a:lumOff val="35000"/>
                </a:srgbClr>
              </a:solidFill>
              <a:effectLst/>
              <a:uLnTx/>
              <a:uFillTx/>
              <a:latin typeface="AvenirNext LT Pro Medium" panose="020B0504020202020204" pitchFamily="34" charset="0"/>
              <a:ea typeface="+mn-ea"/>
              <a:cs typeface="+mn-cs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1CB7E8AE-A3AC-4BB7-A5C6-F00EC697B26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"/>
            <a:ext cx="12192000" cy="1392401"/>
          </a:xfrm>
          <a:prstGeom prst="rect">
            <a:avLst/>
          </a:prstGeom>
        </p:spPr>
      </p:pic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4AB8125F-0FD8-48CD-9F43-73E5494EA7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>
                  <a:lumMod val="65000"/>
                  <a:lumOff val="35000"/>
                </a:srgbClr>
              </a:solidFill>
              <a:effectLst/>
              <a:uLnTx/>
              <a:uFillTx/>
              <a:latin typeface="AvenirNext LT Pro Medium" panose="020B0504020202020204" pitchFamily="34" charset="0"/>
              <a:ea typeface="+mn-ea"/>
              <a:cs typeface="+mn-cs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019DD6C-5899-4C07-864B-EB0A7D104A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solidFill>
            <a:schemeClr val="bg2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>
                  <a:lumMod val="65000"/>
                  <a:lumOff val="35000"/>
                </a:srgbClr>
              </a:solidFill>
              <a:effectLst/>
              <a:uLnTx/>
              <a:uFillTx/>
              <a:latin typeface="AvenirNext LT Pro Medium" panose="020B0504020202020204" pitchFamily="34" charset="0"/>
              <a:ea typeface="+mn-ea"/>
              <a:cs typeface="+mn-cs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4D19B4B-DD16-5DF2-E34B-4765F6BA2C48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9052" r="15486" b="-2"/>
          <a:stretch/>
        </p:blipFill>
        <p:spPr>
          <a:xfrm>
            <a:off x="3048" y="10"/>
            <a:ext cx="6195372" cy="4618233"/>
          </a:xfrm>
          <a:prstGeom prst="rect">
            <a:avLst/>
          </a:prstGeom>
        </p:spPr>
      </p:pic>
      <p:sp>
        <p:nvSpPr>
          <p:cNvPr id="17" name="Rectangle 16">
            <a:extLst>
              <a:ext uri="{FF2B5EF4-FFF2-40B4-BE49-F238E27FC236}">
                <a16:creationId xmlns:a16="http://schemas.microsoft.com/office/drawing/2014/main" id="{EBDFFBC1-15BD-428E-B8AF-ECF5D1B76DE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4602877"/>
            <a:ext cx="12192000" cy="2267339"/>
          </a:xfrm>
          <a:prstGeom prst="rect">
            <a:avLst/>
          </a:prstGeom>
          <a:solidFill>
            <a:schemeClr val="tx2">
              <a:lumMod val="90000"/>
              <a:lumOff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lumMod val="65000"/>
                  <a:lumOff val="35000"/>
                </a:srgbClr>
              </a:solidFill>
              <a:effectLst/>
              <a:uLnTx/>
              <a:uFillTx/>
              <a:latin typeface="AvenirNext LT Pro Medium" panose="020B0504020202020204" pitchFamily="34" charset="0"/>
              <a:ea typeface="+mn-ea"/>
              <a:cs typeface="+mn-cs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EBFB3075-0323-4EB0-B1A5-776A0E709C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3055" y="4596020"/>
            <a:ext cx="12191999" cy="2274195"/>
          </a:xfrm>
          <a:prstGeom prst="rect">
            <a:avLst/>
          </a:prstGeom>
          <a:blipFill dpi="0" rotWithShape="1">
            <a:blip r:embed="rId4">
              <a:alphaModFix amt="20000"/>
              <a:duotone>
                <a:schemeClr val="accent1">
                  <a:shade val="45000"/>
                  <a:satMod val="135000"/>
                </a:schemeClr>
                <a:prstClr val="white"/>
              </a:duotone>
            </a:blip>
            <a:srcRect/>
            <a:tile tx="889000" ty="0" sx="100000" sy="100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venir Next LT Pro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EF2AEC3-B371-83A9-2DBA-0BB3061611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38200" y="4876800"/>
            <a:ext cx="10003218" cy="121920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>
              <a:lnSpc>
                <a:spcPct val="90000"/>
              </a:lnSpc>
            </a:pPr>
            <a:r>
              <a:rPr lang="en-US" altLang="x-none" sz="4100"/>
              <a:t>CS621 Parallel and Distributed Computing</a:t>
            </a:r>
            <a:endParaRPr lang="en-US" sz="410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357D0A4-286C-034D-8B8B-FADC6513AC0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553200" y="369204"/>
            <a:ext cx="4800600" cy="3935986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altLang="en-PK" sz="2800" b="1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Performance Metrics for Parallel Systems</a:t>
            </a:r>
            <a:endParaRPr lang="en-US" sz="2800" b="1" dirty="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4293952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4" name="Rectangle 73">
            <a:extLst>
              <a:ext uri="{FF2B5EF4-FFF2-40B4-BE49-F238E27FC236}">
                <a16:creationId xmlns:a16="http://schemas.microsoft.com/office/drawing/2014/main" id="{8651CFA9-6065-4243-AC48-858E359780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>
                  <a:lumMod val="65000"/>
                  <a:lumOff val="35000"/>
                </a:srgbClr>
              </a:solidFill>
              <a:effectLst/>
              <a:uLnTx/>
              <a:uFillTx/>
              <a:latin typeface="AvenirNext LT Pro Medium" panose="020B0504020202020204" pitchFamily="34" charset="0"/>
              <a:ea typeface="+mn-ea"/>
              <a:cs typeface="+mn-cs"/>
            </a:endParaRPr>
          </a:p>
        </p:txBody>
      </p:sp>
      <p:sp>
        <p:nvSpPr>
          <p:cNvPr id="76" name="Rectangle 75">
            <a:extLst>
              <a:ext uri="{FF2B5EF4-FFF2-40B4-BE49-F238E27FC236}">
                <a16:creationId xmlns:a16="http://schemas.microsoft.com/office/drawing/2014/main" id="{37962AE0-6A1C-4B76-9D52-10E5E6D7D3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bg2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>
                  <a:lumMod val="65000"/>
                  <a:lumOff val="35000"/>
                </a:srgbClr>
              </a:solidFill>
              <a:effectLst/>
              <a:uLnTx/>
              <a:uFillTx/>
              <a:latin typeface="AvenirNext LT Pro Medium" panose="020B0504020202020204" pitchFamily="34" charset="0"/>
              <a:ea typeface="+mn-ea"/>
              <a:cs typeface="+mn-cs"/>
            </a:endParaRPr>
          </a:p>
        </p:txBody>
      </p:sp>
      <p:sp>
        <p:nvSpPr>
          <p:cNvPr id="78" name="Rectangle 77">
            <a:extLst>
              <a:ext uri="{FF2B5EF4-FFF2-40B4-BE49-F238E27FC236}">
                <a16:creationId xmlns:a16="http://schemas.microsoft.com/office/drawing/2014/main" id="{027CAEDE-D92D-4745-8749-71019415A79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572000" cy="6858000"/>
          </a:xfrm>
          <a:prstGeom prst="rect">
            <a:avLst/>
          </a:prstGeom>
          <a:solidFill>
            <a:schemeClr val="tx2">
              <a:lumMod val="90000"/>
              <a:lumOff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venir Next LT Pro"/>
              <a:ea typeface="+mn-ea"/>
              <a:cs typeface="+mn-cs"/>
            </a:endParaRPr>
          </a:p>
        </p:txBody>
      </p:sp>
      <p:sp>
        <p:nvSpPr>
          <p:cNvPr id="80" name="Rectangle 79">
            <a:extLst>
              <a:ext uri="{FF2B5EF4-FFF2-40B4-BE49-F238E27FC236}">
                <a16:creationId xmlns:a16="http://schemas.microsoft.com/office/drawing/2014/main" id="{00C96CB6-3880-40E6-A4BF-F64E7D1E429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572000" cy="6858000"/>
          </a:xfrm>
          <a:prstGeom prst="rect">
            <a:avLst/>
          </a:prstGeom>
          <a:blipFill dpi="0" rotWithShape="1">
            <a:blip r:embed="rId2">
              <a:alphaModFix amt="20000"/>
              <a:duotone>
                <a:schemeClr val="accent1">
                  <a:shade val="45000"/>
                  <a:satMod val="135000"/>
                </a:schemeClr>
                <a:prstClr val="white"/>
              </a:duotone>
            </a:blip>
            <a:srcRect/>
            <a:tile tx="889000" ty="0" sx="100000" sy="100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venir Next LT Pro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FC3A1FC-2952-9A27-C2AB-8BFB59DFF8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1" y="559813"/>
            <a:ext cx="2819399" cy="5577934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altLang="x-none" sz="3700"/>
              <a:t>Objectives</a:t>
            </a:r>
            <a:endParaRPr lang="en-US" sz="3700"/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145ECF46-0622-F3E6-6893-F9FDD0B9C51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883986879"/>
              </p:ext>
            </p:extLst>
          </p:nvPr>
        </p:nvGraphicFramePr>
        <p:xfrm>
          <a:off x="4807223" y="457200"/>
          <a:ext cx="7003777" cy="58436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09599901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8" name="Rectangle 27">
            <a:extLst>
              <a:ext uri="{FF2B5EF4-FFF2-40B4-BE49-F238E27FC236}">
                <a16:creationId xmlns:a16="http://schemas.microsoft.com/office/drawing/2014/main" id="{43A9B7B3-F171-4C25-99FC-C54250F064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lumMod val="65000"/>
                  <a:lumOff val="35000"/>
                </a:srgbClr>
              </a:solidFill>
              <a:effectLst/>
              <a:uLnTx/>
              <a:uFillTx/>
              <a:latin typeface="AvenirNext LT Pro Medium" panose="020B0504020202020204" pitchFamily="34" charset="0"/>
              <a:ea typeface="+mn-ea"/>
              <a:cs typeface="+mn-cs"/>
            </a:endParaRP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D2D5C7C5-9C27-4A61-9F57-1857D45320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solidFill>
            <a:schemeClr val="bg2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>
                  <a:lumMod val="65000"/>
                  <a:lumOff val="35000"/>
                </a:srgbClr>
              </a:solidFill>
              <a:effectLst/>
              <a:uLnTx/>
              <a:uFillTx/>
              <a:latin typeface="AvenirNext LT Pro Medium" panose="020B0504020202020204" pitchFamily="34" charset="0"/>
              <a:ea typeface="+mn-ea"/>
              <a:cs typeface="+mn-cs"/>
            </a:endParaRP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84B9546E-20BE-462C-8BE8-4EBDB46F86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2225674"/>
          </a:xfrm>
          <a:prstGeom prst="rect">
            <a:avLst/>
          </a:prstGeom>
          <a:solidFill>
            <a:schemeClr val="tx2">
              <a:lumMod val="90000"/>
              <a:lumOff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venir Next LT Pro"/>
              <a:ea typeface="+mn-ea"/>
              <a:cs typeface="+mn-cs"/>
            </a:endParaRP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DFE5D2E8-C366-48AC-97AE-18C67E4EF9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" y="0"/>
            <a:ext cx="12188952" cy="2225674"/>
          </a:xfrm>
          <a:prstGeom prst="rect">
            <a:avLst/>
          </a:prstGeom>
          <a:blipFill dpi="0" rotWithShape="1">
            <a:blip r:embed="rId2">
              <a:alphaModFix amt="24000"/>
              <a:duotone>
                <a:schemeClr val="accent1">
                  <a:shade val="45000"/>
                  <a:satMod val="135000"/>
                </a:schemeClr>
                <a:prstClr val="white"/>
              </a:duotone>
            </a:blip>
            <a:srcRect/>
            <a:tile tx="889000" ty="0" sx="100000" sy="100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venir Next LT Pro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FC3A1FC-2952-9A27-C2AB-8BFB59DFF8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98182" y="381000"/>
            <a:ext cx="10003218" cy="1600124"/>
          </a:xfrm>
        </p:spPr>
        <p:txBody>
          <a:bodyPr>
            <a:normAutofit/>
          </a:bodyPr>
          <a:lstStyle/>
          <a:p>
            <a:pPr algn="ctr"/>
            <a:r>
              <a:rPr lang="en-US" altLang="en-PK" dirty="0"/>
              <a:t>Performance Metrics for Parallel Systems</a:t>
            </a:r>
            <a:endParaRPr lang="x-none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7369E26-8F07-424A-0E67-53B4EFCDEF96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185863" y="2105025"/>
            <a:ext cx="8796337" cy="4192588"/>
          </a:xfrm>
        </p:spPr>
        <p:txBody>
          <a:bodyPr anchor="ctr">
            <a:noAutofit/>
          </a:bodyPr>
          <a:lstStyle/>
          <a:p>
            <a:pPr algn="ctr"/>
            <a:r>
              <a:rPr lang="en-US" dirty="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It is important to study the performance of parallel programs with a view to determining the best algorithm, evaluating hardware platforms, and examining the benefits from parallelism. </a:t>
            </a:r>
          </a:p>
          <a:p>
            <a:pPr algn="ctr"/>
            <a:r>
              <a:rPr lang="en-US" dirty="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A number of metrics have been used based on the desired outcome of performance analysis.</a:t>
            </a:r>
            <a:endParaRPr lang="en-US" altLang="x-none" dirty="0">
              <a:solidFill>
                <a:schemeClr val="tx1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039695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9" name="Rectangle 38">
            <a:extLst>
              <a:ext uri="{FF2B5EF4-FFF2-40B4-BE49-F238E27FC236}">
                <a16:creationId xmlns:a16="http://schemas.microsoft.com/office/drawing/2014/main" id="{8651CFA9-6065-4243-AC48-858E359780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37962AE0-6A1C-4B76-9D52-10E5E6D7D3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bg2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pic>
        <p:nvPicPr>
          <p:cNvPr id="43" name="Picture 42">
            <a:extLst>
              <a:ext uri="{FF2B5EF4-FFF2-40B4-BE49-F238E27FC236}">
                <a16:creationId xmlns:a16="http://schemas.microsoft.com/office/drawing/2014/main" id="{A72D06A1-BA08-4820-BBC8-B24DDB32A3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7018" r="40625"/>
          <a:stretch/>
        </p:blipFill>
        <p:spPr>
          <a:xfrm>
            <a:off x="10744200" y="0"/>
            <a:ext cx="1447800" cy="153575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FC3A1FC-2952-9A27-C2AB-8BFB59DFF8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4900" y="132911"/>
            <a:ext cx="9669598" cy="907036"/>
          </a:xfrm>
        </p:spPr>
        <p:txBody>
          <a:bodyPr anchor="t">
            <a:noAutofit/>
          </a:bodyPr>
          <a:lstStyle/>
          <a:p>
            <a:pPr algn="ctr"/>
            <a:r>
              <a:rPr lang="en-US" altLang="en-PK" sz="3600" dirty="0">
                <a:solidFill>
                  <a:schemeClr val="tx2"/>
                </a:solidFill>
                <a:ea typeface="ＭＳ Ｐゴシック" panose="020B0600070205080204" pitchFamily="34" charset="-128"/>
              </a:rPr>
              <a:t>Performance Metrics for Parallel Systems: Execution Time </a:t>
            </a:r>
            <a:endParaRPr lang="x-none" sz="3600" dirty="0">
              <a:solidFill>
                <a:schemeClr val="tx2"/>
              </a:solidFill>
              <a:ea typeface="ＭＳ Ｐゴシック" panose="020B0600070205080204" pitchFamily="34" charset="-128"/>
            </a:endParaRPr>
          </a:p>
        </p:txBody>
      </p:sp>
      <p:pic>
        <p:nvPicPr>
          <p:cNvPr id="45" name="Picture 44">
            <a:extLst>
              <a:ext uri="{FF2B5EF4-FFF2-40B4-BE49-F238E27FC236}">
                <a16:creationId xmlns:a16="http://schemas.microsoft.com/office/drawing/2014/main" id="{1295E665-0408-4072-94B3-49BA5ACBCBD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6048"/>
          <a:stretch/>
        </p:blipFill>
        <p:spPr>
          <a:xfrm rot="10800000">
            <a:off x="0" y="2719662"/>
            <a:ext cx="1371600" cy="2548349"/>
          </a:xfrm>
          <a:prstGeom prst="rect">
            <a:avLst/>
          </a:prstGeom>
        </p:spPr>
      </p:pic>
      <p:graphicFrame>
        <p:nvGraphicFramePr>
          <p:cNvPr id="3" name="Content Placeholder 2">
            <a:extLst>
              <a:ext uri="{FF2B5EF4-FFF2-40B4-BE49-F238E27FC236}">
                <a16:creationId xmlns:a16="http://schemas.microsoft.com/office/drawing/2014/main" id="{494F96D5-C6F5-A4EC-3801-1C9E27807DF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788265523"/>
              </p:ext>
            </p:extLst>
          </p:nvPr>
        </p:nvGraphicFramePr>
        <p:xfrm>
          <a:off x="964809" y="1716820"/>
          <a:ext cx="9529689" cy="48142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  <p:extLst>
      <p:ext uri="{BB962C8B-B14F-4D97-AF65-F5344CB8AC3E}">
        <p14:creationId xmlns:p14="http://schemas.microsoft.com/office/powerpoint/2010/main" val="24236317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77FFFAF0-02A3-4A5F-AEB3-B0DA389158A8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graphicEl>
                                              <a:dgm id="{77FFFAF0-02A3-4A5F-AEB3-B0DA389158A8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graphicEl>
                                              <a:dgm id="{77FFFAF0-02A3-4A5F-AEB3-B0DA389158A8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FE6F8DB8-44A0-4A2D-AB9F-17E9492F9DB4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graphicEl>
                                              <a:dgm id="{FE6F8DB8-44A0-4A2D-AB9F-17E9492F9DB4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graphicEl>
                                              <a:dgm id="{FE6F8DB8-44A0-4A2D-AB9F-17E9492F9DB4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0592BC26-33F9-4460-8183-6EC44E7BD357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graphicEl>
                                              <a:dgm id="{0592BC26-33F9-4460-8183-6EC44E7BD357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graphicEl>
                                              <a:dgm id="{0592BC26-33F9-4460-8183-6EC44E7BD357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3" grpId="0">
        <p:bldSub>
          <a:bldDgm bld="one"/>
        </p:bldSub>
      </p:bldGraphic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9" name="Rectangle 38">
            <a:extLst>
              <a:ext uri="{FF2B5EF4-FFF2-40B4-BE49-F238E27FC236}">
                <a16:creationId xmlns:a16="http://schemas.microsoft.com/office/drawing/2014/main" id="{8651CFA9-6065-4243-AC48-858E359780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37962AE0-6A1C-4B76-9D52-10E5E6D7D3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bg2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pic>
        <p:nvPicPr>
          <p:cNvPr id="43" name="Picture 42">
            <a:extLst>
              <a:ext uri="{FF2B5EF4-FFF2-40B4-BE49-F238E27FC236}">
                <a16:creationId xmlns:a16="http://schemas.microsoft.com/office/drawing/2014/main" id="{A72D06A1-BA08-4820-BBC8-B24DDB32A3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7018" r="40625"/>
          <a:stretch/>
        </p:blipFill>
        <p:spPr>
          <a:xfrm>
            <a:off x="10744200" y="0"/>
            <a:ext cx="1447800" cy="153575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FC3A1FC-2952-9A27-C2AB-8BFB59DFF8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4900" y="132911"/>
            <a:ext cx="9669598" cy="907036"/>
          </a:xfrm>
        </p:spPr>
        <p:txBody>
          <a:bodyPr anchor="t">
            <a:noAutofit/>
          </a:bodyPr>
          <a:lstStyle/>
          <a:p>
            <a:pPr algn="ctr"/>
            <a:r>
              <a:rPr lang="en-US" altLang="en-PK" sz="3600" dirty="0">
                <a:solidFill>
                  <a:schemeClr val="tx2"/>
                </a:solidFill>
                <a:ea typeface="ＭＳ Ｐゴシック" panose="020B0600070205080204" pitchFamily="34" charset="-128"/>
              </a:rPr>
              <a:t>Performance Metrics: Total Parallel Overhead/Overhead function</a:t>
            </a:r>
            <a:endParaRPr lang="x-none" sz="3600" dirty="0">
              <a:solidFill>
                <a:schemeClr val="tx2"/>
              </a:solidFill>
              <a:ea typeface="ＭＳ Ｐゴシック" panose="020B0600070205080204" pitchFamily="34" charset="-128"/>
            </a:endParaRPr>
          </a:p>
        </p:txBody>
      </p:sp>
      <p:pic>
        <p:nvPicPr>
          <p:cNvPr id="45" name="Picture 44">
            <a:extLst>
              <a:ext uri="{FF2B5EF4-FFF2-40B4-BE49-F238E27FC236}">
                <a16:creationId xmlns:a16="http://schemas.microsoft.com/office/drawing/2014/main" id="{1295E665-0408-4072-94B3-49BA5ACBCBD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6048"/>
          <a:stretch/>
        </p:blipFill>
        <p:spPr>
          <a:xfrm rot="10800000">
            <a:off x="0" y="2719662"/>
            <a:ext cx="1371600" cy="2548349"/>
          </a:xfrm>
          <a:prstGeom prst="rect">
            <a:avLst/>
          </a:prstGeom>
        </p:spPr>
      </p:pic>
      <p:graphicFrame>
        <p:nvGraphicFramePr>
          <p:cNvPr id="3" name="Content Placeholder 2">
            <a:extLst>
              <a:ext uri="{FF2B5EF4-FFF2-40B4-BE49-F238E27FC236}">
                <a16:creationId xmlns:a16="http://schemas.microsoft.com/office/drawing/2014/main" id="{494F96D5-C6F5-A4EC-3801-1C9E27807DF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501094121"/>
              </p:ext>
            </p:extLst>
          </p:nvPr>
        </p:nvGraphicFramePr>
        <p:xfrm>
          <a:off x="964809" y="1716820"/>
          <a:ext cx="9529689" cy="48142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  <p:extLst>
      <p:ext uri="{BB962C8B-B14F-4D97-AF65-F5344CB8AC3E}">
        <p14:creationId xmlns:p14="http://schemas.microsoft.com/office/powerpoint/2010/main" val="7843563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77FFFAF0-02A3-4A5F-AEB3-B0DA389158A8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graphicEl>
                                              <a:dgm id="{77FFFAF0-02A3-4A5F-AEB3-B0DA389158A8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graphicEl>
                                              <a:dgm id="{77FFFAF0-02A3-4A5F-AEB3-B0DA389158A8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FE6F8DB8-44A0-4A2D-AB9F-17E9492F9DB4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graphicEl>
                                              <a:dgm id="{FE6F8DB8-44A0-4A2D-AB9F-17E9492F9DB4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graphicEl>
                                              <a:dgm id="{FE6F8DB8-44A0-4A2D-AB9F-17E9492F9DB4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0592BC26-33F9-4460-8183-6EC44E7BD357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graphicEl>
                                              <a:dgm id="{0592BC26-33F9-4460-8183-6EC44E7BD357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graphicEl>
                                              <a:dgm id="{0592BC26-33F9-4460-8183-6EC44E7BD357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3" grpId="0">
        <p:bldSub>
          <a:bldDgm bld="one"/>
        </p:bldSub>
      </p:bldGraphic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9" name="Rectangle 38">
            <a:extLst>
              <a:ext uri="{FF2B5EF4-FFF2-40B4-BE49-F238E27FC236}">
                <a16:creationId xmlns:a16="http://schemas.microsoft.com/office/drawing/2014/main" id="{8651CFA9-6065-4243-AC48-858E359780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37962AE0-6A1C-4B76-9D52-10E5E6D7D3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bg2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pic>
        <p:nvPicPr>
          <p:cNvPr id="43" name="Picture 42">
            <a:extLst>
              <a:ext uri="{FF2B5EF4-FFF2-40B4-BE49-F238E27FC236}">
                <a16:creationId xmlns:a16="http://schemas.microsoft.com/office/drawing/2014/main" id="{A72D06A1-BA08-4820-BBC8-B24DDB32A3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7018" r="40625"/>
          <a:stretch/>
        </p:blipFill>
        <p:spPr>
          <a:xfrm>
            <a:off x="10744200" y="0"/>
            <a:ext cx="1447800" cy="153575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FC3A1FC-2952-9A27-C2AB-8BFB59DFF8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4900" y="132911"/>
            <a:ext cx="9669598" cy="907036"/>
          </a:xfrm>
        </p:spPr>
        <p:txBody>
          <a:bodyPr anchor="t">
            <a:noAutofit/>
          </a:bodyPr>
          <a:lstStyle/>
          <a:p>
            <a:pPr algn="ctr"/>
            <a:r>
              <a:rPr lang="en-US" altLang="en-PK" sz="3600" dirty="0">
                <a:solidFill>
                  <a:schemeClr val="tx2"/>
                </a:solidFill>
                <a:ea typeface="ＭＳ Ｐゴシック" panose="020B0600070205080204" pitchFamily="34" charset="-128"/>
              </a:rPr>
              <a:t>Performance Metrics: Total Parallel Overhead/Overhead function</a:t>
            </a:r>
            <a:endParaRPr lang="x-none" sz="3600" dirty="0">
              <a:solidFill>
                <a:schemeClr val="tx2"/>
              </a:solidFill>
              <a:ea typeface="ＭＳ Ｐゴシック" panose="020B0600070205080204" pitchFamily="34" charset="-128"/>
            </a:endParaRPr>
          </a:p>
        </p:txBody>
      </p:sp>
      <p:pic>
        <p:nvPicPr>
          <p:cNvPr id="45" name="Picture 44">
            <a:extLst>
              <a:ext uri="{FF2B5EF4-FFF2-40B4-BE49-F238E27FC236}">
                <a16:creationId xmlns:a16="http://schemas.microsoft.com/office/drawing/2014/main" id="{1295E665-0408-4072-94B3-49BA5ACBCBD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6048"/>
          <a:stretch/>
        </p:blipFill>
        <p:spPr>
          <a:xfrm rot="10800000">
            <a:off x="0" y="2719662"/>
            <a:ext cx="1371600" cy="2548349"/>
          </a:xfrm>
          <a:prstGeom prst="rect">
            <a:avLst/>
          </a:prstGeom>
        </p:spPr>
      </p:pic>
      <p:graphicFrame>
        <p:nvGraphicFramePr>
          <p:cNvPr id="3" name="Content Placeholder 2">
            <a:extLst>
              <a:ext uri="{FF2B5EF4-FFF2-40B4-BE49-F238E27FC236}">
                <a16:creationId xmlns:a16="http://schemas.microsoft.com/office/drawing/2014/main" id="{494F96D5-C6F5-A4EC-3801-1C9E27807DF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128359809"/>
              </p:ext>
            </p:extLst>
          </p:nvPr>
        </p:nvGraphicFramePr>
        <p:xfrm>
          <a:off x="964809" y="1716820"/>
          <a:ext cx="9529689" cy="48142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  <p:extLst>
      <p:ext uri="{BB962C8B-B14F-4D97-AF65-F5344CB8AC3E}">
        <p14:creationId xmlns:p14="http://schemas.microsoft.com/office/powerpoint/2010/main" val="10905188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77FFFAF0-02A3-4A5F-AEB3-B0DA389158A8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graphicEl>
                                              <a:dgm id="{77FFFAF0-02A3-4A5F-AEB3-B0DA389158A8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graphicEl>
                                              <a:dgm id="{77FFFAF0-02A3-4A5F-AEB3-B0DA389158A8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EAF7D40D-FD0A-4EE9-B27B-9BF3588A7121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graphicEl>
                                              <a:dgm id="{EAF7D40D-FD0A-4EE9-B27B-9BF3588A7121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graphicEl>
                                              <a:dgm id="{EAF7D40D-FD0A-4EE9-B27B-9BF3588A7121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3" grpId="0">
        <p:bldSub>
          <a:bldDgm bld="one"/>
        </p:bldSub>
      </p:bldGraphic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0BABF38A-8A0D-492E-BD20-6CF4D46B50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2000" cy="6858004"/>
          </a:xfrm>
          <a:prstGeom prst="rect">
            <a:avLst/>
          </a:prstGeom>
          <a:solidFill>
            <a:schemeClr val="tx2">
              <a:lumMod val="90000"/>
              <a:lumOff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lumMod val="65000"/>
                  <a:lumOff val="35000"/>
                </a:srgbClr>
              </a:solidFill>
              <a:effectLst/>
              <a:uLnTx/>
              <a:uFillTx/>
              <a:latin typeface="AvenirNext LT Pro Medium" panose="020B0504020202020204" pitchFamily="34" charset="0"/>
              <a:ea typeface="+mn-ea"/>
              <a:cs typeface="+mn-cs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1CB7E8AE-A3AC-4BB7-A5C6-F00EC697B26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"/>
            <a:ext cx="12192000" cy="1392401"/>
          </a:xfrm>
          <a:prstGeom prst="rect">
            <a:avLst/>
          </a:prstGeom>
        </p:spPr>
      </p:pic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4AB8125F-0FD8-48CD-9F43-73E5494EA7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>
                  <a:lumMod val="65000"/>
                  <a:lumOff val="35000"/>
                </a:srgbClr>
              </a:solidFill>
              <a:effectLst/>
              <a:uLnTx/>
              <a:uFillTx/>
              <a:latin typeface="AvenirNext LT Pro Medium" panose="020B0504020202020204" pitchFamily="34" charset="0"/>
              <a:ea typeface="+mn-ea"/>
              <a:cs typeface="+mn-cs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019DD6C-5899-4C07-864B-EB0A7D104A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solidFill>
            <a:schemeClr val="bg2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>
                  <a:lumMod val="65000"/>
                  <a:lumOff val="35000"/>
                </a:srgbClr>
              </a:solidFill>
              <a:effectLst/>
              <a:uLnTx/>
              <a:uFillTx/>
              <a:latin typeface="AvenirNext LT Pro Medium" panose="020B0504020202020204" pitchFamily="34" charset="0"/>
              <a:ea typeface="+mn-ea"/>
              <a:cs typeface="+mn-cs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4D19B4B-DD16-5DF2-E34B-4765F6BA2C48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9052" r="15486" b="-2"/>
          <a:stretch/>
        </p:blipFill>
        <p:spPr>
          <a:xfrm>
            <a:off x="3048" y="10"/>
            <a:ext cx="6195372" cy="4618233"/>
          </a:xfrm>
          <a:prstGeom prst="rect">
            <a:avLst/>
          </a:prstGeom>
        </p:spPr>
      </p:pic>
      <p:sp>
        <p:nvSpPr>
          <p:cNvPr id="17" name="Rectangle 16">
            <a:extLst>
              <a:ext uri="{FF2B5EF4-FFF2-40B4-BE49-F238E27FC236}">
                <a16:creationId xmlns:a16="http://schemas.microsoft.com/office/drawing/2014/main" id="{EBDFFBC1-15BD-428E-B8AF-ECF5D1B76DE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4602877"/>
            <a:ext cx="12192000" cy="2267339"/>
          </a:xfrm>
          <a:prstGeom prst="rect">
            <a:avLst/>
          </a:prstGeom>
          <a:solidFill>
            <a:schemeClr val="tx2">
              <a:lumMod val="90000"/>
              <a:lumOff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lumMod val="65000"/>
                  <a:lumOff val="35000"/>
                </a:srgbClr>
              </a:solidFill>
              <a:effectLst/>
              <a:uLnTx/>
              <a:uFillTx/>
              <a:latin typeface="AvenirNext LT Pro Medium" panose="020B0504020202020204" pitchFamily="34" charset="0"/>
              <a:ea typeface="+mn-ea"/>
              <a:cs typeface="+mn-cs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EBFB3075-0323-4EB0-B1A5-776A0E709C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3055" y="4596020"/>
            <a:ext cx="12191999" cy="2274195"/>
          </a:xfrm>
          <a:prstGeom prst="rect">
            <a:avLst/>
          </a:prstGeom>
          <a:blipFill dpi="0" rotWithShape="1">
            <a:blip r:embed="rId4">
              <a:alphaModFix amt="20000"/>
              <a:duotone>
                <a:schemeClr val="accent1">
                  <a:shade val="45000"/>
                  <a:satMod val="135000"/>
                </a:schemeClr>
                <a:prstClr val="white"/>
              </a:duotone>
            </a:blip>
            <a:srcRect/>
            <a:tile tx="889000" ty="0" sx="100000" sy="100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venir Next LT Pro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EF2AEC3-B371-83A9-2DBA-0BB3061611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38200" y="4876800"/>
            <a:ext cx="10003218" cy="121920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>
              <a:lnSpc>
                <a:spcPct val="90000"/>
              </a:lnSpc>
            </a:pPr>
            <a:r>
              <a:rPr lang="en-US" altLang="x-none" sz="4100"/>
              <a:t>CS621 Parallel and Distributed Computing</a:t>
            </a:r>
            <a:endParaRPr lang="en-US" sz="410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357D0A4-286C-034D-8B8B-FADC6513AC0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553200" y="369204"/>
            <a:ext cx="4800600" cy="3935986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altLang="en-PK" sz="2800" b="1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Performance Metrics for Parallel Systems: Speedup</a:t>
            </a:r>
            <a:endParaRPr lang="en-US" sz="2800" b="1" dirty="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6772921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4" name="Rectangle 73">
            <a:extLst>
              <a:ext uri="{FF2B5EF4-FFF2-40B4-BE49-F238E27FC236}">
                <a16:creationId xmlns:a16="http://schemas.microsoft.com/office/drawing/2014/main" id="{8651CFA9-6065-4243-AC48-858E359780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>
                  <a:lumMod val="65000"/>
                  <a:lumOff val="35000"/>
                </a:srgbClr>
              </a:solidFill>
              <a:effectLst/>
              <a:uLnTx/>
              <a:uFillTx/>
              <a:latin typeface="AvenirNext LT Pro Medium" panose="020B0504020202020204" pitchFamily="34" charset="0"/>
              <a:ea typeface="+mn-ea"/>
              <a:cs typeface="+mn-cs"/>
            </a:endParaRPr>
          </a:p>
        </p:txBody>
      </p:sp>
      <p:sp>
        <p:nvSpPr>
          <p:cNvPr id="76" name="Rectangle 75">
            <a:extLst>
              <a:ext uri="{FF2B5EF4-FFF2-40B4-BE49-F238E27FC236}">
                <a16:creationId xmlns:a16="http://schemas.microsoft.com/office/drawing/2014/main" id="{37962AE0-6A1C-4B76-9D52-10E5E6D7D3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bg2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>
                  <a:lumMod val="65000"/>
                  <a:lumOff val="35000"/>
                </a:srgbClr>
              </a:solidFill>
              <a:effectLst/>
              <a:uLnTx/>
              <a:uFillTx/>
              <a:latin typeface="AvenirNext LT Pro Medium" panose="020B0504020202020204" pitchFamily="34" charset="0"/>
              <a:ea typeface="+mn-ea"/>
              <a:cs typeface="+mn-cs"/>
            </a:endParaRPr>
          </a:p>
        </p:txBody>
      </p:sp>
      <p:sp>
        <p:nvSpPr>
          <p:cNvPr id="78" name="Rectangle 77">
            <a:extLst>
              <a:ext uri="{FF2B5EF4-FFF2-40B4-BE49-F238E27FC236}">
                <a16:creationId xmlns:a16="http://schemas.microsoft.com/office/drawing/2014/main" id="{027CAEDE-D92D-4745-8749-71019415A79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572000" cy="6858000"/>
          </a:xfrm>
          <a:prstGeom prst="rect">
            <a:avLst/>
          </a:prstGeom>
          <a:solidFill>
            <a:schemeClr val="tx2">
              <a:lumMod val="90000"/>
              <a:lumOff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venir Next LT Pro"/>
              <a:ea typeface="+mn-ea"/>
              <a:cs typeface="+mn-cs"/>
            </a:endParaRPr>
          </a:p>
        </p:txBody>
      </p:sp>
      <p:sp>
        <p:nvSpPr>
          <p:cNvPr id="80" name="Rectangle 79">
            <a:extLst>
              <a:ext uri="{FF2B5EF4-FFF2-40B4-BE49-F238E27FC236}">
                <a16:creationId xmlns:a16="http://schemas.microsoft.com/office/drawing/2014/main" id="{00C96CB6-3880-40E6-A4BF-F64E7D1E429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572000" cy="6858000"/>
          </a:xfrm>
          <a:prstGeom prst="rect">
            <a:avLst/>
          </a:prstGeom>
          <a:blipFill dpi="0" rotWithShape="1">
            <a:blip r:embed="rId2">
              <a:alphaModFix amt="20000"/>
              <a:duotone>
                <a:schemeClr val="accent1">
                  <a:shade val="45000"/>
                  <a:satMod val="135000"/>
                </a:schemeClr>
                <a:prstClr val="white"/>
              </a:duotone>
            </a:blip>
            <a:srcRect/>
            <a:tile tx="889000" ty="0" sx="100000" sy="100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venir Next LT Pro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FC3A1FC-2952-9A27-C2AB-8BFB59DFF8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1" y="559813"/>
            <a:ext cx="2819399" cy="5577934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altLang="x-none" sz="3700"/>
              <a:t>Objectives</a:t>
            </a:r>
            <a:endParaRPr lang="en-US" sz="3700"/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145ECF46-0622-F3E6-6893-F9FDD0B9C51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500748482"/>
              </p:ext>
            </p:extLst>
          </p:nvPr>
        </p:nvGraphicFramePr>
        <p:xfrm>
          <a:off x="4807223" y="457200"/>
          <a:ext cx="7003777" cy="58436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93457644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8" name="Rectangle 27">
            <a:extLst>
              <a:ext uri="{FF2B5EF4-FFF2-40B4-BE49-F238E27FC236}">
                <a16:creationId xmlns:a16="http://schemas.microsoft.com/office/drawing/2014/main" id="{43A9B7B3-F171-4C25-99FC-C54250F064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lumMod val="65000"/>
                  <a:lumOff val="35000"/>
                </a:srgbClr>
              </a:solidFill>
              <a:effectLst/>
              <a:uLnTx/>
              <a:uFillTx/>
              <a:latin typeface="AvenirNext LT Pro Medium" panose="020B0504020202020204" pitchFamily="34" charset="0"/>
              <a:ea typeface="+mn-ea"/>
              <a:cs typeface="+mn-cs"/>
            </a:endParaRP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D2D5C7C5-9C27-4A61-9F57-1857D45320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solidFill>
            <a:schemeClr val="bg2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>
                  <a:lumMod val="65000"/>
                  <a:lumOff val="35000"/>
                </a:srgbClr>
              </a:solidFill>
              <a:effectLst/>
              <a:uLnTx/>
              <a:uFillTx/>
              <a:latin typeface="AvenirNext LT Pro Medium" panose="020B0504020202020204" pitchFamily="34" charset="0"/>
              <a:ea typeface="+mn-ea"/>
              <a:cs typeface="+mn-cs"/>
            </a:endParaRP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84B9546E-20BE-462C-8BE8-4EBDB46F86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2225674"/>
          </a:xfrm>
          <a:prstGeom prst="rect">
            <a:avLst/>
          </a:prstGeom>
          <a:solidFill>
            <a:schemeClr val="tx2">
              <a:lumMod val="90000"/>
              <a:lumOff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venir Next LT Pro"/>
              <a:ea typeface="+mn-ea"/>
              <a:cs typeface="+mn-cs"/>
            </a:endParaRP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DFE5D2E8-C366-48AC-97AE-18C67E4EF9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" y="0"/>
            <a:ext cx="12188952" cy="2225674"/>
          </a:xfrm>
          <a:prstGeom prst="rect">
            <a:avLst/>
          </a:prstGeom>
          <a:blipFill dpi="0" rotWithShape="1">
            <a:blip r:embed="rId2">
              <a:alphaModFix amt="24000"/>
              <a:duotone>
                <a:schemeClr val="accent1">
                  <a:shade val="45000"/>
                  <a:satMod val="135000"/>
                </a:schemeClr>
                <a:prstClr val="white"/>
              </a:duotone>
            </a:blip>
            <a:srcRect/>
            <a:tile tx="889000" ty="0" sx="100000" sy="100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venir Next LT Pro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FC3A1FC-2952-9A27-C2AB-8BFB59DFF8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98182" y="381000"/>
            <a:ext cx="10003218" cy="1600124"/>
          </a:xfrm>
        </p:spPr>
        <p:txBody>
          <a:bodyPr>
            <a:normAutofit/>
          </a:bodyPr>
          <a:lstStyle/>
          <a:p>
            <a:pPr algn="ctr"/>
            <a:r>
              <a:rPr lang="en-US" altLang="en-PK" dirty="0"/>
              <a:t>Performance Metrics for Parallel Systems: Speedup</a:t>
            </a:r>
            <a:endParaRPr lang="x-none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7369E26-8F07-424A-0E67-53B4EFCDEF96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185863" y="2105025"/>
            <a:ext cx="8796337" cy="4192588"/>
          </a:xfrm>
        </p:spPr>
        <p:txBody>
          <a:bodyPr anchor="ctr">
            <a:noAutofit/>
          </a:bodyPr>
          <a:lstStyle/>
          <a:p>
            <a:pPr marL="0" lvl="0" indent="0" algn="ctr">
              <a:buNone/>
            </a:pPr>
            <a:r>
              <a:rPr lang="en-US" altLang="en-PK" dirty="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“</a:t>
            </a:r>
            <a:r>
              <a:rPr lang="en-US" altLang="en-PK" sz="2400" dirty="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Speedup (S) is the ratio of the time taken to solve a problem on a single processor to the time required to solve the same problem on a parallel computer with p identical processing elements” </a:t>
            </a:r>
            <a:endParaRPr lang="en-PK" sz="2400" dirty="0">
              <a:solidFill>
                <a:schemeClr val="tx1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32277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9" name="Rectangle 38">
            <a:extLst>
              <a:ext uri="{FF2B5EF4-FFF2-40B4-BE49-F238E27FC236}">
                <a16:creationId xmlns:a16="http://schemas.microsoft.com/office/drawing/2014/main" id="{8651CFA9-6065-4243-AC48-858E359780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37962AE0-6A1C-4B76-9D52-10E5E6D7D3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bg2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pic>
        <p:nvPicPr>
          <p:cNvPr id="43" name="Picture 42">
            <a:extLst>
              <a:ext uri="{FF2B5EF4-FFF2-40B4-BE49-F238E27FC236}">
                <a16:creationId xmlns:a16="http://schemas.microsoft.com/office/drawing/2014/main" id="{A72D06A1-BA08-4820-BBC8-B24DDB32A3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7018" r="40625"/>
          <a:stretch/>
        </p:blipFill>
        <p:spPr>
          <a:xfrm>
            <a:off x="10744200" y="0"/>
            <a:ext cx="1447800" cy="153575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FC3A1FC-2952-9A27-C2AB-8BFB59DFF8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1" y="559814"/>
            <a:ext cx="9669598" cy="907036"/>
          </a:xfrm>
        </p:spPr>
        <p:txBody>
          <a:bodyPr anchor="t">
            <a:normAutofit/>
          </a:bodyPr>
          <a:lstStyle/>
          <a:p>
            <a:pPr algn="ctr"/>
            <a:r>
              <a:rPr lang="en-US" altLang="en-PK" dirty="0">
                <a:solidFill>
                  <a:schemeClr val="tx2"/>
                </a:solidFill>
                <a:ea typeface="ＭＳ Ｐゴシック" panose="020B0600070205080204" pitchFamily="34" charset="-128"/>
              </a:rPr>
              <a:t>Performance Metrics: Example</a:t>
            </a:r>
            <a:endParaRPr lang="x-none" dirty="0">
              <a:solidFill>
                <a:schemeClr val="tx2"/>
              </a:solidFill>
              <a:ea typeface="ＭＳ Ｐゴシック" panose="020B0600070205080204" pitchFamily="34" charset="-128"/>
            </a:endParaRPr>
          </a:p>
        </p:txBody>
      </p:sp>
      <p:pic>
        <p:nvPicPr>
          <p:cNvPr id="45" name="Picture 44">
            <a:extLst>
              <a:ext uri="{FF2B5EF4-FFF2-40B4-BE49-F238E27FC236}">
                <a16:creationId xmlns:a16="http://schemas.microsoft.com/office/drawing/2014/main" id="{1295E665-0408-4072-94B3-49BA5ACBCBD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6048"/>
          <a:stretch/>
        </p:blipFill>
        <p:spPr>
          <a:xfrm rot="10800000">
            <a:off x="0" y="2719662"/>
            <a:ext cx="1371600" cy="2548349"/>
          </a:xfrm>
          <a:prstGeom prst="rect">
            <a:avLst/>
          </a:prstGeom>
        </p:spPr>
      </p:pic>
      <p:graphicFrame>
        <p:nvGraphicFramePr>
          <p:cNvPr id="3" name="Content Placeholder 2">
            <a:extLst>
              <a:ext uri="{FF2B5EF4-FFF2-40B4-BE49-F238E27FC236}">
                <a16:creationId xmlns:a16="http://schemas.microsoft.com/office/drawing/2014/main" id="{F8058F4E-6448-5C9A-178E-E00A79BA899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744665064"/>
              </p:ext>
            </p:extLst>
          </p:nvPr>
        </p:nvGraphicFramePr>
        <p:xfrm>
          <a:off x="1503681" y="1857375"/>
          <a:ext cx="9669598" cy="425571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  <p:extLst>
      <p:ext uri="{BB962C8B-B14F-4D97-AF65-F5344CB8AC3E}">
        <p14:creationId xmlns:p14="http://schemas.microsoft.com/office/powerpoint/2010/main" val="10311790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0FCA9D39-C6BB-4395-9481-7D11F4C6909F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graphicEl>
                                              <a:dgm id="{0FCA9D39-C6BB-4395-9481-7D11F4C6909F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graphicEl>
                                              <a:dgm id="{0FCA9D39-C6BB-4395-9481-7D11F4C6909F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047A4F0A-0B8D-48BA-9910-E99A2C2A8EFF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graphicEl>
                                              <a:dgm id="{047A4F0A-0B8D-48BA-9910-E99A2C2A8EFF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graphicEl>
                                              <a:dgm id="{047A4F0A-0B8D-48BA-9910-E99A2C2A8EFF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418CB92C-366C-4FF8-97AC-66FBD22B220C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graphicEl>
                                              <a:dgm id="{418CB92C-366C-4FF8-97AC-66FBD22B220C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graphicEl>
                                              <a:dgm id="{418CB92C-366C-4FF8-97AC-66FBD22B220C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3" grpId="0">
        <p:bldSub>
          <a:bldDgm bld="one"/>
        </p:bldSub>
      </p:bldGraphic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9" name="Rectangle 38">
            <a:extLst>
              <a:ext uri="{FF2B5EF4-FFF2-40B4-BE49-F238E27FC236}">
                <a16:creationId xmlns:a16="http://schemas.microsoft.com/office/drawing/2014/main" id="{8651CFA9-6065-4243-AC48-858E359780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>
                  <a:lumMod val="65000"/>
                  <a:lumOff val="35000"/>
                </a:srgbClr>
              </a:solidFill>
              <a:effectLst/>
              <a:uLnTx/>
              <a:uFillTx/>
              <a:latin typeface="AvenirNext LT Pro Medium" panose="020B0504020202020204" pitchFamily="34" charset="0"/>
              <a:ea typeface="+mn-ea"/>
              <a:cs typeface="+mn-cs"/>
            </a:endParaRP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37962AE0-6A1C-4B76-9D52-10E5E6D7D3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bg2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>
                  <a:lumMod val="65000"/>
                  <a:lumOff val="35000"/>
                </a:srgbClr>
              </a:solidFill>
              <a:effectLst/>
              <a:uLnTx/>
              <a:uFillTx/>
              <a:latin typeface="AvenirNext LT Pro Medium" panose="020B0504020202020204" pitchFamily="34" charset="0"/>
              <a:ea typeface="+mn-ea"/>
              <a:cs typeface="+mn-cs"/>
            </a:endParaRPr>
          </a:p>
        </p:txBody>
      </p:sp>
      <p:pic>
        <p:nvPicPr>
          <p:cNvPr id="43" name="Picture 42">
            <a:extLst>
              <a:ext uri="{FF2B5EF4-FFF2-40B4-BE49-F238E27FC236}">
                <a16:creationId xmlns:a16="http://schemas.microsoft.com/office/drawing/2014/main" id="{A72D06A1-BA08-4820-BBC8-B24DDB32A3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7018" r="40625"/>
          <a:stretch/>
        </p:blipFill>
        <p:spPr>
          <a:xfrm>
            <a:off x="10744200" y="0"/>
            <a:ext cx="1447800" cy="1535750"/>
          </a:xfrm>
          <a:prstGeom prst="rect">
            <a:avLst/>
          </a:prstGeom>
        </p:spPr>
      </p:pic>
      <p:pic>
        <p:nvPicPr>
          <p:cNvPr id="45" name="Picture 44">
            <a:extLst>
              <a:ext uri="{FF2B5EF4-FFF2-40B4-BE49-F238E27FC236}">
                <a16:creationId xmlns:a16="http://schemas.microsoft.com/office/drawing/2014/main" id="{1295E665-0408-4072-94B3-49BA5ACBCBD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6048"/>
          <a:stretch/>
        </p:blipFill>
        <p:spPr>
          <a:xfrm rot="10800000">
            <a:off x="0" y="2719662"/>
            <a:ext cx="1371600" cy="2548349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67369E26-8F07-424A-0E67-53B4EFCDEF96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503681" y="1857374"/>
            <a:ext cx="9669598" cy="5098413"/>
          </a:xfrm>
        </p:spPr>
        <p:txBody>
          <a:bodyPr anchor="b">
            <a:normAutofit/>
          </a:bodyPr>
          <a:lstStyle/>
          <a:p>
            <a:pPr marL="0" indent="0" algn="ctr" eaLnBrk="1" hangingPunct="1">
              <a:buNone/>
            </a:pPr>
            <a:r>
              <a:rPr lang="en-US" altLang="x-none" sz="1800" dirty="0">
                <a:solidFill>
                  <a:schemeClr val="tx2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 </a:t>
            </a:r>
          </a:p>
        </p:txBody>
      </p:sp>
      <p:sp>
        <p:nvSpPr>
          <p:cNvPr id="11" name="Rectangle 3">
            <a:extLst>
              <a:ext uri="{FF2B5EF4-FFF2-40B4-BE49-F238E27FC236}">
                <a16:creationId xmlns:a16="http://schemas.microsoft.com/office/drawing/2014/main" id="{67369E26-8F07-424A-0E67-53B4EFCDEF96}"/>
              </a:ext>
            </a:extLst>
          </p:cNvPr>
          <p:cNvSpPr txBox="1">
            <a:spLocks noChangeArrowheads="1"/>
          </p:cNvSpPr>
          <p:nvPr/>
        </p:nvSpPr>
        <p:spPr>
          <a:xfrm>
            <a:off x="1371601" y="1765738"/>
            <a:ext cx="5167375" cy="4467766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70000" lnSpcReduction="20000"/>
          </a:bodyPr>
          <a:lstStyle>
            <a:lvl1pPr marL="228600" indent="-22860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2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24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3200" dirty="0">
                <a:solidFill>
                  <a:schemeClr val="tx2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This figure illustrates the procedure for n = 16. </a:t>
            </a:r>
          </a:p>
          <a:p>
            <a:r>
              <a:rPr lang="en-US" sz="3200" dirty="0">
                <a:solidFill>
                  <a:schemeClr val="tx2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The processing elements are labeled from 0 to 15. </a:t>
            </a:r>
          </a:p>
          <a:p>
            <a:r>
              <a:rPr lang="en-US" sz="3200" dirty="0">
                <a:solidFill>
                  <a:schemeClr val="tx2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Similarly, the 16 numbers to be added are labeled from 0 to 15. </a:t>
            </a:r>
          </a:p>
          <a:p>
            <a:r>
              <a:rPr lang="en-US" sz="3200" dirty="0">
                <a:solidFill>
                  <a:schemeClr val="tx2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The sum of the numbers with consecutive labels from </a:t>
            </a:r>
            <a:r>
              <a:rPr lang="en-US" sz="3200" dirty="0" err="1">
                <a:solidFill>
                  <a:schemeClr val="tx2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i</a:t>
            </a:r>
            <a:r>
              <a:rPr lang="en-US" sz="3200" dirty="0">
                <a:solidFill>
                  <a:schemeClr val="tx2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 to j is denoted by </a:t>
            </a:r>
            <a:r>
              <a:rPr lang="el-GR" altLang="en-PK" sz="32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Σ</a:t>
            </a:r>
            <a:r>
              <a:rPr lang="en-US" altLang="en-PK" sz="3200" b="1" baseline="300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j</a:t>
            </a:r>
            <a:r>
              <a:rPr lang="en-US" altLang="en-PK" sz="3200" b="1" baseline="-250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i</a:t>
            </a:r>
            <a:r>
              <a:rPr lang="en-US" altLang="en-PK" sz="32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200" dirty="0">
                <a:solidFill>
                  <a:schemeClr val="tx2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.</a:t>
            </a:r>
          </a:p>
          <a:p>
            <a:r>
              <a:rPr lang="en-US" sz="3200" dirty="0">
                <a:solidFill>
                  <a:schemeClr val="tx2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Each step shown in Figure consists of one addition and the communication of a single word.</a:t>
            </a:r>
          </a:p>
          <a:p>
            <a:endParaRPr lang="en-US" altLang="x-none" sz="1800" dirty="0">
              <a:solidFill>
                <a:schemeClr val="tx2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AFC3A1FC-2952-9A27-C2AB-8BFB59DFF8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68976"/>
            <a:ext cx="10003218" cy="1203770"/>
          </a:xfrm>
        </p:spPr>
        <p:txBody>
          <a:bodyPr>
            <a:normAutofit fontScale="90000"/>
          </a:bodyPr>
          <a:lstStyle/>
          <a:p>
            <a:pPr algn="ctr"/>
            <a:r>
              <a:rPr lang="en-US" altLang="en-PK" dirty="0">
                <a:solidFill>
                  <a:schemeClr val="tx2"/>
                </a:solidFill>
                <a:ea typeface="ＭＳ Ｐゴシック" panose="020B0600070205080204" pitchFamily="34" charset="-128"/>
              </a:rPr>
              <a:t>Performance Metrics: Example Cont..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br>
              <a:rPr lang="en-US" sz="4400" b="1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x-none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8B3BE14-5D15-45E1-B92E-C0409388D1E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49364" y="1084747"/>
            <a:ext cx="5029200" cy="5553075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6200259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build="p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8" name="Rectangle 39">
            <a:extLst>
              <a:ext uri="{FF2B5EF4-FFF2-40B4-BE49-F238E27FC236}">
                <a16:creationId xmlns:a16="http://schemas.microsoft.com/office/drawing/2014/main" id="{8651CFA9-6065-4243-AC48-858E359780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sp>
        <p:nvSpPr>
          <p:cNvPr id="49" name="Rectangle 41">
            <a:extLst>
              <a:ext uri="{FF2B5EF4-FFF2-40B4-BE49-F238E27FC236}">
                <a16:creationId xmlns:a16="http://schemas.microsoft.com/office/drawing/2014/main" id="{37962AE0-6A1C-4B76-9D52-10E5E6D7D3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bg2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sp>
        <p:nvSpPr>
          <p:cNvPr id="50" name="Rectangle 43">
            <a:extLst>
              <a:ext uri="{FF2B5EF4-FFF2-40B4-BE49-F238E27FC236}">
                <a16:creationId xmlns:a16="http://schemas.microsoft.com/office/drawing/2014/main" id="{027CAEDE-D92D-4745-8749-71019415A79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572000" cy="6858000"/>
          </a:xfrm>
          <a:prstGeom prst="rect">
            <a:avLst/>
          </a:prstGeom>
          <a:solidFill>
            <a:schemeClr val="tx2">
              <a:lumMod val="90000"/>
              <a:lumOff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1" name="Rectangle 45">
            <a:extLst>
              <a:ext uri="{FF2B5EF4-FFF2-40B4-BE49-F238E27FC236}">
                <a16:creationId xmlns:a16="http://schemas.microsoft.com/office/drawing/2014/main" id="{00C96CB6-3880-40E6-A4BF-F64E7D1E429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572000" cy="6858000"/>
          </a:xfrm>
          <a:prstGeom prst="rect">
            <a:avLst/>
          </a:prstGeom>
          <a:blipFill dpi="0" rotWithShape="1">
            <a:blip r:embed="rId2">
              <a:alphaModFix amt="20000"/>
              <a:duotone>
                <a:schemeClr val="accent1">
                  <a:shade val="45000"/>
                  <a:satMod val="135000"/>
                </a:schemeClr>
                <a:prstClr val="white"/>
              </a:duotone>
            </a:blip>
            <a:srcRect/>
            <a:tile tx="889000" ty="0" sx="100000" sy="100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FC3A1FC-2952-9A27-C2AB-8BFB59DFF8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1" y="559813"/>
            <a:ext cx="3017107" cy="5577934"/>
          </a:xfrm>
        </p:spPr>
        <p:txBody>
          <a:bodyPr>
            <a:normAutofit/>
          </a:bodyPr>
          <a:lstStyle/>
          <a:p>
            <a:r>
              <a:rPr lang="en-US" altLang="en-PK" sz="4000" dirty="0">
                <a:ea typeface="ＭＳ Ｐゴシック" panose="020B0600070205080204" pitchFamily="34" charset="-128"/>
              </a:rPr>
              <a:t>Performance Metrics: Example Cont..</a:t>
            </a:r>
            <a:br>
              <a:rPr lang="en-US" sz="4000" b="0" dirty="0"/>
            </a:br>
            <a:br>
              <a:rPr lang="en-US" altLang="x-none" sz="4100" dirty="0">
                <a:ea typeface="ＭＳ Ｐゴシック" panose="020B0600070205080204" pitchFamily="34" charset="-128"/>
              </a:rPr>
            </a:br>
            <a:endParaRPr lang="x-none" sz="4100" dirty="0"/>
          </a:p>
        </p:txBody>
      </p:sp>
      <p:graphicFrame>
        <p:nvGraphicFramePr>
          <p:cNvPr id="52" name="Rectangle 3">
            <a:extLst>
              <a:ext uri="{FF2B5EF4-FFF2-40B4-BE49-F238E27FC236}">
                <a16:creationId xmlns:a16="http://schemas.microsoft.com/office/drawing/2014/main" id="{B323BA6C-4FF4-174A-0C65-FBEC9985BE4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692462020"/>
              </p:ext>
            </p:extLst>
          </p:nvPr>
        </p:nvGraphicFramePr>
        <p:xfrm>
          <a:off x="4807223" y="457200"/>
          <a:ext cx="7003777" cy="58436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6527167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>
                                            <p:graphicEl>
                                              <a:dgm id="{91A80EC5-5433-486D-A2A1-39BF10E8DFEC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2">
                                            <p:graphicEl>
                                              <a:dgm id="{91A80EC5-5433-486D-A2A1-39BF10E8DFEC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2">
                                            <p:graphicEl>
                                              <a:dgm id="{91A80EC5-5433-486D-A2A1-39BF10E8DFEC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>
                                            <p:graphicEl>
                                              <a:dgm id="{B037029F-467A-4175-ACCD-5BB0BAD5F108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2">
                                            <p:graphicEl>
                                              <a:dgm id="{B037029F-467A-4175-ACCD-5BB0BAD5F108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2">
                                            <p:graphicEl>
                                              <a:dgm id="{B037029F-467A-4175-ACCD-5BB0BAD5F108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>
                                            <p:graphicEl>
                                              <a:dgm id="{10360388-DC28-4255-9125-BC82C60B9129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2">
                                            <p:graphicEl>
                                              <a:dgm id="{10360388-DC28-4255-9125-BC82C60B9129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52">
                                            <p:graphicEl>
                                              <a:dgm id="{10360388-DC28-4255-9125-BC82C60B9129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52" grpId="0">
        <p:bldSub>
          <a:bldDgm bld="one"/>
        </p:bldSub>
      </p:bldGraphic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9" name="Rectangle 38">
            <a:extLst>
              <a:ext uri="{FF2B5EF4-FFF2-40B4-BE49-F238E27FC236}">
                <a16:creationId xmlns:a16="http://schemas.microsoft.com/office/drawing/2014/main" id="{8651CFA9-6065-4243-AC48-858E359780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37962AE0-6A1C-4B76-9D52-10E5E6D7D3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bg2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pic>
        <p:nvPicPr>
          <p:cNvPr id="43" name="Picture 42">
            <a:extLst>
              <a:ext uri="{FF2B5EF4-FFF2-40B4-BE49-F238E27FC236}">
                <a16:creationId xmlns:a16="http://schemas.microsoft.com/office/drawing/2014/main" id="{A72D06A1-BA08-4820-BBC8-B24DDB32A3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7018" r="40625"/>
          <a:stretch/>
        </p:blipFill>
        <p:spPr>
          <a:xfrm>
            <a:off x="10744200" y="0"/>
            <a:ext cx="1447800" cy="153575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FC3A1FC-2952-9A27-C2AB-8BFB59DFF8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4900" y="132911"/>
            <a:ext cx="9669598" cy="907036"/>
          </a:xfrm>
        </p:spPr>
        <p:txBody>
          <a:bodyPr anchor="t">
            <a:noAutofit/>
          </a:bodyPr>
          <a:lstStyle/>
          <a:p>
            <a:pPr algn="ctr"/>
            <a:r>
              <a:rPr lang="en-US" altLang="en-PK" sz="3600" dirty="0">
                <a:solidFill>
                  <a:schemeClr val="tx2"/>
                </a:solidFill>
                <a:ea typeface="ＭＳ Ｐゴシック" panose="020B0600070205080204" pitchFamily="34" charset="-128"/>
              </a:rPr>
              <a:t>Performance Metrics: Speedup</a:t>
            </a:r>
            <a:endParaRPr lang="x-none" sz="3600" dirty="0">
              <a:solidFill>
                <a:schemeClr val="tx2"/>
              </a:solidFill>
              <a:ea typeface="ＭＳ Ｐゴシック" panose="020B0600070205080204" pitchFamily="34" charset="-128"/>
            </a:endParaRPr>
          </a:p>
        </p:txBody>
      </p:sp>
      <p:pic>
        <p:nvPicPr>
          <p:cNvPr id="45" name="Picture 44">
            <a:extLst>
              <a:ext uri="{FF2B5EF4-FFF2-40B4-BE49-F238E27FC236}">
                <a16:creationId xmlns:a16="http://schemas.microsoft.com/office/drawing/2014/main" id="{1295E665-0408-4072-94B3-49BA5ACBCBD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6048"/>
          <a:stretch/>
        </p:blipFill>
        <p:spPr>
          <a:xfrm rot="10800000">
            <a:off x="0" y="2719662"/>
            <a:ext cx="1371600" cy="2548349"/>
          </a:xfrm>
          <a:prstGeom prst="rect">
            <a:avLst/>
          </a:prstGeom>
        </p:spPr>
      </p:pic>
      <p:graphicFrame>
        <p:nvGraphicFramePr>
          <p:cNvPr id="3" name="Content Placeholder 2">
            <a:extLst>
              <a:ext uri="{FF2B5EF4-FFF2-40B4-BE49-F238E27FC236}">
                <a16:creationId xmlns:a16="http://schemas.microsoft.com/office/drawing/2014/main" id="{494F96D5-C6F5-A4EC-3801-1C9E27807DF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933876144"/>
              </p:ext>
            </p:extLst>
          </p:nvPr>
        </p:nvGraphicFramePr>
        <p:xfrm>
          <a:off x="964809" y="1716820"/>
          <a:ext cx="9529689" cy="48142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  <p:extLst>
      <p:ext uri="{BB962C8B-B14F-4D97-AF65-F5344CB8AC3E}">
        <p14:creationId xmlns:p14="http://schemas.microsoft.com/office/powerpoint/2010/main" val="21973841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77FFFAF0-02A3-4A5F-AEB3-B0DA389158A8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graphicEl>
                                              <a:dgm id="{77FFFAF0-02A3-4A5F-AEB3-B0DA389158A8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graphicEl>
                                              <a:dgm id="{77FFFAF0-02A3-4A5F-AEB3-B0DA389158A8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EAF7D40D-FD0A-4EE9-B27B-9BF3588A7121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graphicEl>
                                              <a:dgm id="{EAF7D40D-FD0A-4EE9-B27B-9BF3588A7121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graphicEl>
                                              <a:dgm id="{EAF7D40D-FD0A-4EE9-B27B-9BF3588A7121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3" grpId="0">
        <p:bldSub>
          <a:bldDgm bld="one"/>
        </p:bldSub>
      </p:bldGraphic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9" name="Rectangle 38">
            <a:extLst>
              <a:ext uri="{FF2B5EF4-FFF2-40B4-BE49-F238E27FC236}">
                <a16:creationId xmlns:a16="http://schemas.microsoft.com/office/drawing/2014/main" id="{8651CFA9-6065-4243-AC48-858E359780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>
                  <a:lumMod val="65000"/>
                  <a:lumOff val="35000"/>
                </a:srgbClr>
              </a:solidFill>
              <a:effectLst/>
              <a:uLnTx/>
              <a:uFillTx/>
              <a:latin typeface="AvenirNext LT Pro Medium" panose="020B0504020202020204" pitchFamily="34" charset="0"/>
              <a:ea typeface="+mn-ea"/>
              <a:cs typeface="+mn-cs"/>
            </a:endParaRP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37962AE0-6A1C-4B76-9D52-10E5E6D7D3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bg2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>
                  <a:lumMod val="65000"/>
                  <a:lumOff val="35000"/>
                </a:srgbClr>
              </a:solidFill>
              <a:effectLst/>
              <a:uLnTx/>
              <a:uFillTx/>
              <a:latin typeface="AvenirNext LT Pro Medium" panose="020B0504020202020204" pitchFamily="34" charset="0"/>
              <a:ea typeface="+mn-ea"/>
              <a:cs typeface="+mn-cs"/>
            </a:endParaRPr>
          </a:p>
        </p:txBody>
      </p:sp>
      <p:pic>
        <p:nvPicPr>
          <p:cNvPr id="43" name="Picture 42">
            <a:extLst>
              <a:ext uri="{FF2B5EF4-FFF2-40B4-BE49-F238E27FC236}">
                <a16:creationId xmlns:a16="http://schemas.microsoft.com/office/drawing/2014/main" id="{A72D06A1-BA08-4820-BBC8-B24DDB32A3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7018" r="40625"/>
          <a:stretch/>
        </p:blipFill>
        <p:spPr>
          <a:xfrm>
            <a:off x="10744200" y="0"/>
            <a:ext cx="1447800" cy="153575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FC3A1FC-2952-9A27-C2AB-8BFB59DFF8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1" y="244444"/>
            <a:ext cx="9669598" cy="1222406"/>
          </a:xfrm>
        </p:spPr>
        <p:txBody>
          <a:bodyPr anchor="t">
            <a:normAutofit fontScale="90000"/>
          </a:bodyPr>
          <a:lstStyle/>
          <a:p>
            <a:pPr algn="ctr"/>
            <a:r>
              <a:rPr lang="en-US" altLang="en-PK" dirty="0">
                <a:solidFill>
                  <a:schemeClr val="tx2"/>
                </a:solidFill>
                <a:ea typeface="ＭＳ Ｐゴシック" panose="020B0600070205080204" pitchFamily="34" charset="-128"/>
              </a:rPr>
              <a:t>Performance Metrics: Speedup Example</a:t>
            </a:r>
            <a:endParaRPr lang="x-none" dirty="0">
              <a:solidFill>
                <a:schemeClr val="tx2"/>
              </a:solidFill>
              <a:ea typeface="ＭＳ Ｐゴシック" panose="020B0600070205080204" pitchFamily="34" charset="-128"/>
            </a:endParaRPr>
          </a:p>
        </p:txBody>
      </p:sp>
      <p:pic>
        <p:nvPicPr>
          <p:cNvPr id="45" name="Picture 44">
            <a:extLst>
              <a:ext uri="{FF2B5EF4-FFF2-40B4-BE49-F238E27FC236}">
                <a16:creationId xmlns:a16="http://schemas.microsoft.com/office/drawing/2014/main" id="{1295E665-0408-4072-94B3-49BA5ACBCBD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6048"/>
          <a:stretch/>
        </p:blipFill>
        <p:spPr>
          <a:xfrm rot="10800000">
            <a:off x="0" y="2719662"/>
            <a:ext cx="1371600" cy="2548349"/>
          </a:xfrm>
          <a:prstGeom prst="rect">
            <a:avLst/>
          </a:prstGeom>
        </p:spPr>
      </p:pic>
      <p:graphicFrame>
        <p:nvGraphicFramePr>
          <p:cNvPr id="3" name="Content Placeholder 2">
            <a:extLst>
              <a:ext uri="{FF2B5EF4-FFF2-40B4-BE49-F238E27FC236}">
                <a16:creationId xmlns:a16="http://schemas.microsoft.com/office/drawing/2014/main" id="{39751AEC-4A87-1BE3-80E4-2E68E336167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277391968"/>
              </p:ext>
            </p:extLst>
          </p:nvPr>
        </p:nvGraphicFramePr>
        <p:xfrm>
          <a:off x="1503681" y="1855960"/>
          <a:ext cx="9351424" cy="414648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  <p:extLst>
      <p:ext uri="{BB962C8B-B14F-4D97-AF65-F5344CB8AC3E}">
        <p14:creationId xmlns:p14="http://schemas.microsoft.com/office/powerpoint/2010/main" val="32336288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9CF87A8B-6974-4FF8-BF5C-B3F335C201FC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graphicEl>
                                              <a:dgm id="{9CF87A8B-6974-4FF8-BF5C-B3F335C201FC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graphicEl>
                                              <a:dgm id="{9CF87A8B-6974-4FF8-BF5C-B3F335C201FC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1B80FFBE-81BA-4EB0-ABC7-F13EE4F4863E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graphicEl>
                                              <a:dgm id="{1B80FFBE-81BA-4EB0-ABC7-F13EE4F4863E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graphicEl>
                                              <a:dgm id="{1B80FFBE-81BA-4EB0-ABC7-F13EE4F4863E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524A9591-C461-490C-9F7E-92ACB6E448BE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graphicEl>
                                              <a:dgm id="{524A9591-C461-490C-9F7E-92ACB6E448BE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graphicEl>
                                              <a:dgm id="{524A9591-C461-490C-9F7E-92ACB6E448BE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3" grpId="0">
        <p:bldSub>
          <a:bldDgm bld="one"/>
        </p:bldSub>
      </p:bldGraphic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8" name="Rectangle 39">
            <a:extLst>
              <a:ext uri="{FF2B5EF4-FFF2-40B4-BE49-F238E27FC236}">
                <a16:creationId xmlns:a16="http://schemas.microsoft.com/office/drawing/2014/main" id="{8651CFA9-6065-4243-AC48-858E359780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sp>
        <p:nvSpPr>
          <p:cNvPr id="49" name="Rectangle 41">
            <a:extLst>
              <a:ext uri="{FF2B5EF4-FFF2-40B4-BE49-F238E27FC236}">
                <a16:creationId xmlns:a16="http://schemas.microsoft.com/office/drawing/2014/main" id="{37962AE0-6A1C-4B76-9D52-10E5E6D7D3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bg2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sp>
        <p:nvSpPr>
          <p:cNvPr id="50" name="Rectangle 43">
            <a:extLst>
              <a:ext uri="{FF2B5EF4-FFF2-40B4-BE49-F238E27FC236}">
                <a16:creationId xmlns:a16="http://schemas.microsoft.com/office/drawing/2014/main" id="{027CAEDE-D92D-4745-8749-71019415A79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572000" cy="6858000"/>
          </a:xfrm>
          <a:prstGeom prst="rect">
            <a:avLst/>
          </a:prstGeom>
          <a:solidFill>
            <a:schemeClr val="tx2">
              <a:lumMod val="90000"/>
              <a:lumOff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1" name="Rectangle 45">
            <a:extLst>
              <a:ext uri="{FF2B5EF4-FFF2-40B4-BE49-F238E27FC236}">
                <a16:creationId xmlns:a16="http://schemas.microsoft.com/office/drawing/2014/main" id="{00C96CB6-3880-40E6-A4BF-F64E7D1E429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572000" cy="6858000"/>
          </a:xfrm>
          <a:prstGeom prst="rect">
            <a:avLst/>
          </a:prstGeom>
          <a:blipFill dpi="0" rotWithShape="1">
            <a:blip r:embed="rId2">
              <a:alphaModFix amt="20000"/>
              <a:duotone>
                <a:schemeClr val="accent1">
                  <a:shade val="45000"/>
                  <a:satMod val="135000"/>
                </a:schemeClr>
                <a:prstClr val="white"/>
              </a:duotone>
            </a:blip>
            <a:srcRect/>
            <a:tile tx="889000" ty="0" sx="100000" sy="100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FC3A1FC-2952-9A27-C2AB-8BFB59DFF8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1439" y="559813"/>
            <a:ext cx="3349782" cy="5577934"/>
          </a:xfrm>
        </p:spPr>
        <p:txBody>
          <a:bodyPr>
            <a:normAutofit/>
          </a:bodyPr>
          <a:lstStyle/>
          <a:p>
            <a:r>
              <a:rPr lang="en-US" altLang="en-PK" sz="4000" dirty="0">
                <a:ea typeface="ＭＳ Ｐゴシック" panose="020B0600070205080204" pitchFamily="34" charset="-128"/>
              </a:rPr>
              <a:t>Performance Metrics: Speedup Bounds </a:t>
            </a:r>
            <a:br>
              <a:rPr lang="en-US" sz="4000" b="0" dirty="0"/>
            </a:br>
            <a:br>
              <a:rPr lang="en-US" altLang="x-none" sz="4100" dirty="0">
                <a:ea typeface="ＭＳ Ｐゴシック" panose="020B0600070205080204" pitchFamily="34" charset="-128"/>
              </a:rPr>
            </a:br>
            <a:endParaRPr lang="x-none" sz="4100" dirty="0"/>
          </a:p>
        </p:txBody>
      </p:sp>
      <p:graphicFrame>
        <p:nvGraphicFramePr>
          <p:cNvPr id="52" name="Rectangle 3">
            <a:extLst>
              <a:ext uri="{FF2B5EF4-FFF2-40B4-BE49-F238E27FC236}">
                <a16:creationId xmlns:a16="http://schemas.microsoft.com/office/drawing/2014/main" id="{B323BA6C-4FF4-174A-0C65-FBEC9985BE4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028192750"/>
              </p:ext>
            </p:extLst>
          </p:nvPr>
        </p:nvGraphicFramePr>
        <p:xfrm>
          <a:off x="4807223" y="457200"/>
          <a:ext cx="7003777" cy="595265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8039726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>
                                            <p:graphicEl>
                                              <a:dgm id="{91A80EC5-5433-486D-A2A1-39BF10E8DFEC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2">
                                            <p:graphicEl>
                                              <a:dgm id="{91A80EC5-5433-486D-A2A1-39BF10E8DFEC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2">
                                            <p:graphicEl>
                                              <a:dgm id="{91A80EC5-5433-486D-A2A1-39BF10E8DFEC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>
                                            <p:graphicEl>
                                              <a:dgm id="{B037029F-467A-4175-ACCD-5BB0BAD5F108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2">
                                            <p:graphicEl>
                                              <a:dgm id="{B037029F-467A-4175-ACCD-5BB0BAD5F108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2">
                                            <p:graphicEl>
                                              <a:dgm id="{B037029F-467A-4175-ACCD-5BB0BAD5F108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>
                                            <p:graphicEl>
                                              <a:dgm id="{578A2B33-A1A4-4F17-867C-0187B6F47F1E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2">
                                            <p:graphicEl>
                                              <a:dgm id="{578A2B33-A1A4-4F17-867C-0187B6F47F1E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52">
                                            <p:graphicEl>
                                              <a:dgm id="{578A2B33-A1A4-4F17-867C-0187B6F47F1E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>
                                            <p:graphicEl>
                                              <a:dgm id="{E7C93D51-3073-46CB-952D-CB673EFA8DD6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52">
                                            <p:graphicEl>
                                              <a:dgm id="{E7C93D51-3073-46CB-952D-CB673EFA8DD6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52">
                                            <p:graphicEl>
                                              <a:dgm id="{E7C93D51-3073-46CB-952D-CB673EFA8DD6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52" grpId="0">
        <p:bldSub>
          <a:bldDgm bld="one"/>
        </p:bldSub>
      </p:bldGraphic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66" name="Rectangle 65">
            <a:extLst>
              <a:ext uri="{FF2B5EF4-FFF2-40B4-BE49-F238E27FC236}">
                <a16:creationId xmlns:a16="http://schemas.microsoft.com/office/drawing/2014/main" id="{4AB8125F-0FD8-48CD-9F43-73E5494EA7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0019DD6C-5899-4C07-864B-EB0A7D104A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solidFill>
            <a:schemeClr val="bg2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sp>
        <p:nvSpPr>
          <p:cNvPr id="70" name="Rectangle 69">
            <a:extLst>
              <a:ext uri="{FF2B5EF4-FFF2-40B4-BE49-F238E27FC236}">
                <a16:creationId xmlns:a16="http://schemas.microsoft.com/office/drawing/2014/main" id="{EBDFFBC1-15BD-428E-B8AF-ECF5D1B76DE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51"/>
            <a:ext cx="12192000" cy="2217680"/>
          </a:xfrm>
          <a:prstGeom prst="rect">
            <a:avLst/>
          </a:prstGeom>
          <a:solidFill>
            <a:schemeClr val="tx2">
              <a:lumMod val="90000"/>
              <a:lumOff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sp>
        <p:nvSpPr>
          <p:cNvPr id="72" name="Rectangle 71">
            <a:extLst>
              <a:ext uri="{FF2B5EF4-FFF2-40B4-BE49-F238E27FC236}">
                <a16:creationId xmlns:a16="http://schemas.microsoft.com/office/drawing/2014/main" id="{EBFB3075-0323-4EB0-B1A5-776A0E709C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0" y="-1"/>
            <a:ext cx="12191999" cy="2224386"/>
          </a:xfrm>
          <a:prstGeom prst="rect">
            <a:avLst/>
          </a:prstGeom>
          <a:blipFill dpi="0" rotWithShape="1">
            <a:blip r:embed="rId3">
              <a:alphaModFix amt="20000"/>
              <a:duotone>
                <a:schemeClr val="accent1">
                  <a:shade val="45000"/>
                  <a:satMod val="135000"/>
                </a:schemeClr>
                <a:prstClr val="white"/>
              </a:duotone>
            </a:blip>
            <a:srcRect/>
            <a:tile tx="889000" ty="0" sx="100000" sy="100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FC3A1FC-2952-9A27-C2AB-8BFB59DFF8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81000"/>
            <a:ext cx="10003218" cy="1600124"/>
          </a:xfrm>
        </p:spPr>
        <p:txBody>
          <a:bodyPr>
            <a:normAutofit/>
          </a:bodyPr>
          <a:lstStyle/>
          <a:p>
            <a:pPr algn="ctr"/>
            <a:r>
              <a:rPr lang="en-US" altLang="en-PK" dirty="0"/>
              <a:t>Performance Metrics: Super-linear Speedups</a:t>
            </a:r>
            <a:endParaRPr lang="x-none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7369E26-8F07-424A-0E67-53B4EFCDEF96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801859" y="2616591"/>
            <a:ext cx="5106571" cy="3141413"/>
          </a:xfrm>
        </p:spPr>
        <p:txBody>
          <a:bodyPr anchor="ctr">
            <a:normAutofit fontScale="77500" lnSpcReduction="20000"/>
          </a:bodyPr>
          <a:lstStyle/>
          <a:p>
            <a:endParaRPr lang="en-US" sz="20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29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phenomenon when the speedup become greater than p is known as </a:t>
            </a:r>
            <a:r>
              <a:rPr lang="en-US" sz="29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superlinear</a:t>
            </a:r>
            <a:r>
              <a:rPr lang="en-US" sz="29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speedup.</a:t>
            </a:r>
          </a:p>
          <a:p>
            <a:r>
              <a:rPr lang="en-US" altLang="en-PK" sz="29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One reason for super linearity is that the parallel version does less work than corresponding serial algorithm. </a:t>
            </a:r>
          </a:p>
          <a:p>
            <a:pPr marL="0" indent="0" eaLnBrk="1" hangingPunct="1">
              <a:buNone/>
            </a:pPr>
            <a:endParaRPr lang="en-US" altLang="x-none" sz="55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BE41C94-8C6C-AE40-A6B5-4DF9140348D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54790" y="2981136"/>
            <a:ext cx="3745966" cy="2505264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5071870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9" name="Rectangle 38">
            <a:extLst>
              <a:ext uri="{FF2B5EF4-FFF2-40B4-BE49-F238E27FC236}">
                <a16:creationId xmlns:a16="http://schemas.microsoft.com/office/drawing/2014/main" id="{8651CFA9-6065-4243-AC48-858E359780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37962AE0-6A1C-4B76-9D52-10E5E6D7D3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bg2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pic>
        <p:nvPicPr>
          <p:cNvPr id="43" name="Picture 42">
            <a:extLst>
              <a:ext uri="{FF2B5EF4-FFF2-40B4-BE49-F238E27FC236}">
                <a16:creationId xmlns:a16="http://schemas.microsoft.com/office/drawing/2014/main" id="{A72D06A1-BA08-4820-BBC8-B24DDB32A3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7018" r="40625"/>
          <a:stretch/>
        </p:blipFill>
        <p:spPr>
          <a:xfrm>
            <a:off x="10744200" y="0"/>
            <a:ext cx="1447800" cy="153575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FC3A1FC-2952-9A27-C2AB-8BFB59DFF8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91842"/>
            <a:ext cx="9669598" cy="907036"/>
          </a:xfrm>
        </p:spPr>
        <p:txBody>
          <a:bodyPr anchor="t">
            <a:normAutofit fontScale="90000"/>
          </a:bodyPr>
          <a:lstStyle/>
          <a:p>
            <a:pPr algn="ctr"/>
            <a:r>
              <a:rPr lang="en-US" altLang="en-PK" dirty="0">
                <a:solidFill>
                  <a:schemeClr val="tx2"/>
                </a:solidFill>
                <a:ea typeface="ＭＳ Ｐゴシック" panose="020B0600070205080204" pitchFamily="34" charset="-128"/>
              </a:rPr>
              <a:t>Performance Metrics: Super-linear Speedups</a:t>
            </a:r>
            <a:endParaRPr lang="x-none" dirty="0">
              <a:solidFill>
                <a:schemeClr val="tx2"/>
              </a:solidFill>
            </a:endParaRPr>
          </a:p>
        </p:txBody>
      </p:sp>
      <p:pic>
        <p:nvPicPr>
          <p:cNvPr id="45" name="Picture 44">
            <a:extLst>
              <a:ext uri="{FF2B5EF4-FFF2-40B4-BE49-F238E27FC236}">
                <a16:creationId xmlns:a16="http://schemas.microsoft.com/office/drawing/2014/main" id="{1295E665-0408-4072-94B3-49BA5ACBCBD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6048"/>
          <a:stretch/>
        </p:blipFill>
        <p:spPr>
          <a:xfrm rot="10800000">
            <a:off x="0" y="2719662"/>
            <a:ext cx="1371600" cy="2548349"/>
          </a:xfrm>
          <a:prstGeom prst="rect">
            <a:avLst/>
          </a:prstGeom>
        </p:spPr>
      </p:pic>
      <p:graphicFrame>
        <p:nvGraphicFramePr>
          <p:cNvPr id="3" name="Content Placeholder 2">
            <a:extLst>
              <a:ext uri="{FF2B5EF4-FFF2-40B4-BE49-F238E27FC236}">
                <a16:creationId xmlns:a16="http://schemas.microsoft.com/office/drawing/2014/main" id="{494F96D5-C6F5-A4EC-3801-1C9E27807DF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94008855"/>
              </p:ext>
            </p:extLst>
          </p:nvPr>
        </p:nvGraphicFramePr>
        <p:xfrm>
          <a:off x="838200" y="1949450"/>
          <a:ext cx="9529689" cy="446945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  <p:extLst>
      <p:ext uri="{BB962C8B-B14F-4D97-AF65-F5344CB8AC3E}">
        <p14:creationId xmlns:p14="http://schemas.microsoft.com/office/powerpoint/2010/main" val="23867316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A9329B47-3E1E-47F8-9672-48D741F834F4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graphicEl>
                                              <a:dgm id="{A9329B47-3E1E-47F8-9672-48D741F834F4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graphicEl>
                                              <a:dgm id="{A9329B47-3E1E-47F8-9672-48D741F834F4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3CF1A793-F08D-49BF-A132-1099A4A4DB9D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graphicEl>
                                              <a:dgm id="{3CF1A793-F08D-49BF-A132-1099A4A4DB9D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graphicEl>
                                              <a:dgm id="{3CF1A793-F08D-49BF-A132-1099A4A4DB9D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E655F3A2-4939-44BF-83DD-3F317909E84E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graphicEl>
                                              <a:dgm id="{E655F3A2-4939-44BF-83DD-3F317909E84E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graphicEl>
                                              <a:dgm id="{E655F3A2-4939-44BF-83DD-3F317909E84E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3" grpId="0">
        <p:bldSub>
          <a:bldDgm bld="one"/>
        </p:bldSub>
      </p:bldGraphic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8" name="Rectangle 39">
            <a:extLst>
              <a:ext uri="{FF2B5EF4-FFF2-40B4-BE49-F238E27FC236}">
                <a16:creationId xmlns:a16="http://schemas.microsoft.com/office/drawing/2014/main" id="{8651CFA9-6065-4243-AC48-858E359780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sp>
        <p:nvSpPr>
          <p:cNvPr id="49" name="Rectangle 41">
            <a:extLst>
              <a:ext uri="{FF2B5EF4-FFF2-40B4-BE49-F238E27FC236}">
                <a16:creationId xmlns:a16="http://schemas.microsoft.com/office/drawing/2014/main" id="{37962AE0-6A1C-4B76-9D52-10E5E6D7D3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bg2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sp>
        <p:nvSpPr>
          <p:cNvPr id="50" name="Rectangle 43">
            <a:extLst>
              <a:ext uri="{FF2B5EF4-FFF2-40B4-BE49-F238E27FC236}">
                <a16:creationId xmlns:a16="http://schemas.microsoft.com/office/drawing/2014/main" id="{027CAEDE-D92D-4745-8749-71019415A79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572000" cy="6858000"/>
          </a:xfrm>
          <a:prstGeom prst="rect">
            <a:avLst/>
          </a:prstGeom>
          <a:solidFill>
            <a:schemeClr val="tx2">
              <a:lumMod val="90000"/>
              <a:lumOff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1" name="Rectangle 45">
            <a:extLst>
              <a:ext uri="{FF2B5EF4-FFF2-40B4-BE49-F238E27FC236}">
                <a16:creationId xmlns:a16="http://schemas.microsoft.com/office/drawing/2014/main" id="{00C96CB6-3880-40E6-A4BF-F64E7D1E429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572000" cy="6858000"/>
          </a:xfrm>
          <a:prstGeom prst="rect">
            <a:avLst/>
          </a:prstGeom>
          <a:blipFill dpi="0" rotWithShape="1">
            <a:blip r:embed="rId2">
              <a:alphaModFix amt="20000"/>
              <a:duotone>
                <a:schemeClr val="accent1">
                  <a:shade val="45000"/>
                  <a:satMod val="135000"/>
                </a:schemeClr>
                <a:prstClr val="white"/>
              </a:duotone>
            </a:blip>
            <a:srcRect/>
            <a:tile tx="889000" ty="0" sx="100000" sy="100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FC3A1FC-2952-9A27-C2AB-8BFB59DFF8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1439" y="559813"/>
            <a:ext cx="3349782" cy="5577934"/>
          </a:xfrm>
        </p:spPr>
        <p:txBody>
          <a:bodyPr>
            <a:normAutofit/>
          </a:bodyPr>
          <a:lstStyle/>
          <a:p>
            <a:r>
              <a:rPr lang="en-US" altLang="en-PK" sz="4000" dirty="0">
                <a:ea typeface="ＭＳ Ｐゴシック" panose="020B0600070205080204" pitchFamily="34" charset="-128"/>
              </a:rPr>
              <a:t>Performance Metrics: Efficiency </a:t>
            </a:r>
            <a:br>
              <a:rPr lang="en-US" sz="4000" b="0" dirty="0"/>
            </a:br>
            <a:br>
              <a:rPr lang="en-US" altLang="x-none" sz="4100" dirty="0">
                <a:ea typeface="ＭＳ Ｐゴシック" panose="020B0600070205080204" pitchFamily="34" charset="-128"/>
              </a:rPr>
            </a:br>
            <a:endParaRPr lang="x-none" sz="41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2" name="Rectangle 3">
                <a:extLst>
                  <a:ext uri="{FF2B5EF4-FFF2-40B4-BE49-F238E27FC236}">
                    <a16:creationId xmlns:a16="http://schemas.microsoft.com/office/drawing/2014/main" id="{B323BA6C-4FF4-174A-0C65-FBEC9985BE4E}"/>
                  </a:ext>
                </a:extLst>
              </p:cNvPr>
              <p:cNvGraphicFramePr>
                <a:graphicFrameLocks noGrp="1"/>
              </p:cNvGraphicFramePr>
              <p:nvPr>
                <p:ph idx="1"/>
                <p:extLst>
                  <p:ext uri="{D42A27DB-BD31-4B8C-83A1-F6EECF244321}">
                    <p14:modId xmlns:p14="http://schemas.microsoft.com/office/powerpoint/2010/main" val="2148840557"/>
                  </p:ext>
                </p:extLst>
              </p:nvPr>
            </p:nvGraphicFramePr>
            <p:xfrm>
              <a:off x="4807223" y="457200"/>
              <a:ext cx="7003777" cy="5680547"/>
            </p:xfrm>
            <a:graphic>
              <a:graphicData uri="http://schemas.openxmlformats.org/drawingml/2006/diagram">
                <dgm:relIds xmlns:dgm="http://schemas.openxmlformats.org/drawingml/2006/diagram" xmlns:r="http://schemas.openxmlformats.org/officeDocument/2006/relationships" r:dm="rId3" r:lo="rId4" r:qs="rId5" r:cs="rId6"/>
              </a:graphicData>
            </a:graphic>
          </p:graphicFrame>
        </mc:Choice>
        <mc:Fallback xmlns="">
          <p:graphicFrame>
            <p:nvGraphicFramePr>
              <p:cNvPr id="52" name="Rectangle 3">
                <a:extLst>
                  <a:ext uri="{FF2B5EF4-FFF2-40B4-BE49-F238E27FC236}">
                    <a16:creationId xmlns:a16="http://schemas.microsoft.com/office/drawing/2014/main" id="{B323BA6C-4FF4-174A-0C65-FBEC9985BE4E}"/>
                  </a:ext>
                </a:extLst>
              </p:cNvPr>
              <p:cNvGraphicFramePr>
                <a:graphicFrameLocks noGrp="1"/>
              </p:cNvGraphicFramePr>
              <p:nvPr>
                <p:ph idx="1"/>
                <p:extLst>
                  <p:ext uri="{D42A27DB-BD31-4B8C-83A1-F6EECF244321}">
                    <p14:modId xmlns:p14="http://schemas.microsoft.com/office/powerpoint/2010/main" val="2148840557"/>
                  </p:ext>
                </p:extLst>
              </p:nvPr>
            </p:nvGraphicFramePr>
            <p:xfrm>
              <a:off x="4807223" y="457200"/>
              <a:ext cx="7003777" cy="5680547"/>
            </p:xfrm>
            <a:graphic>
              <a:graphicData uri="http://schemas.openxmlformats.org/drawingml/2006/diagram">
                <dgm:relIds xmlns:dgm="http://schemas.openxmlformats.org/drawingml/2006/diagram" xmlns:r="http://schemas.openxmlformats.org/officeDocument/2006/relationships" r:dm="rId8" r:lo="rId9" r:qs="rId10" r:cs="rId11"/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15342685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>
                                            <p:graphicEl>
                                              <a:dgm id="{91A80EC5-5433-486D-A2A1-39BF10E8DFEC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2">
                                            <p:graphicEl>
                                              <a:dgm id="{91A80EC5-5433-486D-A2A1-39BF10E8DFEC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2">
                                            <p:graphicEl>
                                              <a:dgm id="{91A80EC5-5433-486D-A2A1-39BF10E8DFEC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>
                                            <p:graphicEl>
                                              <a:dgm id="{B037029F-467A-4175-ACCD-5BB0BAD5F108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2">
                                            <p:graphicEl>
                                              <a:dgm id="{B037029F-467A-4175-ACCD-5BB0BAD5F108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2">
                                            <p:graphicEl>
                                              <a:dgm id="{B037029F-467A-4175-ACCD-5BB0BAD5F108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>
                                            <p:graphicEl>
                                              <a:dgm id="{3259CBCA-8D40-4EB8-B00B-D6DA44CE6EB8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2">
                                            <p:graphicEl>
                                              <a:dgm id="{3259CBCA-8D40-4EB8-B00B-D6DA44CE6EB8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52">
                                            <p:graphicEl>
                                              <a:dgm id="{3259CBCA-8D40-4EB8-B00B-D6DA44CE6EB8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52" grpId="0">
        <p:bldSub>
          <a:bldDgm bld="one"/>
        </p:bldSub>
      </p:bldGraphic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66" name="Rectangle 65">
            <a:extLst>
              <a:ext uri="{FF2B5EF4-FFF2-40B4-BE49-F238E27FC236}">
                <a16:creationId xmlns:a16="http://schemas.microsoft.com/office/drawing/2014/main" id="{4AB8125F-0FD8-48CD-9F43-73E5494EA7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0019DD6C-5899-4C07-864B-EB0A7D104A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solidFill>
            <a:schemeClr val="bg2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sp>
        <p:nvSpPr>
          <p:cNvPr id="70" name="Rectangle 69">
            <a:extLst>
              <a:ext uri="{FF2B5EF4-FFF2-40B4-BE49-F238E27FC236}">
                <a16:creationId xmlns:a16="http://schemas.microsoft.com/office/drawing/2014/main" id="{EBDFFBC1-15BD-428E-B8AF-ECF5D1B76DE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51"/>
            <a:ext cx="12192000" cy="2217680"/>
          </a:xfrm>
          <a:prstGeom prst="rect">
            <a:avLst/>
          </a:prstGeom>
          <a:solidFill>
            <a:schemeClr val="tx2">
              <a:lumMod val="90000"/>
              <a:lumOff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sp>
        <p:nvSpPr>
          <p:cNvPr id="72" name="Rectangle 71">
            <a:extLst>
              <a:ext uri="{FF2B5EF4-FFF2-40B4-BE49-F238E27FC236}">
                <a16:creationId xmlns:a16="http://schemas.microsoft.com/office/drawing/2014/main" id="{EBFB3075-0323-4EB0-B1A5-776A0E709C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0" y="-1"/>
            <a:ext cx="12191999" cy="2224386"/>
          </a:xfrm>
          <a:prstGeom prst="rect">
            <a:avLst/>
          </a:prstGeom>
          <a:blipFill dpi="0" rotWithShape="1">
            <a:blip r:embed="rId3">
              <a:alphaModFix amt="20000"/>
              <a:duotone>
                <a:schemeClr val="accent1">
                  <a:shade val="45000"/>
                  <a:satMod val="135000"/>
                </a:schemeClr>
                <a:prstClr val="white"/>
              </a:duotone>
            </a:blip>
            <a:srcRect/>
            <a:tile tx="889000" ty="0" sx="100000" sy="100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FC3A1FC-2952-9A27-C2AB-8BFB59DFF8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81000"/>
            <a:ext cx="10003218" cy="1600124"/>
          </a:xfrm>
        </p:spPr>
        <p:txBody>
          <a:bodyPr>
            <a:normAutofit/>
          </a:bodyPr>
          <a:lstStyle/>
          <a:p>
            <a:pPr algn="ctr"/>
            <a:r>
              <a:rPr lang="en-US" altLang="en-PK" dirty="0"/>
              <a:t>Performance Metrics: Super-linear Speedups</a:t>
            </a:r>
            <a:endParaRPr lang="x-none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7369E26-8F07-424A-0E67-53B4EFCDEF96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801859" y="2616591"/>
            <a:ext cx="9854070" cy="3684621"/>
          </a:xfrm>
        </p:spPr>
        <p:txBody>
          <a:bodyPr anchor="ctr">
            <a:normAutofit/>
          </a:bodyPr>
          <a:lstStyle/>
          <a:p>
            <a:endParaRPr lang="en-US" sz="20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altLang="en-PK" sz="29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altLang="en-PK" sz="2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speedup of adding numbers on processors is given by </a:t>
            </a:r>
          </a:p>
          <a:p>
            <a:endParaRPr lang="en-US" altLang="en-PK" sz="3200" dirty="0"/>
          </a:p>
          <a:p>
            <a:r>
              <a:rPr lang="en-US" altLang="en-PK" sz="2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Efficiency is given by </a:t>
            </a:r>
          </a:p>
          <a:p>
            <a:pPr marL="457200" lvl="1" indent="0">
              <a:buNone/>
            </a:pPr>
            <a:endParaRPr lang="en-US" altLang="en-PK" sz="25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sz="29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sz="29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eaLnBrk="1" hangingPunct="1">
              <a:buNone/>
            </a:pPr>
            <a:endParaRPr lang="en-US" altLang="x-none" sz="55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3" name="Picture 4">
            <a:extLst>
              <a:ext uri="{FF2B5EF4-FFF2-40B4-BE49-F238E27FC236}">
                <a16:creationId xmlns:a16="http://schemas.microsoft.com/office/drawing/2014/main" id="{F5D50481-33C3-D5D3-1E19-94BF9C93FAF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80099" y="3519529"/>
            <a:ext cx="1257300" cy="6286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B1A3E33E-CC3F-28BD-B266-F49AE2310160}"/>
                  </a:ext>
                </a:extLst>
              </p:cNvPr>
              <p:cNvSpPr txBox="1"/>
              <p:nvPr/>
            </p:nvSpPr>
            <p:spPr>
              <a:xfrm>
                <a:off x="3351524" y="5130585"/>
                <a:ext cx="596061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𝐸</m:t>
                      </m:r>
                      <m:r>
                        <a:rPr lang="pt-BR" sz="2400" i="1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PK" sz="2400" dirty="0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B1A3E33E-CC3F-28BD-B266-F49AE231016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51524" y="5130585"/>
                <a:ext cx="596061" cy="369332"/>
              </a:xfrm>
              <a:prstGeom prst="rect">
                <a:avLst/>
              </a:prstGeom>
              <a:blipFill>
                <a:blip r:embed="rId5"/>
                <a:stretch>
                  <a:fillRect l="-11224" r="-4082" b="-8333"/>
                </a:stretch>
              </a:blipFill>
            </p:spPr>
            <p:txBody>
              <a:bodyPr/>
              <a:lstStyle/>
              <a:p>
                <a:r>
                  <a:rPr lang="en-PK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5" name="Picture 8">
            <a:extLst>
              <a:ext uri="{FF2B5EF4-FFF2-40B4-BE49-F238E27FC236}">
                <a16:creationId xmlns:a16="http://schemas.microsoft.com/office/drawing/2014/main" id="{6069A83C-A8F0-204D-8180-E634AF7006A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84176" y="4788564"/>
            <a:ext cx="1106488" cy="12334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" name="Picture 9">
            <a:extLst>
              <a:ext uri="{FF2B5EF4-FFF2-40B4-BE49-F238E27FC236}">
                <a16:creationId xmlns:a16="http://schemas.microsoft.com/office/drawing/2014/main" id="{4F4326C2-DD50-531D-2F2A-8A72974F3748}"/>
              </a:ext>
            </a:extLst>
          </p:cNvPr>
          <p:cNvPicPr preferRelativeResize="0"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84141" y="5895618"/>
            <a:ext cx="1106488" cy="7493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9653AE68-3118-2806-539A-D33982DB53DC}"/>
                  </a:ext>
                </a:extLst>
              </p:cNvPr>
              <p:cNvSpPr txBox="1"/>
              <p:nvPr/>
            </p:nvSpPr>
            <p:spPr>
              <a:xfrm>
                <a:off x="3649554" y="6032614"/>
                <a:ext cx="306174" cy="36933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2400" i="1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PK" sz="2400" dirty="0"/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9653AE68-3118-2806-539A-D33982DB53D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49554" y="6032614"/>
                <a:ext cx="306174" cy="369332"/>
              </a:xfrm>
              <a:prstGeom prst="rect">
                <a:avLst/>
              </a:prstGeom>
              <a:blipFill>
                <a:blip r:embed="rId8"/>
                <a:stretch>
                  <a:fillRect l="-10000" r="-8000"/>
                </a:stretch>
              </a:blipFill>
            </p:spPr>
            <p:txBody>
              <a:bodyPr/>
              <a:lstStyle/>
              <a:p>
                <a:r>
                  <a:rPr lang="en-PK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1731938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9" name="Rectangle 38">
            <a:extLst>
              <a:ext uri="{FF2B5EF4-FFF2-40B4-BE49-F238E27FC236}">
                <a16:creationId xmlns:a16="http://schemas.microsoft.com/office/drawing/2014/main" id="{8651CFA9-6065-4243-AC48-858E359780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37962AE0-6A1C-4B76-9D52-10E5E6D7D3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bg2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pic>
        <p:nvPicPr>
          <p:cNvPr id="43" name="Picture 42">
            <a:extLst>
              <a:ext uri="{FF2B5EF4-FFF2-40B4-BE49-F238E27FC236}">
                <a16:creationId xmlns:a16="http://schemas.microsoft.com/office/drawing/2014/main" id="{A72D06A1-BA08-4820-BBC8-B24DDB32A3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7018" r="40625"/>
          <a:stretch/>
        </p:blipFill>
        <p:spPr>
          <a:xfrm>
            <a:off x="10744200" y="0"/>
            <a:ext cx="1447800" cy="153575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FC3A1FC-2952-9A27-C2AB-8BFB59DFF8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4900" y="132911"/>
            <a:ext cx="9669598" cy="907036"/>
          </a:xfrm>
        </p:spPr>
        <p:txBody>
          <a:bodyPr anchor="t">
            <a:noAutofit/>
          </a:bodyPr>
          <a:lstStyle/>
          <a:p>
            <a:pPr algn="ctr"/>
            <a:r>
              <a:rPr lang="en-US" altLang="en-PK" sz="3600" dirty="0">
                <a:solidFill>
                  <a:schemeClr val="tx2"/>
                </a:solidFill>
                <a:ea typeface="ＭＳ Ｐゴシック" panose="020B0600070205080204" pitchFamily="34" charset="-128"/>
              </a:rPr>
              <a:t>Cost of a Parallel System </a:t>
            </a:r>
            <a:endParaRPr lang="x-none" sz="3600" dirty="0">
              <a:solidFill>
                <a:schemeClr val="tx2"/>
              </a:solidFill>
              <a:ea typeface="ＭＳ Ｐゴシック" panose="020B0600070205080204" pitchFamily="34" charset="-128"/>
            </a:endParaRPr>
          </a:p>
        </p:txBody>
      </p:sp>
      <p:pic>
        <p:nvPicPr>
          <p:cNvPr id="45" name="Picture 44">
            <a:extLst>
              <a:ext uri="{FF2B5EF4-FFF2-40B4-BE49-F238E27FC236}">
                <a16:creationId xmlns:a16="http://schemas.microsoft.com/office/drawing/2014/main" id="{1295E665-0408-4072-94B3-49BA5ACBCBD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6048"/>
          <a:stretch/>
        </p:blipFill>
        <p:spPr>
          <a:xfrm rot="10800000">
            <a:off x="0" y="2719662"/>
            <a:ext cx="1371600" cy="2548349"/>
          </a:xfrm>
          <a:prstGeom prst="rect">
            <a:avLst/>
          </a:prstGeom>
        </p:spPr>
      </p:pic>
      <p:graphicFrame>
        <p:nvGraphicFramePr>
          <p:cNvPr id="3" name="Content Placeholder 2">
            <a:extLst>
              <a:ext uri="{FF2B5EF4-FFF2-40B4-BE49-F238E27FC236}">
                <a16:creationId xmlns:a16="http://schemas.microsoft.com/office/drawing/2014/main" id="{494F96D5-C6F5-A4EC-3801-1C9E27807DF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26913662"/>
              </p:ext>
            </p:extLst>
          </p:nvPr>
        </p:nvGraphicFramePr>
        <p:xfrm>
          <a:off x="964809" y="1716820"/>
          <a:ext cx="9529689" cy="48142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  <p:extLst>
      <p:ext uri="{BB962C8B-B14F-4D97-AF65-F5344CB8AC3E}">
        <p14:creationId xmlns:p14="http://schemas.microsoft.com/office/powerpoint/2010/main" val="18610473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77FFFAF0-02A3-4A5F-AEB3-B0DA389158A8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graphicEl>
                                              <a:dgm id="{77FFFAF0-02A3-4A5F-AEB3-B0DA389158A8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graphicEl>
                                              <a:dgm id="{77FFFAF0-02A3-4A5F-AEB3-B0DA389158A8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9F7DF6E7-133C-4236-9818-3D5166290A87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graphicEl>
                                              <a:dgm id="{9F7DF6E7-133C-4236-9818-3D5166290A87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graphicEl>
                                              <a:dgm id="{9F7DF6E7-133C-4236-9818-3D5166290A87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E059191C-B71B-4E0A-9E4B-F4D7FC8E50B9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graphicEl>
                                              <a:dgm id="{E059191C-B71B-4E0A-9E4B-F4D7FC8E50B9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graphicEl>
                                              <a:dgm id="{E059191C-B71B-4E0A-9E4B-F4D7FC8E50B9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5F7414F6-55E9-4FA9-86B4-D1F96E47B2C4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graphicEl>
                                              <a:dgm id="{5F7414F6-55E9-4FA9-86B4-D1F96E47B2C4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graphicEl>
                                              <a:dgm id="{5F7414F6-55E9-4FA9-86B4-D1F96E47B2C4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A0EBDBD1-8590-43EA-A0CF-CDB38E31A616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graphicEl>
                                              <a:dgm id="{A0EBDBD1-8590-43EA-A0CF-CDB38E31A616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graphicEl>
                                              <a:dgm id="{A0EBDBD1-8590-43EA-A0CF-CDB38E31A616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3" grpId="0">
        <p:bldSub>
          <a:bldDgm bld="one"/>
        </p:bldSub>
      </p:bldGraphic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9" name="Rectangle 38">
            <a:extLst>
              <a:ext uri="{FF2B5EF4-FFF2-40B4-BE49-F238E27FC236}">
                <a16:creationId xmlns:a16="http://schemas.microsoft.com/office/drawing/2014/main" id="{8651CFA9-6065-4243-AC48-858E359780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37962AE0-6A1C-4B76-9D52-10E5E6D7D3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bg2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pic>
        <p:nvPicPr>
          <p:cNvPr id="43" name="Picture 42">
            <a:extLst>
              <a:ext uri="{FF2B5EF4-FFF2-40B4-BE49-F238E27FC236}">
                <a16:creationId xmlns:a16="http://schemas.microsoft.com/office/drawing/2014/main" id="{A72D06A1-BA08-4820-BBC8-B24DDB32A3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7018" r="40625"/>
          <a:stretch/>
        </p:blipFill>
        <p:spPr>
          <a:xfrm>
            <a:off x="10744200" y="0"/>
            <a:ext cx="1447800" cy="153575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FC3A1FC-2952-9A27-C2AB-8BFB59DFF8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4900" y="132911"/>
            <a:ext cx="9669598" cy="907036"/>
          </a:xfrm>
        </p:spPr>
        <p:txBody>
          <a:bodyPr anchor="t">
            <a:noAutofit/>
          </a:bodyPr>
          <a:lstStyle/>
          <a:p>
            <a:pPr algn="ctr"/>
            <a:r>
              <a:rPr lang="en-US" altLang="en-PK" sz="3600" dirty="0">
                <a:solidFill>
                  <a:schemeClr val="tx2"/>
                </a:solidFill>
                <a:ea typeface="ＭＳ Ｐゴシック" panose="020B0600070205080204" pitchFamily="34" charset="-128"/>
              </a:rPr>
              <a:t>Cost of a Parallel System: Example </a:t>
            </a:r>
            <a:endParaRPr lang="x-none" sz="3600" dirty="0">
              <a:solidFill>
                <a:schemeClr val="tx2"/>
              </a:solidFill>
              <a:ea typeface="ＭＳ Ｐゴシック" panose="020B0600070205080204" pitchFamily="34" charset="-128"/>
            </a:endParaRPr>
          </a:p>
        </p:txBody>
      </p:sp>
      <p:pic>
        <p:nvPicPr>
          <p:cNvPr id="45" name="Picture 44">
            <a:extLst>
              <a:ext uri="{FF2B5EF4-FFF2-40B4-BE49-F238E27FC236}">
                <a16:creationId xmlns:a16="http://schemas.microsoft.com/office/drawing/2014/main" id="{1295E665-0408-4072-94B3-49BA5ACBCBD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6048"/>
          <a:stretch/>
        </p:blipFill>
        <p:spPr>
          <a:xfrm rot="10800000">
            <a:off x="0" y="2719662"/>
            <a:ext cx="1371600" cy="2548349"/>
          </a:xfrm>
          <a:prstGeom prst="rect">
            <a:avLst/>
          </a:prstGeom>
        </p:spPr>
      </p:pic>
      <p:graphicFrame>
        <p:nvGraphicFramePr>
          <p:cNvPr id="3" name="Content Placeholder 2">
            <a:extLst>
              <a:ext uri="{FF2B5EF4-FFF2-40B4-BE49-F238E27FC236}">
                <a16:creationId xmlns:a16="http://schemas.microsoft.com/office/drawing/2014/main" id="{494F96D5-C6F5-A4EC-3801-1C9E27807DF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634582404"/>
              </p:ext>
            </p:extLst>
          </p:nvPr>
        </p:nvGraphicFramePr>
        <p:xfrm>
          <a:off x="964809" y="1716820"/>
          <a:ext cx="9529689" cy="48142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  <p:extLst>
      <p:ext uri="{BB962C8B-B14F-4D97-AF65-F5344CB8AC3E}">
        <p14:creationId xmlns:p14="http://schemas.microsoft.com/office/powerpoint/2010/main" val="24846898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9F7DF6E7-133C-4236-9818-3D5166290A87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graphicEl>
                                              <a:dgm id="{9F7DF6E7-133C-4236-9818-3D5166290A87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graphicEl>
                                              <a:dgm id="{9F7DF6E7-133C-4236-9818-3D5166290A87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E059191C-B71B-4E0A-9E4B-F4D7FC8E50B9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graphicEl>
                                              <a:dgm id="{E059191C-B71B-4E0A-9E4B-F4D7FC8E50B9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graphicEl>
                                              <a:dgm id="{E059191C-B71B-4E0A-9E4B-F4D7FC8E50B9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65D81846-C9EB-4D7A-8FB3-6CB7CAFD992A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graphicEl>
                                              <a:dgm id="{65D81846-C9EB-4D7A-8FB3-6CB7CAFD992A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graphicEl>
                                              <a:dgm id="{65D81846-C9EB-4D7A-8FB3-6CB7CAFD992A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ECDFA492-0ACF-4A23-A29A-2B9D9470CF72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graphicEl>
                                              <a:dgm id="{ECDFA492-0ACF-4A23-A29A-2B9D9470CF72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graphicEl>
                                              <a:dgm id="{ECDFA492-0ACF-4A23-A29A-2B9D9470CF72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3" grpId="0">
        <p:bldSub>
          <a:bldDgm bld="one"/>
        </p:bldSub>
      </p:bldGraphic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9" name="Rectangle 38">
            <a:extLst>
              <a:ext uri="{FF2B5EF4-FFF2-40B4-BE49-F238E27FC236}">
                <a16:creationId xmlns:a16="http://schemas.microsoft.com/office/drawing/2014/main" id="{8651CFA9-6065-4243-AC48-858E359780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37962AE0-6A1C-4B76-9D52-10E5E6D7D3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bg2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pic>
        <p:nvPicPr>
          <p:cNvPr id="43" name="Picture 42">
            <a:extLst>
              <a:ext uri="{FF2B5EF4-FFF2-40B4-BE49-F238E27FC236}">
                <a16:creationId xmlns:a16="http://schemas.microsoft.com/office/drawing/2014/main" id="{A72D06A1-BA08-4820-BBC8-B24DDB32A3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7018" r="40625"/>
          <a:stretch/>
        </p:blipFill>
        <p:spPr>
          <a:xfrm>
            <a:off x="10744200" y="0"/>
            <a:ext cx="1447800" cy="153575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FC3A1FC-2952-9A27-C2AB-8BFB59DFF8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4900" y="132911"/>
            <a:ext cx="9669598" cy="907036"/>
          </a:xfrm>
        </p:spPr>
        <p:txBody>
          <a:bodyPr anchor="t">
            <a:noAutofit/>
          </a:bodyPr>
          <a:lstStyle/>
          <a:p>
            <a:pPr algn="ctr"/>
            <a:r>
              <a:rPr lang="en-US" altLang="en-PK" sz="3600" dirty="0">
                <a:solidFill>
                  <a:schemeClr val="tx2"/>
                </a:solidFill>
                <a:ea typeface="ＭＳ Ｐゴシック" panose="020B0600070205080204" pitchFamily="34" charset="-128"/>
              </a:rPr>
              <a:t>Impact of Non-Cost Optimality </a:t>
            </a:r>
            <a:endParaRPr lang="x-none" sz="3600" dirty="0">
              <a:solidFill>
                <a:schemeClr val="tx2"/>
              </a:solidFill>
              <a:ea typeface="ＭＳ Ｐゴシック" panose="020B0600070205080204" pitchFamily="34" charset="-128"/>
            </a:endParaRPr>
          </a:p>
        </p:txBody>
      </p:sp>
      <p:pic>
        <p:nvPicPr>
          <p:cNvPr id="45" name="Picture 44">
            <a:extLst>
              <a:ext uri="{FF2B5EF4-FFF2-40B4-BE49-F238E27FC236}">
                <a16:creationId xmlns:a16="http://schemas.microsoft.com/office/drawing/2014/main" id="{1295E665-0408-4072-94B3-49BA5ACBCBD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6048"/>
          <a:stretch/>
        </p:blipFill>
        <p:spPr>
          <a:xfrm rot="10800000">
            <a:off x="0" y="2719662"/>
            <a:ext cx="1371600" cy="2548349"/>
          </a:xfrm>
          <a:prstGeom prst="rect">
            <a:avLst/>
          </a:prstGeom>
        </p:spPr>
      </p:pic>
      <p:graphicFrame>
        <p:nvGraphicFramePr>
          <p:cNvPr id="3" name="Content Placeholder 2">
            <a:extLst>
              <a:ext uri="{FF2B5EF4-FFF2-40B4-BE49-F238E27FC236}">
                <a16:creationId xmlns:a16="http://schemas.microsoft.com/office/drawing/2014/main" id="{494F96D5-C6F5-A4EC-3801-1C9E27807DF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16936989"/>
              </p:ext>
            </p:extLst>
          </p:nvPr>
        </p:nvGraphicFramePr>
        <p:xfrm>
          <a:off x="964809" y="1716820"/>
          <a:ext cx="9529689" cy="48142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  <p:extLst>
      <p:ext uri="{BB962C8B-B14F-4D97-AF65-F5344CB8AC3E}">
        <p14:creationId xmlns:p14="http://schemas.microsoft.com/office/powerpoint/2010/main" val="21213018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A91729EA-4E72-4A6A-B537-05CD98B41416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graphicEl>
                                              <a:dgm id="{A91729EA-4E72-4A6A-B537-05CD98B41416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graphicEl>
                                              <a:dgm id="{A91729EA-4E72-4A6A-B537-05CD98B41416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803FC7D3-846C-4873-9FE9-4A99686E0D6E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graphicEl>
                                              <a:dgm id="{803FC7D3-846C-4873-9FE9-4A99686E0D6E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graphicEl>
                                              <a:dgm id="{803FC7D3-846C-4873-9FE9-4A99686E0D6E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65F33E37-F7C5-4B9F-A6E7-02B7A9BF6761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">
                                            <p:graphicEl>
                                              <a:dgm id="{65F33E37-F7C5-4B9F-A6E7-02B7A9BF6761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">
                                            <p:graphicEl>
                                              <a:dgm id="{65F33E37-F7C5-4B9F-A6E7-02B7A9BF6761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ACF30220-8469-4F6E-8571-17A56045E759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">
                                            <p:graphicEl>
                                              <a:dgm id="{ACF30220-8469-4F6E-8571-17A56045E759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">
                                            <p:graphicEl>
                                              <a:dgm id="{ACF30220-8469-4F6E-8571-17A56045E759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10ED03CB-7415-4D8D-B615-6883A04F621D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3">
                                            <p:graphicEl>
                                              <a:dgm id="{10ED03CB-7415-4D8D-B615-6883A04F621D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3">
                                            <p:graphicEl>
                                              <a:dgm id="{10ED03CB-7415-4D8D-B615-6883A04F621D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71A7B654-DD46-4041-9AE6-297674385EE0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3">
                                            <p:graphicEl>
                                              <a:dgm id="{71A7B654-DD46-4041-9AE6-297674385EE0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3">
                                            <p:graphicEl>
                                              <a:dgm id="{71A7B654-DD46-4041-9AE6-297674385EE0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D75E12E9-20A0-4460-825A-DF40F7CA2C16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graphicEl>
                                              <a:dgm id="{D75E12E9-20A0-4460-825A-DF40F7CA2C16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graphicEl>
                                              <a:dgm id="{D75E12E9-20A0-4460-825A-DF40F7CA2C16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3" grpId="0">
        <p:bldSub>
          <a:bldDgm bld="one"/>
        </p:bldSub>
      </p:bldGraphic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9" name="Rectangle 38">
            <a:extLst>
              <a:ext uri="{FF2B5EF4-FFF2-40B4-BE49-F238E27FC236}">
                <a16:creationId xmlns:a16="http://schemas.microsoft.com/office/drawing/2014/main" id="{8651CFA9-6065-4243-AC48-858E359780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37962AE0-6A1C-4B76-9D52-10E5E6D7D3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bg2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pic>
        <p:nvPicPr>
          <p:cNvPr id="43" name="Picture 42">
            <a:extLst>
              <a:ext uri="{FF2B5EF4-FFF2-40B4-BE49-F238E27FC236}">
                <a16:creationId xmlns:a16="http://schemas.microsoft.com/office/drawing/2014/main" id="{A72D06A1-BA08-4820-BBC8-B24DDB32A3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7018" r="40625"/>
          <a:stretch/>
        </p:blipFill>
        <p:spPr>
          <a:xfrm>
            <a:off x="10744200" y="0"/>
            <a:ext cx="1447800" cy="153575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FC3A1FC-2952-9A27-C2AB-8BFB59DFF8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4900" y="132911"/>
            <a:ext cx="9669598" cy="907036"/>
          </a:xfrm>
        </p:spPr>
        <p:txBody>
          <a:bodyPr anchor="t">
            <a:noAutofit/>
          </a:bodyPr>
          <a:lstStyle/>
          <a:p>
            <a:pPr algn="ctr"/>
            <a:r>
              <a:rPr lang="en-US" altLang="en-PK" sz="3600" dirty="0">
                <a:solidFill>
                  <a:schemeClr val="tx2"/>
                </a:solidFill>
                <a:ea typeface="ＭＳ Ｐゴシック" panose="020B0600070205080204" pitchFamily="34" charset="-128"/>
              </a:rPr>
              <a:t>Impact of Non-Cost Optimality </a:t>
            </a:r>
            <a:endParaRPr lang="x-none" sz="3600" dirty="0">
              <a:solidFill>
                <a:schemeClr val="tx2"/>
              </a:solidFill>
              <a:ea typeface="ＭＳ Ｐゴシック" panose="020B0600070205080204" pitchFamily="34" charset="-128"/>
            </a:endParaRPr>
          </a:p>
        </p:txBody>
      </p:sp>
      <p:pic>
        <p:nvPicPr>
          <p:cNvPr id="45" name="Picture 44">
            <a:extLst>
              <a:ext uri="{FF2B5EF4-FFF2-40B4-BE49-F238E27FC236}">
                <a16:creationId xmlns:a16="http://schemas.microsoft.com/office/drawing/2014/main" id="{1295E665-0408-4072-94B3-49BA5ACBCBD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6048"/>
          <a:stretch/>
        </p:blipFill>
        <p:spPr>
          <a:xfrm rot="10800000">
            <a:off x="0" y="2719662"/>
            <a:ext cx="1371600" cy="2548349"/>
          </a:xfrm>
          <a:prstGeom prst="rect">
            <a:avLst/>
          </a:prstGeom>
        </p:spPr>
      </p:pic>
      <p:graphicFrame>
        <p:nvGraphicFramePr>
          <p:cNvPr id="3" name="Content Placeholder 2">
            <a:extLst>
              <a:ext uri="{FF2B5EF4-FFF2-40B4-BE49-F238E27FC236}">
                <a16:creationId xmlns:a16="http://schemas.microsoft.com/office/drawing/2014/main" id="{494F96D5-C6F5-A4EC-3801-1C9E27807DF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935569762"/>
              </p:ext>
            </p:extLst>
          </p:nvPr>
        </p:nvGraphicFramePr>
        <p:xfrm>
          <a:off x="964809" y="1716820"/>
          <a:ext cx="9529689" cy="48142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  <p:extLst>
      <p:ext uri="{BB962C8B-B14F-4D97-AF65-F5344CB8AC3E}">
        <p14:creationId xmlns:p14="http://schemas.microsoft.com/office/powerpoint/2010/main" val="1739514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AF27DDE4-0AB4-4D4F-AF71-82408EFC306C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graphicEl>
                                              <a:dgm id="{AF27DDE4-0AB4-4D4F-AF71-82408EFC306C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graphicEl>
                                              <a:dgm id="{AF27DDE4-0AB4-4D4F-AF71-82408EFC306C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FACED3BE-50D2-452F-B0E4-DA6E569D92F4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graphicEl>
                                              <a:dgm id="{FACED3BE-50D2-452F-B0E4-DA6E569D92F4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graphicEl>
                                              <a:dgm id="{FACED3BE-50D2-452F-B0E4-DA6E569D92F4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AE3DE55F-76C6-4C29-8560-10C3E169780F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">
                                            <p:graphicEl>
                                              <a:dgm id="{AE3DE55F-76C6-4C29-8560-10C3E169780F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">
                                            <p:graphicEl>
                                              <a:dgm id="{AE3DE55F-76C6-4C29-8560-10C3E169780F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1F0E1E20-1D53-458C-8BBA-8AF9AC77E21B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">
                                            <p:graphicEl>
                                              <a:dgm id="{1F0E1E20-1D53-458C-8BBA-8AF9AC77E21B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">
                                            <p:graphicEl>
                                              <a:dgm id="{1F0E1E20-1D53-458C-8BBA-8AF9AC77E21B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77A98B34-CD64-4B4B-A764-AC7CFC0855C0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3">
                                            <p:graphicEl>
                                              <a:dgm id="{77A98B34-CD64-4B4B-A764-AC7CFC0855C0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3">
                                            <p:graphicEl>
                                              <a:dgm id="{77A98B34-CD64-4B4B-A764-AC7CFC0855C0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3" grpId="0">
        <p:bldSub>
          <a:bldDgm bld="one"/>
        </p:bldSub>
      </p:bldGraphic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0BABF38A-8A0D-492E-BD20-6CF4D46B50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2000" cy="6858004"/>
          </a:xfrm>
          <a:prstGeom prst="rect">
            <a:avLst/>
          </a:prstGeom>
          <a:solidFill>
            <a:schemeClr val="tx2">
              <a:lumMod val="90000"/>
              <a:lumOff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lumMod val="65000"/>
                  <a:lumOff val="35000"/>
                </a:srgbClr>
              </a:solidFill>
              <a:effectLst/>
              <a:uLnTx/>
              <a:uFillTx/>
              <a:latin typeface="AvenirNext LT Pro Medium" panose="020B0504020202020204" pitchFamily="34" charset="0"/>
              <a:ea typeface="+mn-ea"/>
              <a:cs typeface="+mn-cs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1CB7E8AE-A3AC-4BB7-A5C6-F00EC697B26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"/>
            <a:ext cx="12192000" cy="1392401"/>
          </a:xfrm>
          <a:prstGeom prst="rect">
            <a:avLst/>
          </a:prstGeom>
        </p:spPr>
      </p:pic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4AB8125F-0FD8-48CD-9F43-73E5494EA7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>
                  <a:lumMod val="65000"/>
                  <a:lumOff val="35000"/>
                </a:srgbClr>
              </a:solidFill>
              <a:effectLst/>
              <a:uLnTx/>
              <a:uFillTx/>
              <a:latin typeface="AvenirNext LT Pro Medium" panose="020B0504020202020204" pitchFamily="34" charset="0"/>
              <a:ea typeface="+mn-ea"/>
              <a:cs typeface="+mn-cs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019DD6C-5899-4C07-864B-EB0A7D104A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solidFill>
            <a:schemeClr val="bg2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>
                  <a:lumMod val="65000"/>
                  <a:lumOff val="35000"/>
                </a:srgbClr>
              </a:solidFill>
              <a:effectLst/>
              <a:uLnTx/>
              <a:uFillTx/>
              <a:latin typeface="AvenirNext LT Pro Medium" panose="020B0504020202020204" pitchFamily="34" charset="0"/>
              <a:ea typeface="+mn-ea"/>
              <a:cs typeface="+mn-cs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4D19B4B-DD16-5DF2-E34B-4765F6BA2C48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9052" r="15486" b="-2"/>
          <a:stretch/>
        </p:blipFill>
        <p:spPr>
          <a:xfrm>
            <a:off x="3048" y="10"/>
            <a:ext cx="6195372" cy="4618233"/>
          </a:xfrm>
          <a:prstGeom prst="rect">
            <a:avLst/>
          </a:prstGeom>
        </p:spPr>
      </p:pic>
      <p:sp>
        <p:nvSpPr>
          <p:cNvPr id="17" name="Rectangle 16">
            <a:extLst>
              <a:ext uri="{FF2B5EF4-FFF2-40B4-BE49-F238E27FC236}">
                <a16:creationId xmlns:a16="http://schemas.microsoft.com/office/drawing/2014/main" id="{EBDFFBC1-15BD-428E-B8AF-ECF5D1B76DE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4602877"/>
            <a:ext cx="12192000" cy="2267339"/>
          </a:xfrm>
          <a:prstGeom prst="rect">
            <a:avLst/>
          </a:prstGeom>
          <a:solidFill>
            <a:schemeClr val="tx2">
              <a:lumMod val="90000"/>
              <a:lumOff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lumMod val="65000"/>
                  <a:lumOff val="35000"/>
                </a:srgbClr>
              </a:solidFill>
              <a:effectLst/>
              <a:uLnTx/>
              <a:uFillTx/>
              <a:latin typeface="AvenirNext LT Pro Medium" panose="020B0504020202020204" pitchFamily="34" charset="0"/>
              <a:ea typeface="+mn-ea"/>
              <a:cs typeface="+mn-cs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EBFB3075-0323-4EB0-B1A5-776A0E709C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3055" y="4596020"/>
            <a:ext cx="12191999" cy="2274195"/>
          </a:xfrm>
          <a:prstGeom prst="rect">
            <a:avLst/>
          </a:prstGeom>
          <a:blipFill dpi="0" rotWithShape="1">
            <a:blip r:embed="rId4">
              <a:alphaModFix amt="20000"/>
              <a:duotone>
                <a:schemeClr val="accent1">
                  <a:shade val="45000"/>
                  <a:satMod val="135000"/>
                </a:schemeClr>
                <a:prstClr val="white"/>
              </a:duotone>
            </a:blip>
            <a:srcRect/>
            <a:tile tx="889000" ty="0" sx="100000" sy="100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venir Next LT Pro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EF2AEC3-B371-83A9-2DBA-0BB3061611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38200" y="4876800"/>
            <a:ext cx="10003218" cy="121920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>
              <a:lnSpc>
                <a:spcPct val="90000"/>
              </a:lnSpc>
            </a:pPr>
            <a:r>
              <a:rPr lang="en-US" altLang="x-none" sz="4100"/>
              <a:t>CS621 Parallel and Distributed Computing</a:t>
            </a:r>
            <a:endParaRPr lang="en-US" sz="410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357D0A4-286C-034D-8B8B-FADC6513AC0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553200" y="369204"/>
            <a:ext cx="4800600" cy="3935986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altLang="en-PK" sz="2800" b="1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Scalability of Parallel Systems </a:t>
            </a:r>
            <a:endParaRPr lang="en-US" sz="2800" b="1" dirty="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03279472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0" name="Rectangle 39">
            <a:extLst>
              <a:ext uri="{FF2B5EF4-FFF2-40B4-BE49-F238E27FC236}">
                <a16:creationId xmlns:a16="http://schemas.microsoft.com/office/drawing/2014/main" id="{8651CFA9-6065-4243-AC48-858E359780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>
                  <a:lumMod val="65000"/>
                  <a:lumOff val="35000"/>
                </a:srgbClr>
              </a:solidFill>
              <a:effectLst/>
              <a:uLnTx/>
              <a:uFillTx/>
              <a:latin typeface="AvenirNext LT Pro Medium" panose="020B0504020202020204" pitchFamily="34" charset="0"/>
              <a:ea typeface="+mn-ea"/>
              <a:cs typeface="+mn-cs"/>
            </a:endParaRP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37962AE0-6A1C-4B76-9D52-10E5E6D7D3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bg2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>
                  <a:lumMod val="65000"/>
                  <a:lumOff val="35000"/>
                </a:srgbClr>
              </a:solidFill>
              <a:effectLst/>
              <a:uLnTx/>
              <a:uFillTx/>
              <a:latin typeface="AvenirNext LT Pro Medium" panose="020B0504020202020204" pitchFamily="34" charset="0"/>
              <a:ea typeface="+mn-ea"/>
              <a:cs typeface="+mn-cs"/>
            </a:endParaRP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027CAEDE-D92D-4745-8749-71019415A79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572000" cy="6858000"/>
          </a:xfrm>
          <a:prstGeom prst="rect">
            <a:avLst/>
          </a:prstGeom>
          <a:solidFill>
            <a:schemeClr val="tx2">
              <a:lumMod val="90000"/>
              <a:lumOff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venir Next LT Pro"/>
              <a:ea typeface="+mn-ea"/>
              <a:cs typeface="+mn-cs"/>
            </a:endParaRP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00C96CB6-3880-40E6-A4BF-F64E7D1E429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572000" cy="6858000"/>
          </a:xfrm>
          <a:prstGeom prst="rect">
            <a:avLst/>
          </a:prstGeom>
          <a:blipFill dpi="0" rotWithShape="1">
            <a:blip r:embed="rId3">
              <a:alphaModFix amt="20000"/>
              <a:duotone>
                <a:schemeClr val="accent1">
                  <a:shade val="45000"/>
                  <a:satMod val="135000"/>
                </a:schemeClr>
                <a:prstClr val="white"/>
              </a:duotone>
            </a:blip>
            <a:srcRect/>
            <a:tile tx="889000" ty="0" sx="100000" sy="100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venir Next LT Pro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FC3A1FC-2952-9A27-C2AB-8BFB59DFF8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1" y="559813"/>
            <a:ext cx="2819399" cy="5577934"/>
          </a:xfrm>
        </p:spPr>
        <p:txBody>
          <a:bodyPr>
            <a:normAutofit/>
          </a:bodyPr>
          <a:lstStyle/>
          <a:p>
            <a:r>
              <a:rPr lang="en-US" altLang="x-none" sz="3700">
                <a:ea typeface="ＭＳ Ｐゴシック" panose="020B0600070205080204" pitchFamily="34" charset="-128"/>
              </a:rPr>
              <a:t>Objectives</a:t>
            </a:r>
            <a:endParaRPr lang="x-none" sz="3700"/>
          </a:p>
        </p:txBody>
      </p:sp>
      <p:graphicFrame>
        <p:nvGraphicFramePr>
          <p:cNvPr id="36" name="Rectangle 3">
            <a:extLst>
              <a:ext uri="{FF2B5EF4-FFF2-40B4-BE49-F238E27FC236}">
                <a16:creationId xmlns:a16="http://schemas.microsoft.com/office/drawing/2014/main" id="{BC8A9704-B22C-9F3F-529F-C75DC383571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754752549"/>
              </p:ext>
            </p:extLst>
          </p:nvPr>
        </p:nvGraphicFramePr>
        <p:xfrm>
          <a:off x="4807223" y="457200"/>
          <a:ext cx="7003777" cy="58436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  <p:extLst>
      <p:ext uri="{BB962C8B-B14F-4D97-AF65-F5344CB8AC3E}">
        <p14:creationId xmlns:p14="http://schemas.microsoft.com/office/powerpoint/2010/main" val="56237236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8" name="Rectangle 39">
            <a:extLst>
              <a:ext uri="{FF2B5EF4-FFF2-40B4-BE49-F238E27FC236}">
                <a16:creationId xmlns:a16="http://schemas.microsoft.com/office/drawing/2014/main" id="{8651CFA9-6065-4243-AC48-858E359780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sp>
        <p:nvSpPr>
          <p:cNvPr id="49" name="Rectangle 41">
            <a:extLst>
              <a:ext uri="{FF2B5EF4-FFF2-40B4-BE49-F238E27FC236}">
                <a16:creationId xmlns:a16="http://schemas.microsoft.com/office/drawing/2014/main" id="{37962AE0-6A1C-4B76-9D52-10E5E6D7D3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bg2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sp>
        <p:nvSpPr>
          <p:cNvPr id="50" name="Rectangle 43">
            <a:extLst>
              <a:ext uri="{FF2B5EF4-FFF2-40B4-BE49-F238E27FC236}">
                <a16:creationId xmlns:a16="http://schemas.microsoft.com/office/drawing/2014/main" id="{027CAEDE-D92D-4745-8749-71019415A79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572000" cy="6858000"/>
          </a:xfrm>
          <a:prstGeom prst="rect">
            <a:avLst/>
          </a:prstGeom>
          <a:solidFill>
            <a:schemeClr val="tx2">
              <a:lumMod val="90000"/>
              <a:lumOff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1" name="Rectangle 45">
            <a:extLst>
              <a:ext uri="{FF2B5EF4-FFF2-40B4-BE49-F238E27FC236}">
                <a16:creationId xmlns:a16="http://schemas.microsoft.com/office/drawing/2014/main" id="{00C96CB6-3880-40E6-A4BF-F64E7D1E429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572000" cy="6858000"/>
          </a:xfrm>
          <a:prstGeom prst="rect">
            <a:avLst/>
          </a:prstGeom>
          <a:blipFill dpi="0" rotWithShape="1">
            <a:blip r:embed="rId2">
              <a:alphaModFix amt="20000"/>
              <a:duotone>
                <a:schemeClr val="accent1">
                  <a:shade val="45000"/>
                  <a:satMod val="135000"/>
                </a:schemeClr>
                <a:prstClr val="white"/>
              </a:duotone>
            </a:blip>
            <a:srcRect/>
            <a:tile tx="889000" ty="0" sx="100000" sy="100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FC3A1FC-2952-9A27-C2AB-8BFB59DFF8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1439" y="559813"/>
            <a:ext cx="3349782" cy="5577934"/>
          </a:xfrm>
        </p:spPr>
        <p:txBody>
          <a:bodyPr>
            <a:normAutofit/>
          </a:bodyPr>
          <a:lstStyle/>
          <a:p>
            <a:r>
              <a:rPr lang="en-US" altLang="en-PK" sz="4000" dirty="0">
                <a:ea typeface="ＭＳ Ｐゴシック" panose="020B0600070205080204" pitchFamily="34" charset="-128"/>
              </a:rPr>
              <a:t>Effect of Granularity on Performance </a:t>
            </a:r>
            <a:br>
              <a:rPr lang="en-US" sz="4000" b="0" dirty="0"/>
            </a:br>
            <a:br>
              <a:rPr lang="en-US" altLang="x-none" sz="4100" dirty="0">
                <a:ea typeface="ＭＳ Ｐゴシック" panose="020B0600070205080204" pitchFamily="34" charset="-128"/>
              </a:rPr>
            </a:br>
            <a:endParaRPr lang="x-none" sz="4100" dirty="0"/>
          </a:p>
        </p:txBody>
      </p:sp>
      <p:graphicFrame>
        <p:nvGraphicFramePr>
          <p:cNvPr id="52" name="Rectangle 3">
            <a:extLst>
              <a:ext uri="{FF2B5EF4-FFF2-40B4-BE49-F238E27FC236}">
                <a16:creationId xmlns:a16="http://schemas.microsoft.com/office/drawing/2014/main" id="{B323BA6C-4FF4-174A-0C65-FBEC9985BE4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155804758"/>
              </p:ext>
            </p:extLst>
          </p:nvPr>
        </p:nvGraphicFramePr>
        <p:xfrm>
          <a:off x="4807223" y="457200"/>
          <a:ext cx="7003777" cy="568054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8741580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>
                                            <p:graphicEl>
                                              <a:dgm id="{91A80EC5-5433-486D-A2A1-39BF10E8DFEC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2">
                                            <p:graphicEl>
                                              <a:dgm id="{91A80EC5-5433-486D-A2A1-39BF10E8DFEC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2">
                                            <p:graphicEl>
                                              <a:dgm id="{91A80EC5-5433-486D-A2A1-39BF10E8DFEC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>
                                            <p:graphicEl>
                                              <a:dgm id="{B037029F-467A-4175-ACCD-5BB0BAD5F108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2">
                                            <p:graphicEl>
                                              <a:dgm id="{B037029F-467A-4175-ACCD-5BB0BAD5F108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2">
                                            <p:graphicEl>
                                              <a:dgm id="{B037029F-467A-4175-ACCD-5BB0BAD5F108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>
                                            <p:graphicEl>
                                              <a:dgm id="{0CBFF8DE-D616-4F6A-97D8-4332E60DA4E9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2">
                                            <p:graphicEl>
                                              <a:dgm id="{0CBFF8DE-D616-4F6A-97D8-4332E60DA4E9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52">
                                            <p:graphicEl>
                                              <a:dgm id="{0CBFF8DE-D616-4F6A-97D8-4332E60DA4E9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52" grpId="0">
        <p:bldSub>
          <a:bldDgm bld="one"/>
        </p:bldSub>
      </p:bldGraphic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8" name="Rectangle 39">
            <a:extLst>
              <a:ext uri="{FF2B5EF4-FFF2-40B4-BE49-F238E27FC236}">
                <a16:creationId xmlns:a16="http://schemas.microsoft.com/office/drawing/2014/main" id="{8651CFA9-6065-4243-AC48-858E359780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sp>
        <p:nvSpPr>
          <p:cNvPr id="49" name="Rectangle 41">
            <a:extLst>
              <a:ext uri="{FF2B5EF4-FFF2-40B4-BE49-F238E27FC236}">
                <a16:creationId xmlns:a16="http://schemas.microsoft.com/office/drawing/2014/main" id="{37962AE0-6A1C-4B76-9D52-10E5E6D7D3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bg2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sp>
        <p:nvSpPr>
          <p:cNvPr id="50" name="Rectangle 43">
            <a:extLst>
              <a:ext uri="{FF2B5EF4-FFF2-40B4-BE49-F238E27FC236}">
                <a16:creationId xmlns:a16="http://schemas.microsoft.com/office/drawing/2014/main" id="{027CAEDE-D92D-4745-8749-71019415A79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572000" cy="6858000"/>
          </a:xfrm>
          <a:prstGeom prst="rect">
            <a:avLst/>
          </a:prstGeom>
          <a:solidFill>
            <a:schemeClr val="tx2">
              <a:lumMod val="90000"/>
              <a:lumOff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1" name="Rectangle 45">
            <a:extLst>
              <a:ext uri="{FF2B5EF4-FFF2-40B4-BE49-F238E27FC236}">
                <a16:creationId xmlns:a16="http://schemas.microsoft.com/office/drawing/2014/main" id="{00C96CB6-3880-40E6-A4BF-F64E7D1E429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572000" cy="6858000"/>
          </a:xfrm>
          <a:prstGeom prst="rect">
            <a:avLst/>
          </a:prstGeom>
          <a:blipFill dpi="0" rotWithShape="1">
            <a:blip r:embed="rId3">
              <a:alphaModFix amt="20000"/>
              <a:duotone>
                <a:schemeClr val="accent1">
                  <a:shade val="45000"/>
                  <a:satMod val="135000"/>
                </a:schemeClr>
                <a:prstClr val="white"/>
              </a:duotone>
            </a:blip>
            <a:srcRect/>
            <a:tile tx="889000" ty="0" sx="100000" sy="100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FC3A1FC-2952-9A27-C2AB-8BFB59DFF8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1439" y="559813"/>
            <a:ext cx="3349782" cy="5577934"/>
          </a:xfrm>
        </p:spPr>
        <p:txBody>
          <a:bodyPr>
            <a:normAutofit/>
          </a:bodyPr>
          <a:lstStyle/>
          <a:p>
            <a:r>
              <a:rPr lang="en-US" altLang="en-PK" sz="4000" dirty="0">
                <a:ea typeface="ＭＳ Ｐゴシック" panose="020B0600070205080204" pitchFamily="34" charset="-128"/>
              </a:rPr>
              <a:t>Effect of Granularity on Performance </a:t>
            </a:r>
            <a:br>
              <a:rPr lang="en-US" sz="4000" b="0" dirty="0"/>
            </a:br>
            <a:br>
              <a:rPr lang="en-US" altLang="x-none" sz="4100" dirty="0">
                <a:ea typeface="ＭＳ Ｐゴシック" panose="020B0600070205080204" pitchFamily="34" charset="-128"/>
              </a:rPr>
            </a:br>
            <a:endParaRPr lang="x-none" sz="4100" dirty="0"/>
          </a:p>
        </p:txBody>
      </p:sp>
      <p:graphicFrame>
        <p:nvGraphicFramePr>
          <p:cNvPr id="52" name="Rectangle 3">
            <a:extLst>
              <a:ext uri="{FF2B5EF4-FFF2-40B4-BE49-F238E27FC236}">
                <a16:creationId xmlns:a16="http://schemas.microsoft.com/office/drawing/2014/main" id="{B323BA6C-4FF4-174A-0C65-FBEC9985BE4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163979498"/>
              </p:ext>
            </p:extLst>
          </p:nvPr>
        </p:nvGraphicFramePr>
        <p:xfrm>
          <a:off x="4807223" y="457200"/>
          <a:ext cx="7003777" cy="568054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  <p:extLst>
      <p:ext uri="{BB962C8B-B14F-4D97-AF65-F5344CB8AC3E}">
        <p14:creationId xmlns:p14="http://schemas.microsoft.com/office/powerpoint/2010/main" val="39317606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>
                                            <p:graphicEl>
                                              <a:dgm id="{91A80EC5-5433-486D-A2A1-39BF10E8DFEC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2">
                                            <p:graphicEl>
                                              <a:dgm id="{91A80EC5-5433-486D-A2A1-39BF10E8DFEC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2">
                                            <p:graphicEl>
                                              <a:dgm id="{91A80EC5-5433-486D-A2A1-39BF10E8DFEC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>
                                            <p:graphicEl>
                                              <a:dgm id="{B037029F-467A-4175-ACCD-5BB0BAD5F108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2">
                                            <p:graphicEl>
                                              <a:dgm id="{B037029F-467A-4175-ACCD-5BB0BAD5F108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2">
                                            <p:graphicEl>
                                              <a:dgm id="{B037029F-467A-4175-ACCD-5BB0BAD5F108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>
                                            <p:graphicEl>
                                              <a:dgm id="{0CBFF8DE-D616-4F6A-97D8-4332E60DA4E9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2">
                                            <p:graphicEl>
                                              <a:dgm id="{0CBFF8DE-D616-4F6A-97D8-4332E60DA4E9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52">
                                            <p:graphicEl>
                                              <a:dgm id="{0CBFF8DE-D616-4F6A-97D8-4332E60DA4E9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52" grpId="0">
        <p:bldSub>
          <a:bldDgm bld="one"/>
        </p:bldSub>
      </p:bldGraphic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66" name="Rectangle 65">
            <a:extLst>
              <a:ext uri="{FF2B5EF4-FFF2-40B4-BE49-F238E27FC236}">
                <a16:creationId xmlns:a16="http://schemas.microsoft.com/office/drawing/2014/main" id="{4AB8125F-0FD8-48CD-9F43-73E5494EA7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0019DD6C-5899-4C07-864B-EB0A7D104A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solidFill>
            <a:schemeClr val="bg2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sp>
        <p:nvSpPr>
          <p:cNvPr id="70" name="Rectangle 69">
            <a:extLst>
              <a:ext uri="{FF2B5EF4-FFF2-40B4-BE49-F238E27FC236}">
                <a16:creationId xmlns:a16="http://schemas.microsoft.com/office/drawing/2014/main" id="{EBDFFBC1-15BD-428E-B8AF-ECF5D1B76DE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51"/>
            <a:ext cx="12192000" cy="2217680"/>
          </a:xfrm>
          <a:prstGeom prst="rect">
            <a:avLst/>
          </a:prstGeom>
          <a:solidFill>
            <a:schemeClr val="tx2">
              <a:lumMod val="90000"/>
              <a:lumOff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sp>
        <p:nvSpPr>
          <p:cNvPr id="72" name="Rectangle 71">
            <a:extLst>
              <a:ext uri="{FF2B5EF4-FFF2-40B4-BE49-F238E27FC236}">
                <a16:creationId xmlns:a16="http://schemas.microsoft.com/office/drawing/2014/main" id="{EBFB3075-0323-4EB0-B1A5-776A0E709C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0" y="-1"/>
            <a:ext cx="12191999" cy="2224386"/>
          </a:xfrm>
          <a:prstGeom prst="rect">
            <a:avLst/>
          </a:prstGeom>
          <a:blipFill dpi="0" rotWithShape="1">
            <a:blip r:embed="rId3">
              <a:alphaModFix amt="20000"/>
              <a:duotone>
                <a:schemeClr val="accent1">
                  <a:shade val="45000"/>
                  <a:satMod val="135000"/>
                </a:schemeClr>
                <a:prstClr val="white"/>
              </a:duotone>
            </a:blip>
            <a:srcRect/>
            <a:tile tx="889000" ty="0" sx="100000" sy="100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FC3A1FC-2952-9A27-C2AB-8BFB59DFF8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81000"/>
            <a:ext cx="10003218" cy="1600124"/>
          </a:xfrm>
        </p:spPr>
        <p:txBody>
          <a:bodyPr>
            <a:normAutofit/>
          </a:bodyPr>
          <a:lstStyle/>
          <a:p>
            <a:r>
              <a:rPr lang="en-US" altLang="en-PK" dirty="0"/>
              <a:t>Scalability of Parallel Systems </a:t>
            </a:r>
            <a:endParaRPr lang="x-none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7369E26-8F07-424A-0E67-53B4EFCDEF96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801859" y="2616591"/>
            <a:ext cx="5106571" cy="3681595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endParaRPr lang="en-US" sz="55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lvl="1" indent="0">
              <a:buNone/>
            </a:pPr>
            <a:endParaRPr lang="en-US" sz="55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eaLnBrk="1" hangingPunct="1">
              <a:buNone/>
            </a:pPr>
            <a:endParaRPr lang="en-US" altLang="x-none" sz="55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Rectangle 3">
            <a:extLst>
              <a:ext uri="{FF2B5EF4-FFF2-40B4-BE49-F238E27FC236}">
                <a16:creationId xmlns:a16="http://schemas.microsoft.com/office/drawing/2014/main" id="{4880678C-4F3E-4F15-8114-94C181F35BE8}"/>
              </a:ext>
            </a:extLst>
          </p:cNvPr>
          <p:cNvSpPr txBox="1">
            <a:spLocks noChangeArrowheads="1"/>
          </p:cNvSpPr>
          <p:nvPr/>
        </p:nvSpPr>
        <p:spPr>
          <a:xfrm>
            <a:off x="457199" y="2362124"/>
            <a:ext cx="6987474" cy="4030584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10000"/>
          </a:bodyPr>
          <a:lstStyle>
            <a:lvl1pPr marL="228600" indent="-22860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2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24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Tx/>
              <a:buNone/>
            </a:pPr>
            <a:r>
              <a:rPr lang="en-US" altLang="en-US" sz="1600" dirty="0"/>
              <a:t>	</a:t>
            </a:r>
            <a:r>
              <a:rPr lang="en-US" altLang="en-US" dirty="0">
                <a:solidFill>
                  <a:schemeClr val="tx1"/>
                </a:solidFill>
              </a:rPr>
              <a:t>Can we build granularity in the previous example in a cost-optimal fashion? </a:t>
            </a:r>
          </a:p>
          <a:p>
            <a:r>
              <a:rPr lang="en-US" altLang="en-US" dirty="0">
                <a:solidFill>
                  <a:schemeClr val="tx1"/>
                </a:solidFill>
              </a:rPr>
              <a:t>Each processing element locally adds its </a:t>
            </a:r>
            <a:r>
              <a:rPr lang="en-US" altLang="en-US" b="1" i="1" dirty="0">
                <a:solidFill>
                  <a:schemeClr val="tx1"/>
                </a:solidFill>
              </a:rPr>
              <a:t>n</a:t>
            </a:r>
            <a:r>
              <a:rPr lang="en-US" altLang="en-US" dirty="0">
                <a:solidFill>
                  <a:schemeClr val="tx1"/>
                </a:solidFill>
              </a:rPr>
              <a:t> / </a:t>
            </a:r>
            <a:r>
              <a:rPr lang="en-US" altLang="en-US" b="1" i="1" dirty="0">
                <a:solidFill>
                  <a:schemeClr val="tx1"/>
                </a:solidFill>
              </a:rPr>
              <a:t>p </a:t>
            </a:r>
            <a:r>
              <a:rPr lang="en-US" altLang="en-US" dirty="0">
                <a:solidFill>
                  <a:schemeClr val="tx1"/>
                </a:solidFill>
              </a:rPr>
              <a:t>numbers in time      </a:t>
            </a:r>
            <a:r>
              <a:rPr lang="el-GR" altLang="en-US" dirty="0">
                <a:solidFill>
                  <a:schemeClr val="tx1"/>
                </a:solidFill>
              </a:rPr>
              <a:t>Θ</a:t>
            </a:r>
            <a:r>
              <a:rPr lang="en-US" altLang="en-US" dirty="0">
                <a:solidFill>
                  <a:schemeClr val="tx1"/>
                </a:solidFill>
              </a:rPr>
              <a:t> (</a:t>
            </a:r>
            <a:r>
              <a:rPr lang="en-US" altLang="en-US" b="1" i="1" dirty="0">
                <a:solidFill>
                  <a:schemeClr val="tx1"/>
                </a:solidFill>
              </a:rPr>
              <a:t>n</a:t>
            </a:r>
            <a:r>
              <a:rPr lang="en-US" altLang="en-US" dirty="0">
                <a:solidFill>
                  <a:schemeClr val="tx1"/>
                </a:solidFill>
              </a:rPr>
              <a:t> / </a:t>
            </a:r>
            <a:r>
              <a:rPr lang="en-US" altLang="en-US" b="1" i="1" dirty="0">
                <a:solidFill>
                  <a:schemeClr val="tx1"/>
                </a:solidFill>
              </a:rPr>
              <a:t>p</a:t>
            </a:r>
            <a:r>
              <a:rPr lang="en-US" altLang="en-US" dirty="0">
                <a:solidFill>
                  <a:schemeClr val="tx1"/>
                </a:solidFill>
              </a:rPr>
              <a:t>). </a:t>
            </a:r>
          </a:p>
          <a:p>
            <a:r>
              <a:rPr lang="en-US" altLang="en-US" dirty="0">
                <a:solidFill>
                  <a:schemeClr val="tx1"/>
                </a:solidFill>
              </a:rPr>
              <a:t>The </a:t>
            </a:r>
            <a:r>
              <a:rPr lang="en-US" altLang="en-US" b="1" i="1" dirty="0">
                <a:solidFill>
                  <a:schemeClr val="tx1"/>
                </a:solidFill>
              </a:rPr>
              <a:t>p </a:t>
            </a:r>
            <a:r>
              <a:rPr lang="en-US" altLang="en-US" dirty="0">
                <a:solidFill>
                  <a:schemeClr val="tx1"/>
                </a:solidFill>
              </a:rPr>
              <a:t>partial sums on </a:t>
            </a:r>
            <a:r>
              <a:rPr lang="en-US" altLang="en-US" b="1" i="1" dirty="0">
                <a:solidFill>
                  <a:schemeClr val="tx1"/>
                </a:solidFill>
              </a:rPr>
              <a:t>p </a:t>
            </a:r>
            <a:r>
              <a:rPr lang="en-US" altLang="en-US" dirty="0">
                <a:solidFill>
                  <a:schemeClr val="tx1"/>
                </a:solidFill>
              </a:rPr>
              <a:t>processing elements can be added in time </a:t>
            </a:r>
            <a:r>
              <a:rPr lang="el-GR" altLang="en-US" dirty="0">
                <a:solidFill>
                  <a:schemeClr val="tx1"/>
                </a:solidFill>
              </a:rPr>
              <a:t>Θ</a:t>
            </a:r>
            <a:r>
              <a:rPr lang="en-US" altLang="en-US" dirty="0">
                <a:solidFill>
                  <a:schemeClr val="tx1"/>
                </a:solidFill>
              </a:rPr>
              <a:t>(</a:t>
            </a:r>
            <a:r>
              <a:rPr lang="en-US" altLang="en-US" b="1" i="1" dirty="0">
                <a:solidFill>
                  <a:schemeClr val="tx1"/>
                </a:solidFill>
              </a:rPr>
              <a:t>n </a:t>
            </a:r>
            <a:r>
              <a:rPr lang="en-US" altLang="en-US" dirty="0">
                <a:solidFill>
                  <a:schemeClr val="tx1"/>
                </a:solidFill>
              </a:rPr>
              <a:t>/</a:t>
            </a:r>
            <a:r>
              <a:rPr lang="en-US" altLang="en-US" b="1" i="1" dirty="0">
                <a:solidFill>
                  <a:schemeClr val="tx1"/>
                </a:solidFill>
              </a:rPr>
              <a:t>p</a:t>
            </a:r>
            <a:r>
              <a:rPr lang="en-US" altLang="en-US" dirty="0">
                <a:solidFill>
                  <a:schemeClr val="tx1"/>
                </a:solidFill>
              </a:rPr>
              <a:t>).</a:t>
            </a:r>
          </a:p>
          <a:p>
            <a:pPr>
              <a:buFontTx/>
              <a:buNone/>
            </a:pPr>
            <a:endParaRPr lang="en-US" altLang="en-US" dirty="0">
              <a:solidFill>
                <a:schemeClr val="tx1"/>
              </a:solidFill>
            </a:endParaRPr>
          </a:p>
          <a:p>
            <a:pPr>
              <a:buFontTx/>
              <a:buNone/>
            </a:pPr>
            <a:r>
              <a:rPr lang="en-US" altLang="en-US" dirty="0">
                <a:solidFill>
                  <a:schemeClr val="tx1"/>
                </a:solidFill>
              </a:rPr>
              <a:t>	A cost-optimal way of computing the sum of 16 numbers using four processing elements. </a:t>
            </a:r>
          </a:p>
        </p:txBody>
      </p:sp>
      <p:pic>
        <p:nvPicPr>
          <p:cNvPr id="10" name="Picture 4">
            <a:extLst>
              <a:ext uri="{FF2B5EF4-FFF2-40B4-BE49-F238E27FC236}">
                <a16:creationId xmlns:a16="http://schemas.microsoft.com/office/drawing/2014/main" id="{45D1B1CC-18D8-40EE-B8E8-FFB189A51BE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7539304" y="2476163"/>
            <a:ext cx="4294173" cy="322063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630007104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60" name="Rectangle 51">
            <a:extLst>
              <a:ext uri="{FF2B5EF4-FFF2-40B4-BE49-F238E27FC236}">
                <a16:creationId xmlns:a16="http://schemas.microsoft.com/office/drawing/2014/main" id="{A4FB2F27-3F7D-440E-A905-86607A926A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sp>
        <p:nvSpPr>
          <p:cNvPr id="61" name="Rectangle 53">
            <a:extLst>
              <a:ext uri="{FF2B5EF4-FFF2-40B4-BE49-F238E27FC236}">
                <a16:creationId xmlns:a16="http://schemas.microsoft.com/office/drawing/2014/main" id="{AF678C14-A033-4139-BCA9-8382B03964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solidFill>
            <a:schemeClr val="bg2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pic>
        <p:nvPicPr>
          <p:cNvPr id="62" name="Picture 55">
            <a:extLst>
              <a:ext uri="{FF2B5EF4-FFF2-40B4-BE49-F238E27FC236}">
                <a16:creationId xmlns:a16="http://schemas.microsoft.com/office/drawing/2014/main" id="{18CBEC9D-9F9B-4383-B986-DE5B184A9A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0500" t="44401"/>
          <a:stretch/>
        </p:blipFill>
        <p:spPr>
          <a:xfrm>
            <a:off x="-3048" y="-1"/>
            <a:ext cx="1146048" cy="107090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FC3A1FC-2952-9A27-C2AB-8BFB59DFF8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61340"/>
            <a:ext cx="10771598" cy="1518568"/>
          </a:xfrm>
        </p:spPr>
        <p:txBody>
          <a:bodyPr>
            <a:normAutofit/>
          </a:bodyPr>
          <a:lstStyle/>
          <a:p>
            <a:pPr algn="ctr"/>
            <a:r>
              <a:rPr lang="en-US" altLang="en-PK" dirty="0">
                <a:solidFill>
                  <a:schemeClr val="tx2"/>
                </a:solidFill>
              </a:rPr>
              <a:t>Scaling Characteristics of Parallel Programs </a:t>
            </a:r>
            <a:endParaRPr lang="x-none" dirty="0">
              <a:solidFill>
                <a:schemeClr val="tx2"/>
              </a:solidFill>
            </a:endParaRPr>
          </a:p>
        </p:txBody>
      </p:sp>
      <p:pic>
        <p:nvPicPr>
          <p:cNvPr id="64" name="Picture 57">
            <a:extLst>
              <a:ext uri="{FF2B5EF4-FFF2-40B4-BE49-F238E27FC236}">
                <a16:creationId xmlns:a16="http://schemas.microsoft.com/office/drawing/2014/main" id="{AFE52FC7-B3EF-46A4-B8CE-292164EC92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4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3964"/>
          <a:stretch/>
        </p:blipFill>
        <p:spPr>
          <a:xfrm>
            <a:off x="11527047" y="3144779"/>
            <a:ext cx="661905" cy="2548349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21D88ACE-14A1-9F3F-6D96-3DF2B541A766}"/>
              </a:ext>
            </a:extLst>
          </p:cNvPr>
          <p:cNvSpPr txBox="1"/>
          <p:nvPr/>
        </p:nvSpPr>
        <p:spPr>
          <a:xfrm>
            <a:off x="1382917" y="2133812"/>
            <a:ext cx="639401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/>
            <a:r>
              <a:rPr lang="en-US" altLang="en-PK" sz="2000" kern="1200" dirty="0">
                <a:latin typeface="Arial" panose="020B0604020202020204" pitchFamily="34" charset="0"/>
                <a:cs typeface="Arial" panose="020B0604020202020204" pitchFamily="34" charset="0"/>
              </a:rPr>
              <a:t>The efficiency of a parallel program can be written as: </a:t>
            </a:r>
          </a:p>
        </p:txBody>
      </p:sp>
      <p:grpSp>
        <p:nvGrpSpPr>
          <p:cNvPr id="5" name="Group 11">
            <a:extLst>
              <a:ext uri="{FF2B5EF4-FFF2-40B4-BE49-F238E27FC236}">
                <a16:creationId xmlns:a16="http://schemas.microsoft.com/office/drawing/2014/main" id="{A1CDA514-5B71-8D82-E30D-3847555878C6}"/>
              </a:ext>
            </a:extLst>
          </p:cNvPr>
          <p:cNvGrpSpPr>
            <a:grpSpLocks/>
          </p:cNvGrpSpPr>
          <p:nvPr/>
        </p:nvGrpSpPr>
        <p:grpSpPr bwMode="auto">
          <a:xfrm>
            <a:off x="4119170" y="2768634"/>
            <a:ext cx="1471613" cy="2043112"/>
            <a:chOff x="2110" y="1129"/>
            <a:chExt cx="927" cy="1287"/>
          </a:xfrm>
        </p:grpSpPr>
        <p:pic>
          <p:nvPicPr>
            <p:cNvPr id="6" name="Picture 4">
              <a:extLst>
                <a:ext uri="{FF2B5EF4-FFF2-40B4-BE49-F238E27FC236}">
                  <a16:creationId xmlns:a16="http://schemas.microsoft.com/office/drawing/2014/main" id="{6D936C8F-0B62-0538-507F-38F057269FE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-9505"/>
            <a:stretch>
              <a:fillRect/>
            </a:stretch>
          </p:blipFill>
          <p:spPr bwMode="auto">
            <a:xfrm>
              <a:off x="2110" y="1129"/>
              <a:ext cx="927" cy="54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</p:pic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1506C245-5CDB-62A0-7714-6AE07E7F741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112" y="1920"/>
              <a:ext cx="829" cy="49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</p:pic>
      </p:grpSp>
      <p:sp>
        <p:nvSpPr>
          <p:cNvPr id="9" name="TextBox 8">
            <a:extLst>
              <a:ext uri="{FF2B5EF4-FFF2-40B4-BE49-F238E27FC236}">
                <a16:creationId xmlns:a16="http://schemas.microsoft.com/office/drawing/2014/main" id="{C9027042-AB7C-E05F-917A-37C2373E2B83}"/>
              </a:ext>
            </a:extLst>
          </p:cNvPr>
          <p:cNvSpPr txBox="1"/>
          <p:nvPr/>
        </p:nvSpPr>
        <p:spPr>
          <a:xfrm>
            <a:off x="1382917" y="5099828"/>
            <a:ext cx="6484544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en-PK" sz="2000" dirty="0"/>
              <a:t>The total overhead function </a:t>
            </a:r>
            <a:r>
              <a:rPr lang="en-US" altLang="en-PK" sz="2000" b="1" i="1" dirty="0"/>
              <a:t>T</a:t>
            </a:r>
            <a:r>
              <a:rPr lang="en-US" altLang="en-PK" sz="2000" b="1" i="1" baseline="-25000" dirty="0"/>
              <a:t>o</a:t>
            </a:r>
            <a:r>
              <a:rPr lang="en-US" altLang="en-PK" sz="2000" dirty="0"/>
              <a:t>  is an increasing function of </a:t>
            </a:r>
            <a:r>
              <a:rPr lang="en-US" altLang="en-PK" sz="2000" b="1" i="1" dirty="0"/>
              <a:t>p</a:t>
            </a:r>
            <a:r>
              <a:rPr lang="en-US" altLang="en-PK" sz="2000" dirty="0"/>
              <a:t>. 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6A92626-1354-E4C4-35AA-03814C25404B}"/>
              </a:ext>
            </a:extLst>
          </p:cNvPr>
          <p:cNvSpPr txBox="1"/>
          <p:nvPr/>
        </p:nvSpPr>
        <p:spPr>
          <a:xfrm>
            <a:off x="1382917" y="3379566"/>
            <a:ext cx="609750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en-PK" dirty="0"/>
              <a:t>or</a:t>
            </a:r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35291525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1" grpId="0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60" name="Rectangle 51">
            <a:extLst>
              <a:ext uri="{FF2B5EF4-FFF2-40B4-BE49-F238E27FC236}">
                <a16:creationId xmlns:a16="http://schemas.microsoft.com/office/drawing/2014/main" id="{A4FB2F27-3F7D-440E-A905-86607A926A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sp>
        <p:nvSpPr>
          <p:cNvPr id="61" name="Rectangle 53">
            <a:extLst>
              <a:ext uri="{FF2B5EF4-FFF2-40B4-BE49-F238E27FC236}">
                <a16:creationId xmlns:a16="http://schemas.microsoft.com/office/drawing/2014/main" id="{AF678C14-A033-4139-BCA9-8382B03964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solidFill>
            <a:schemeClr val="bg2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pic>
        <p:nvPicPr>
          <p:cNvPr id="62" name="Picture 55">
            <a:extLst>
              <a:ext uri="{FF2B5EF4-FFF2-40B4-BE49-F238E27FC236}">
                <a16:creationId xmlns:a16="http://schemas.microsoft.com/office/drawing/2014/main" id="{18CBEC9D-9F9B-4383-B986-DE5B184A9A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0500" t="44401"/>
          <a:stretch/>
        </p:blipFill>
        <p:spPr>
          <a:xfrm>
            <a:off x="-3048" y="-1"/>
            <a:ext cx="1146048" cy="107090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FC3A1FC-2952-9A27-C2AB-8BFB59DFF8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61340"/>
            <a:ext cx="10771598" cy="1518568"/>
          </a:xfrm>
        </p:spPr>
        <p:txBody>
          <a:bodyPr>
            <a:normAutofit/>
          </a:bodyPr>
          <a:lstStyle/>
          <a:p>
            <a:pPr algn="ctr"/>
            <a:r>
              <a:rPr lang="en-US" altLang="en-PK" dirty="0">
                <a:solidFill>
                  <a:schemeClr val="tx2"/>
                </a:solidFill>
              </a:rPr>
              <a:t>Scaling Characteristics of Parallel Programs: Example </a:t>
            </a:r>
            <a:endParaRPr lang="x-none" dirty="0">
              <a:solidFill>
                <a:schemeClr val="tx2"/>
              </a:solidFill>
            </a:endParaRPr>
          </a:p>
        </p:txBody>
      </p:sp>
      <p:pic>
        <p:nvPicPr>
          <p:cNvPr id="64" name="Picture 57">
            <a:extLst>
              <a:ext uri="{FF2B5EF4-FFF2-40B4-BE49-F238E27FC236}">
                <a16:creationId xmlns:a16="http://schemas.microsoft.com/office/drawing/2014/main" id="{AFE52FC7-B3EF-46A4-B8CE-292164EC92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4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3964"/>
          <a:stretch/>
        </p:blipFill>
        <p:spPr>
          <a:xfrm>
            <a:off x="11527047" y="3144779"/>
            <a:ext cx="661905" cy="2548349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21D88ACE-14A1-9F3F-6D96-3DF2B541A766}"/>
              </a:ext>
            </a:extLst>
          </p:cNvPr>
          <p:cNvSpPr txBox="1"/>
          <p:nvPr/>
        </p:nvSpPr>
        <p:spPr>
          <a:xfrm>
            <a:off x="1382917" y="2133812"/>
            <a:ext cx="8657376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en-PK" sz="2000" dirty="0">
                <a:latin typeface="Arial" panose="020B0604020202020204" pitchFamily="34" charset="0"/>
                <a:cs typeface="Arial" panose="020B0604020202020204" pitchFamily="34" charset="0"/>
              </a:rPr>
              <a:t>Consider the problem of adding   numbers on processing elements.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en-PK" sz="2000" dirty="0">
                <a:latin typeface="Arial" panose="020B0604020202020204" pitchFamily="34" charset="0"/>
                <a:cs typeface="Arial" panose="020B0604020202020204" pitchFamily="34" charset="0"/>
              </a:rPr>
              <a:t>We have seen that: </a:t>
            </a:r>
          </a:p>
        </p:txBody>
      </p:sp>
      <p:grpSp>
        <p:nvGrpSpPr>
          <p:cNvPr id="3" name="Group 16">
            <a:extLst>
              <a:ext uri="{FF2B5EF4-FFF2-40B4-BE49-F238E27FC236}">
                <a16:creationId xmlns:a16="http://schemas.microsoft.com/office/drawing/2014/main" id="{3F9E5583-28C8-7754-211B-6D6D4C7DBCCF}"/>
              </a:ext>
            </a:extLst>
          </p:cNvPr>
          <p:cNvGrpSpPr>
            <a:grpSpLocks/>
          </p:cNvGrpSpPr>
          <p:nvPr/>
        </p:nvGrpSpPr>
        <p:grpSpPr bwMode="auto">
          <a:xfrm>
            <a:off x="4119327" y="3026128"/>
            <a:ext cx="2706986" cy="2667000"/>
            <a:chOff x="1728" y="1872"/>
            <a:chExt cx="1494" cy="1680"/>
          </a:xfrm>
        </p:grpSpPr>
        <p:grpSp>
          <p:nvGrpSpPr>
            <p:cNvPr id="8" name="Group 12">
              <a:extLst>
                <a:ext uri="{FF2B5EF4-FFF2-40B4-BE49-F238E27FC236}">
                  <a16:creationId xmlns:a16="http://schemas.microsoft.com/office/drawing/2014/main" id="{8A507AC8-3C95-AD6B-40D8-53DE644227E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728" y="1872"/>
              <a:ext cx="1440" cy="384"/>
              <a:chOff x="1248" y="1872"/>
              <a:chExt cx="1566" cy="510"/>
            </a:xfrm>
          </p:grpSpPr>
          <p:pic>
            <p:nvPicPr>
              <p:cNvPr id="17" name="Picture 4">
                <a:extLst>
                  <a:ext uri="{FF2B5EF4-FFF2-40B4-BE49-F238E27FC236}">
                    <a16:creationId xmlns:a16="http://schemas.microsoft.com/office/drawing/2014/main" id="{5B77B8E2-7120-C5AF-DEBB-0C0200D3B58E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872" y="1872"/>
                <a:ext cx="942" cy="51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</p:pic>
          <p:pic>
            <p:nvPicPr>
              <p:cNvPr id="18" name="Picture 9">
                <a:extLst>
                  <a:ext uri="{FF2B5EF4-FFF2-40B4-BE49-F238E27FC236}">
                    <a16:creationId xmlns:a16="http://schemas.microsoft.com/office/drawing/2014/main" id="{C386674A-C353-5A2A-14E8-3FF688B77635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6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248" y="1920"/>
                <a:ext cx="282" cy="396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grpSp>
          <p:nvGrpSpPr>
            <p:cNvPr id="10" name="Group 13">
              <a:extLst>
                <a:ext uri="{FF2B5EF4-FFF2-40B4-BE49-F238E27FC236}">
                  <a16:creationId xmlns:a16="http://schemas.microsoft.com/office/drawing/2014/main" id="{72C8620C-1B17-6F4E-5A8C-E0B830190FC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776" y="2442"/>
              <a:ext cx="1440" cy="438"/>
              <a:chOff x="1248" y="2346"/>
              <a:chExt cx="1584" cy="534"/>
            </a:xfrm>
          </p:grpSpPr>
          <p:pic>
            <p:nvPicPr>
              <p:cNvPr id="15" name="Picture 6">
                <a:extLst>
                  <a:ext uri="{FF2B5EF4-FFF2-40B4-BE49-F238E27FC236}">
                    <a16:creationId xmlns:a16="http://schemas.microsoft.com/office/drawing/2014/main" id="{F3B6F84E-DBB4-C3F8-EE73-70EE0DBCBED6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7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884" y="2346"/>
                <a:ext cx="948" cy="53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</p:pic>
          <p:pic>
            <p:nvPicPr>
              <p:cNvPr id="16" name="Picture 10">
                <a:extLst>
                  <a:ext uri="{FF2B5EF4-FFF2-40B4-BE49-F238E27FC236}">
                    <a16:creationId xmlns:a16="http://schemas.microsoft.com/office/drawing/2014/main" id="{A4E5BC9F-FA63-BF6A-AF5D-0ABCE130DB01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8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248" y="2436"/>
                <a:ext cx="174" cy="396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grpSp>
          <p:nvGrpSpPr>
            <p:cNvPr id="12" name="Group 14">
              <a:extLst>
                <a:ext uri="{FF2B5EF4-FFF2-40B4-BE49-F238E27FC236}">
                  <a16:creationId xmlns:a16="http://schemas.microsoft.com/office/drawing/2014/main" id="{169C5082-1161-0231-A4A6-D892609B196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728" y="3102"/>
              <a:ext cx="1494" cy="450"/>
              <a:chOff x="1242" y="2910"/>
              <a:chExt cx="1590" cy="594"/>
            </a:xfrm>
          </p:grpSpPr>
          <p:pic>
            <p:nvPicPr>
              <p:cNvPr id="13" name="Picture 8">
                <a:extLst>
                  <a:ext uri="{FF2B5EF4-FFF2-40B4-BE49-F238E27FC236}">
                    <a16:creationId xmlns:a16="http://schemas.microsoft.com/office/drawing/2014/main" id="{2C85E059-EA68-AE36-0B76-5D1C4262F996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9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902" y="2910"/>
                <a:ext cx="930" cy="594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14" name="Picture 11">
                <a:extLst>
                  <a:ext uri="{FF2B5EF4-FFF2-40B4-BE49-F238E27FC236}">
                    <a16:creationId xmlns:a16="http://schemas.microsoft.com/office/drawing/2014/main" id="{DA0D3350-EDF7-A1CA-0C97-608C80F40A2D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10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242" y="3012"/>
                <a:ext cx="198" cy="396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</p:grpSp>
      <p:sp>
        <p:nvSpPr>
          <p:cNvPr id="20" name="TextBox 19">
            <a:extLst>
              <a:ext uri="{FF2B5EF4-FFF2-40B4-BE49-F238E27FC236}">
                <a16:creationId xmlns:a16="http://schemas.microsoft.com/office/drawing/2014/main" id="{0CB5DF18-700D-D9A7-E605-80906987166F}"/>
              </a:ext>
            </a:extLst>
          </p:cNvPr>
          <p:cNvSpPr txBox="1"/>
          <p:nvPr/>
        </p:nvSpPr>
        <p:spPr>
          <a:xfrm>
            <a:off x="1382917" y="5969353"/>
            <a:ext cx="8811872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PK" sz="2000" dirty="0">
                <a:latin typeface="Arial" panose="020B0604020202020204" pitchFamily="34" charset="0"/>
                <a:cs typeface="Arial" panose="020B0604020202020204" pitchFamily="34" charset="0"/>
              </a:rPr>
              <a:t>These expressions can be used to calculate the speedup and efficiency for any pair of n and p</a:t>
            </a:r>
          </a:p>
        </p:txBody>
      </p:sp>
    </p:spTree>
    <p:extLst>
      <p:ext uri="{BB962C8B-B14F-4D97-AF65-F5344CB8AC3E}">
        <p14:creationId xmlns:p14="http://schemas.microsoft.com/office/powerpoint/2010/main" val="27272784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20" grpId="0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66" name="Rectangle 65">
            <a:extLst>
              <a:ext uri="{FF2B5EF4-FFF2-40B4-BE49-F238E27FC236}">
                <a16:creationId xmlns:a16="http://schemas.microsoft.com/office/drawing/2014/main" id="{4AB8125F-0FD8-48CD-9F43-73E5494EA7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0019DD6C-5899-4C07-864B-EB0A7D104A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solidFill>
            <a:schemeClr val="bg2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sp>
        <p:nvSpPr>
          <p:cNvPr id="70" name="Rectangle 69">
            <a:extLst>
              <a:ext uri="{FF2B5EF4-FFF2-40B4-BE49-F238E27FC236}">
                <a16:creationId xmlns:a16="http://schemas.microsoft.com/office/drawing/2014/main" id="{EBDFFBC1-15BD-428E-B8AF-ECF5D1B76DE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51"/>
            <a:ext cx="12192000" cy="2217680"/>
          </a:xfrm>
          <a:prstGeom prst="rect">
            <a:avLst/>
          </a:prstGeom>
          <a:solidFill>
            <a:schemeClr val="tx2">
              <a:lumMod val="90000"/>
              <a:lumOff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sp>
        <p:nvSpPr>
          <p:cNvPr id="72" name="Rectangle 71">
            <a:extLst>
              <a:ext uri="{FF2B5EF4-FFF2-40B4-BE49-F238E27FC236}">
                <a16:creationId xmlns:a16="http://schemas.microsoft.com/office/drawing/2014/main" id="{EBFB3075-0323-4EB0-B1A5-776A0E709C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0" y="-1"/>
            <a:ext cx="12191999" cy="2224386"/>
          </a:xfrm>
          <a:prstGeom prst="rect">
            <a:avLst/>
          </a:prstGeom>
          <a:blipFill dpi="0" rotWithShape="1">
            <a:blip r:embed="rId3">
              <a:alphaModFix amt="20000"/>
              <a:duotone>
                <a:schemeClr val="accent1">
                  <a:shade val="45000"/>
                  <a:satMod val="135000"/>
                </a:schemeClr>
                <a:prstClr val="white"/>
              </a:duotone>
            </a:blip>
            <a:srcRect/>
            <a:tile tx="889000" ty="0" sx="100000" sy="100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FC3A1FC-2952-9A27-C2AB-8BFB59DFF8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81000"/>
            <a:ext cx="10003218" cy="1600124"/>
          </a:xfrm>
        </p:spPr>
        <p:txBody>
          <a:bodyPr>
            <a:normAutofit/>
          </a:bodyPr>
          <a:lstStyle/>
          <a:p>
            <a:pPr algn="ctr"/>
            <a:r>
              <a:rPr lang="en-US" altLang="en-PK" dirty="0"/>
              <a:t>Scaling Characteristics of Parallel Programs: Example (cont.) </a:t>
            </a:r>
            <a:endParaRPr lang="x-none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7369E26-8F07-424A-0E67-53B4EFCDEF96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801859" y="2616591"/>
            <a:ext cx="5106571" cy="3681595"/>
          </a:xfrm>
        </p:spPr>
        <p:txBody>
          <a:bodyPr anchor="ctr">
            <a:normAutofit fontScale="77500" lnSpcReduction="20000"/>
          </a:bodyPr>
          <a:lstStyle/>
          <a:p>
            <a:pPr marL="0" indent="0">
              <a:buNone/>
            </a:pPr>
            <a:endParaRPr lang="en-US" sz="55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altLang="en-PK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Plotting the speedup for various input sizes gives us:</a:t>
            </a:r>
          </a:p>
          <a:p>
            <a:r>
              <a:rPr lang="en-US" altLang="en-PK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Speedup versus the number of processing elements for adding a list of numbers.</a:t>
            </a:r>
          </a:p>
          <a:p>
            <a:r>
              <a:rPr lang="en-US" altLang="en-PK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Speedup tends to saturate and efficiency drops as a consequence of Amdahl's law </a:t>
            </a:r>
          </a:p>
          <a:p>
            <a:pPr marL="457200" lvl="1" indent="0">
              <a:buNone/>
            </a:pPr>
            <a:endParaRPr lang="en-US" sz="55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eaLnBrk="1" hangingPunct="1">
              <a:buNone/>
            </a:pPr>
            <a:endParaRPr lang="en-US" altLang="x-none" sz="55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C7278DC-AE39-1A16-D2B2-C444B2112AB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3572" y="2578445"/>
            <a:ext cx="5302026" cy="3925495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7196198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uiExpand="1" build="p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8" name="Rectangle 39">
            <a:extLst>
              <a:ext uri="{FF2B5EF4-FFF2-40B4-BE49-F238E27FC236}">
                <a16:creationId xmlns:a16="http://schemas.microsoft.com/office/drawing/2014/main" id="{8651CFA9-6065-4243-AC48-858E359780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sp>
        <p:nvSpPr>
          <p:cNvPr id="49" name="Rectangle 41">
            <a:extLst>
              <a:ext uri="{FF2B5EF4-FFF2-40B4-BE49-F238E27FC236}">
                <a16:creationId xmlns:a16="http://schemas.microsoft.com/office/drawing/2014/main" id="{37962AE0-6A1C-4B76-9D52-10E5E6D7D3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bg2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sp>
        <p:nvSpPr>
          <p:cNvPr id="50" name="Rectangle 43">
            <a:extLst>
              <a:ext uri="{FF2B5EF4-FFF2-40B4-BE49-F238E27FC236}">
                <a16:creationId xmlns:a16="http://schemas.microsoft.com/office/drawing/2014/main" id="{027CAEDE-D92D-4745-8749-71019415A79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572000" cy="6858000"/>
          </a:xfrm>
          <a:prstGeom prst="rect">
            <a:avLst/>
          </a:prstGeom>
          <a:solidFill>
            <a:schemeClr val="tx2">
              <a:lumMod val="90000"/>
              <a:lumOff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1" name="Rectangle 45">
            <a:extLst>
              <a:ext uri="{FF2B5EF4-FFF2-40B4-BE49-F238E27FC236}">
                <a16:creationId xmlns:a16="http://schemas.microsoft.com/office/drawing/2014/main" id="{00C96CB6-3880-40E6-A4BF-F64E7D1E429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572000" cy="6858000"/>
          </a:xfrm>
          <a:prstGeom prst="rect">
            <a:avLst/>
          </a:prstGeom>
          <a:blipFill dpi="0" rotWithShape="1">
            <a:blip r:embed="rId3">
              <a:alphaModFix amt="20000"/>
              <a:duotone>
                <a:schemeClr val="accent1">
                  <a:shade val="45000"/>
                  <a:satMod val="135000"/>
                </a:schemeClr>
                <a:prstClr val="white"/>
              </a:duotone>
            </a:blip>
            <a:srcRect/>
            <a:tile tx="889000" ty="0" sx="100000" sy="100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FC3A1FC-2952-9A27-C2AB-8BFB59DFF8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559813"/>
            <a:ext cx="3720221" cy="5577934"/>
          </a:xfrm>
        </p:spPr>
        <p:txBody>
          <a:bodyPr>
            <a:normAutofit/>
          </a:bodyPr>
          <a:lstStyle/>
          <a:p>
            <a:r>
              <a:rPr lang="en-US" altLang="en-PK" sz="3200" dirty="0"/>
              <a:t>Scaling Characteristics of Parallel Programs </a:t>
            </a:r>
            <a:br>
              <a:rPr lang="en-US" altLang="en-PK" sz="1800" dirty="0"/>
            </a:br>
            <a:br>
              <a:rPr lang="en-US" sz="4000" b="0" dirty="0"/>
            </a:br>
            <a:br>
              <a:rPr lang="en-US" altLang="x-none" sz="4100" dirty="0">
                <a:ea typeface="ＭＳ Ｐゴシック" panose="020B0600070205080204" pitchFamily="34" charset="-128"/>
              </a:rPr>
            </a:br>
            <a:endParaRPr lang="x-none" sz="4100" dirty="0"/>
          </a:p>
        </p:txBody>
      </p:sp>
      <p:graphicFrame>
        <p:nvGraphicFramePr>
          <p:cNvPr id="52" name="Rectangle 3">
            <a:extLst>
              <a:ext uri="{FF2B5EF4-FFF2-40B4-BE49-F238E27FC236}">
                <a16:creationId xmlns:a16="http://schemas.microsoft.com/office/drawing/2014/main" id="{B323BA6C-4FF4-174A-0C65-FBEC9985BE4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037062354"/>
              </p:ext>
            </p:extLst>
          </p:nvPr>
        </p:nvGraphicFramePr>
        <p:xfrm>
          <a:off x="4807223" y="457200"/>
          <a:ext cx="7003777" cy="568054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  <p:extLst>
      <p:ext uri="{BB962C8B-B14F-4D97-AF65-F5344CB8AC3E}">
        <p14:creationId xmlns:p14="http://schemas.microsoft.com/office/powerpoint/2010/main" val="16898864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>
                                            <p:graphicEl>
                                              <a:dgm id="{91A80EC5-5433-486D-A2A1-39BF10E8DFEC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2">
                                            <p:graphicEl>
                                              <a:dgm id="{91A80EC5-5433-486D-A2A1-39BF10E8DFEC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2">
                                            <p:graphicEl>
                                              <a:dgm id="{91A80EC5-5433-486D-A2A1-39BF10E8DFEC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>
                                            <p:graphicEl>
                                              <a:dgm id="{B037029F-467A-4175-ACCD-5BB0BAD5F108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2">
                                            <p:graphicEl>
                                              <a:dgm id="{B037029F-467A-4175-ACCD-5BB0BAD5F108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2">
                                            <p:graphicEl>
                                              <a:dgm id="{B037029F-467A-4175-ACCD-5BB0BAD5F108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>
                                            <p:graphicEl>
                                              <a:dgm id="{DA9A2138-C995-41CD-A524-78EB3A81AF0D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2">
                                            <p:graphicEl>
                                              <a:dgm id="{DA9A2138-C995-41CD-A524-78EB3A81AF0D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52">
                                            <p:graphicEl>
                                              <a:dgm id="{DA9A2138-C995-41CD-A524-78EB3A81AF0D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>
                                            <p:graphicEl>
                                              <a:dgm id="{3A34A576-7987-4C20-B999-F3DD7FBE3BF5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52">
                                            <p:graphicEl>
                                              <a:dgm id="{3A34A576-7987-4C20-B999-F3DD7FBE3BF5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52">
                                            <p:graphicEl>
                                              <a:dgm id="{3A34A576-7987-4C20-B999-F3DD7FBE3BF5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>
                                            <p:graphicEl>
                                              <a:dgm id="{D6BABA5C-2EDA-4F84-9B39-B0998F50B16D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52">
                                            <p:graphicEl>
                                              <a:dgm id="{D6BABA5C-2EDA-4F84-9B39-B0998F50B16D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52">
                                            <p:graphicEl>
                                              <a:dgm id="{D6BABA5C-2EDA-4F84-9B39-B0998F50B16D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52" grpId="0">
        <p:bldSub>
          <a:bldDgm bld="one"/>
        </p:bldSub>
      </p:bldGraphic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8" name="Rectangle 39">
            <a:extLst>
              <a:ext uri="{FF2B5EF4-FFF2-40B4-BE49-F238E27FC236}">
                <a16:creationId xmlns:a16="http://schemas.microsoft.com/office/drawing/2014/main" id="{8651CFA9-6065-4243-AC48-858E359780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sp>
        <p:nvSpPr>
          <p:cNvPr id="49" name="Rectangle 41">
            <a:extLst>
              <a:ext uri="{FF2B5EF4-FFF2-40B4-BE49-F238E27FC236}">
                <a16:creationId xmlns:a16="http://schemas.microsoft.com/office/drawing/2014/main" id="{37962AE0-6A1C-4B76-9D52-10E5E6D7D3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bg2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sp>
        <p:nvSpPr>
          <p:cNvPr id="50" name="Rectangle 43">
            <a:extLst>
              <a:ext uri="{FF2B5EF4-FFF2-40B4-BE49-F238E27FC236}">
                <a16:creationId xmlns:a16="http://schemas.microsoft.com/office/drawing/2014/main" id="{027CAEDE-D92D-4745-8749-71019415A79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572000" cy="6858000"/>
          </a:xfrm>
          <a:prstGeom prst="rect">
            <a:avLst/>
          </a:prstGeom>
          <a:solidFill>
            <a:schemeClr val="tx2">
              <a:lumMod val="90000"/>
              <a:lumOff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1" name="Rectangle 45">
            <a:extLst>
              <a:ext uri="{FF2B5EF4-FFF2-40B4-BE49-F238E27FC236}">
                <a16:creationId xmlns:a16="http://schemas.microsoft.com/office/drawing/2014/main" id="{00C96CB6-3880-40E6-A4BF-F64E7D1E429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572000" cy="6858000"/>
          </a:xfrm>
          <a:prstGeom prst="rect">
            <a:avLst/>
          </a:prstGeom>
          <a:blipFill dpi="0" rotWithShape="1">
            <a:blip r:embed="rId3">
              <a:alphaModFix amt="20000"/>
              <a:duotone>
                <a:schemeClr val="accent1">
                  <a:shade val="45000"/>
                  <a:satMod val="135000"/>
                </a:schemeClr>
                <a:prstClr val="white"/>
              </a:duotone>
            </a:blip>
            <a:srcRect/>
            <a:tile tx="889000" ty="0" sx="100000" sy="100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FC3A1FC-2952-9A27-C2AB-8BFB59DFF8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559813"/>
            <a:ext cx="3720221" cy="5577934"/>
          </a:xfrm>
        </p:spPr>
        <p:txBody>
          <a:bodyPr>
            <a:normAutofit/>
          </a:bodyPr>
          <a:lstStyle/>
          <a:p>
            <a:r>
              <a:rPr lang="en-US" altLang="en-PK" sz="3200" dirty="0"/>
              <a:t>Scaling Characteristics of Parallel Programs </a:t>
            </a:r>
            <a:br>
              <a:rPr lang="en-US" altLang="en-PK" sz="1800" dirty="0"/>
            </a:br>
            <a:br>
              <a:rPr lang="en-US" sz="4000" b="0" dirty="0"/>
            </a:br>
            <a:br>
              <a:rPr lang="en-US" altLang="x-none" sz="4100" dirty="0">
                <a:ea typeface="ＭＳ Ｐゴシック" panose="020B0600070205080204" pitchFamily="34" charset="-128"/>
              </a:rPr>
            </a:br>
            <a:endParaRPr lang="x-none" sz="4100" dirty="0"/>
          </a:p>
        </p:txBody>
      </p:sp>
      <p:graphicFrame>
        <p:nvGraphicFramePr>
          <p:cNvPr id="52" name="Rectangle 3">
            <a:extLst>
              <a:ext uri="{FF2B5EF4-FFF2-40B4-BE49-F238E27FC236}">
                <a16:creationId xmlns:a16="http://schemas.microsoft.com/office/drawing/2014/main" id="{B323BA6C-4FF4-174A-0C65-FBEC9985BE4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259643411"/>
              </p:ext>
            </p:extLst>
          </p:nvPr>
        </p:nvGraphicFramePr>
        <p:xfrm>
          <a:off x="4807223" y="457200"/>
          <a:ext cx="7003777" cy="568054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  <p:extLst>
      <p:ext uri="{BB962C8B-B14F-4D97-AF65-F5344CB8AC3E}">
        <p14:creationId xmlns:p14="http://schemas.microsoft.com/office/powerpoint/2010/main" val="22709743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>
                                            <p:graphicEl>
                                              <a:dgm id="{91A80EC5-5433-486D-A2A1-39BF10E8DFEC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2">
                                            <p:graphicEl>
                                              <a:dgm id="{91A80EC5-5433-486D-A2A1-39BF10E8DFEC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2">
                                            <p:graphicEl>
                                              <a:dgm id="{91A80EC5-5433-486D-A2A1-39BF10E8DFEC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>
                                            <p:graphicEl>
                                              <a:dgm id="{B037029F-467A-4175-ACCD-5BB0BAD5F108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2">
                                            <p:graphicEl>
                                              <a:dgm id="{B037029F-467A-4175-ACCD-5BB0BAD5F108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2">
                                            <p:graphicEl>
                                              <a:dgm id="{B037029F-467A-4175-ACCD-5BB0BAD5F108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>
                                            <p:graphicEl>
                                              <a:dgm id="{7E915A64-5ADF-46C9-8D52-A4D379673F17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2">
                                            <p:graphicEl>
                                              <a:dgm id="{7E915A64-5ADF-46C9-8D52-A4D379673F17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52">
                                            <p:graphicEl>
                                              <a:dgm id="{7E915A64-5ADF-46C9-8D52-A4D379673F17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52" grpId="0">
        <p:bldSub>
          <a:bldDgm bld="one"/>
        </p:bldSub>
      </p:bldGraphic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0BABF38A-8A0D-492E-BD20-6CF4D46B50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2000" cy="6858004"/>
          </a:xfrm>
          <a:prstGeom prst="rect">
            <a:avLst/>
          </a:prstGeom>
          <a:solidFill>
            <a:schemeClr val="tx2">
              <a:lumMod val="90000"/>
              <a:lumOff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lumMod val="65000"/>
                  <a:lumOff val="35000"/>
                </a:srgbClr>
              </a:solidFill>
              <a:effectLst/>
              <a:uLnTx/>
              <a:uFillTx/>
              <a:latin typeface="AvenirNext LT Pro Medium" panose="020B0504020202020204" pitchFamily="34" charset="0"/>
              <a:ea typeface="+mn-ea"/>
              <a:cs typeface="+mn-cs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1CB7E8AE-A3AC-4BB7-A5C6-F00EC697B26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"/>
            <a:ext cx="12192000" cy="1392401"/>
          </a:xfrm>
          <a:prstGeom prst="rect">
            <a:avLst/>
          </a:prstGeom>
        </p:spPr>
      </p:pic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4AB8125F-0FD8-48CD-9F43-73E5494EA7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>
                  <a:lumMod val="65000"/>
                  <a:lumOff val="35000"/>
                </a:srgbClr>
              </a:solidFill>
              <a:effectLst/>
              <a:uLnTx/>
              <a:uFillTx/>
              <a:latin typeface="AvenirNext LT Pro Medium" panose="020B0504020202020204" pitchFamily="34" charset="0"/>
              <a:ea typeface="+mn-ea"/>
              <a:cs typeface="+mn-cs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019DD6C-5899-4C07-864B-EB0A7D104A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solidFill>
            <a:schemeClr val="bg2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>
                  <a:lumMod val="65000"/>
                  <a:lumOff val="35000"/>
                </a:srgbClr>
              </a:solidFill>
              <a:effectLst/>
              <a:uLnTx/>
              <a:uFillTx/>
              <a:latin typeface="AvenirNext LT Pro Medium" panose="020B0504020202020204" pitchFamily="34" charset="0"/>
              <a:ea typeface="+mn-ea"/>
              <a:cs typeface="+mn-cs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4D19B4B-DD16-5DF2-E34B-4765F6BA2C48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9052" r="15486" b="-2"/>
          <a:stretch/>
        </p:blipFill>
        <p:spPr>
          <a:xfrm>
            <a:off x="3048" y="10"/>
            <a:ext cx="6195372" cy="4618233"/>
          </a:xfrm>
          <a:prstGeom prst="rect">
            <a:avLst/>
          </a:prstGeom>
        </p:spPr>
      </p:pic>
      <p:sp>
        <p:nvSpPr>
          <p:cNvPr id="17" name="Rectangle 16">
            <a:extLst>
              <a:ext uri="{FF2B5EF4-FFF2-40B4-BE49-F238E27FC236}">
                <a16:creationId xmlns:a16="http://schemas.microsoft.com/office/drawing/2014/main" id="{EBDFFBC1-15BD-428E-B8AF-ECF5D1B76DE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4602877"/>
            <a:ext cx="12192000" cy="2267339"/>
          </a:xfrm>
          <a:prstGeom prst="rect">
            <a:avLst/>
          </a:prstGeom>
          <a:solidFill>
            <a:schemeClr val="tx2">
              <a:lumMod val="90000"/>
              <a:lumOff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lumMod val="65000"/>
                  <a:lumOff val="35000"/>
                </a:srgbClr>
              </a:solidFill>
              <a:effectLst/>
              <a:uLnTx/>
              <a:uFillTx/>
              <a:latin typeface="AvenirNext LT Pro Medium" panose="020B0504020202020204" pitchFamily="34" charset="0"/>
              <a:ea typeface="+mn-ea"/>
              <a:cs typeface="+mn-cs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EBFB3075-0323-4EB0-B1A5-776A0E709C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3055" y="4596020"/>
            <a:ext cx="12191999" cy="2274195"/>
          </a:xfrm>
          <a:prstGeom prst="rect">
            <a:avLst/>
          </a:prstGeom>
          <a:blipFill dpi="0" rotWithShape="1">
            <a:blip r:embed="rId4">
              <a:alphaModFix amt="20000"/>
              <a:duotone>
                <a:schemeClr val="accent1">
                  <a:shade val="45000"/>
                  <a:satMod val="135000"/>
                </a:schemeClr>
                <a:prstClr val="white"/>
              </a:duotone>
            </a:blip>
            <a:srcRect/>
            <a:tile tx="889000" ty="0" sx="100000" sy="100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venir Next LT Pro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EF2AEC3-B371-83A9-2DBA-0BB3061611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38200" y="4876800"/>
            <a:ext cx="10003218" cy="121920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>
              <a:lnSpc>
                <a:spcPct val="90000"/>
              </a:lnSpc>
            </a:pPr>
            <a:r>
              <a:rPr lang="en-US" altLang="x-none" sz="4100"/>
              <a:t>CS621 Parallel and Distributed Computing</a:t>
            </a:r>
            <a:endParaRPr lang="en-US" sz="410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357D0A4-286C-034D-8B8B-FADC6513AC0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553200" y="369204"/>
            <a:ext cx="4800600" cy="3935986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altLang="en-PK" sz="2800" b="1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Isoefficiency Metric of Scalability</a:t>
            </a:r>
            <a:endParaRPr lang="en-US" sz="2800" b="1" dirty="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46227861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0" name="Rectangle 39">
            <a:extLst>
              <a:ext uri="{FF2B5EF4-FFF2-40B4-BE49-F238E27FC236}">
                <a16:creationId xmlns:a16="http://schemas.microsoft.com/office/drawing/2014/main" id="{8651CFA9-6065-4243-AC48-858E359780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>
                  <a:lumMod val="65000"/>
                  <a:lumOff val="35000"/>
                </a:srgbClr>
              </a:solidFill>
              <a:effectLst/>
              <a:uLnTx/>
              <a:uFillTx/>
              <a:latin typeface="AvenirNext LT Pro Medium" panose="020B0504020202020204" pitchFamily="34" charset="0"/>
              <a:ea typeface="+mn-ea"/>
              <a:cs typeface="+mn-cs"/>
            </a:endParaRP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37962AE0-6A1C-4B76-9D52-10E5E6D7D3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bg2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>
                  <a:lumMod val="65000"/>
                  <a:lumOff val="35000"/>
                </a:srgbClr>
              </a:solidFill>
              <a:effectLst/>
              <a:uLnTx/>
              <a:uFillTx/>
              <a:latin typeface="AvenirNext LT Pro Medium" panose="020B0504020202020204" pitchFamily="34" charset="0"/>
              <a:ea typeface="+mn-ea"/>
              <a:cs typeface="+mn-cs"/>
            </a:endParaRP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027CAEDE-D92D-4745-8749-71019415A79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572000" cy="6858000"/>
          </a:xfrm>
          <a:prstGeom prst="rect">
            <a:avLst/>
          </a:prstGeom>
          <a:solidFill>
            <a:schemeClr val="tx2">
              <a:lumMod val="90000"/>
              <a:lumOff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venir Next LT Pro"/>
              <a:ea typeface="+mn-ea"/>
              <a:cs typeface="+mn-cs"/>
            </a:endParaRP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00C96CB6-3880-40E6-A4BF-F64E7D1E429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572000" cy="6858000"/>
          </a:xfrm>
          <a:prstGeom prst="rect">
            <a:avLst/>
          </a:prstGeom>
          <a:blipFill dpi="0" rotWithShape="1">
            <a:blip r:embed="rId2">
              <a:alphaModFix amt="20000"/>
              <a:duotone>
                <a:schemeClr val="accent1">
                  <a:shade val="45000"/>
                  <a:satMod val="135000"/>
                </a:schemeClr>
                <a:prstClr val="white"/>
              </a:duotone>
            </a:blip>
            <a:srcRect/>
            <a:tile tx="889000" ty="0" sx="100000" sy="100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venir Next LT Pro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FC3A1FC-2952-9A27-C2AB-8BFB59DFF8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1" y="559813"/>
            <a:ext cx="2819399" cy="5577934"/>
          </a:xfrm>
        </p:spPr>
        <p:txBody>
          <a:bodyPr>
            <a:normAutofit/>
          </a:bodyPr>
          <a:lstStyle/>
          <a:p>
            <a:r>
              <a:rPr lang="en-US" altLang="x-none" sz="3700">
                <a:ea typeface="ＭＳ Ｐゴシック" panose="020B0600070205080204" pitchFamily="34" charset="-128"/>
              </a:rPr>
              <a:t>Objectives</a:t>
            </a:r>
            <a:endParaRPr lang="x-none" sz="3700"/>
          </a:p>
        </p:txBody>
      </p:sp>
      <p:graphicFrame>
        <p:nvGraphicFramePr>
          <p:cNvPr id="36" name="Rectangle 3">
            <a:extLst>
              <a:ext uri="{FF2B5EF4-FFF2-40B4-BE49-F238E27FC236}">
                <a16:creationId xmlns:a16="http://schemas.microsoft.com/office/drawing/2014/main" id="{BC8A9704-B22C-9F3F-529F-C75DC383571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157830015"/>
              </p:ext>
            </p:extLst>
          </p:nvPr>
        </p:nvGraphicFramePr>
        <p:xfrm>
          <a:off x="4807223" y="457200"/>
          <a:ext cx="7003777" cy="58436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58363068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9" name="Rectangle 38">
            <a:extLst>
              <a:ext uri="{FF2B5EF4-FFF2-40B4-BE49-F238E27FC236}">
                <a16:creationId xmlns:a16="http://schemas.microsoft.com/office/drawing/2014/main" id="{8651CFA9-6065-4243-AC48-858E359780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37962AE0-6A1C-4B76-9D52-10E5E6D7D3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bg2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pic>
        <p:nvPicPr>
          <p:cNvPr id="43" name="Picture 42">
            <a:extLst>
              <a:ext uri="{FF2B5EF4-FFF2-40B4-BE49-F238E27FC236}">
                <a16:creationId xmlns:a16="http://schemas.microsoft.com/office/drawing/2014/main" id="{A72D06A1-BA08-4820-BBC8-B24DDB32A3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7018" r="40625"/>
          <a:stretch/>
        </p:blipFill>
        <p:spPr>
          <a:xfrm>
            <a:off x="10744200" y="0"/>
            <a:ext cx="1447800" cy="153575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FC3A1FC-2952-9A27-C2AB-8BFB59DFF8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1" y="559814"/>
            <a:ext cx="9669598" cy="907036"/>
          </a:xfrm>
        </p:spPr>
        <p:txBody>
          <a:bodyPr anchor="t">
            <a:normAutofit/>
          </a:bodyPr>
          <a:lstStyle/>
          <a:p>
            <a:pPr algn="ctr"/>
            <a:r>
              <a:rPr lang="en-US" altLang="en-PK" dirty="0">
                <a:solidFill>
                  <a:schemeClr val="tx2"/>
                </a:solidFill>
                <a:ea typeface="ＭＳ Ｐゴシック" panose="020B0600070205080204" pitchFamily="34" charset="-128"/>
              </a:rPr>
              <a:t>Isoefficiency Metric of Scalability</a:t>
            </a:r>
            <a:endParaRPr lang="x-none" dirty="0">
              <a:solidFill>
                <a:schemeClr val="tx2"/>
              </a:solidFill>
              <a:ea typeface="ＭＳ Ｐゴシック" panose="020B0600070205080204" pitchFamily="34" charset="-128"/>
            </a:endParaRPr>
          </a:p>
        </p:txBody>
      </p:sp>
      <p:pic>
        <p:nvPicPr>
          <p:cNvPr id="45" name="Picture 44">
            <a:extLst>
              <a:ext uri="{FF2B5EF4-FFF2-40B4-BE49-F238E27FC236}">
                <a16:creationId xmlns:a16="http://schemas.microsoft.com/office/drawing/2014/main" id="{1295E665-0408-4072-94B3-49BA5ACBCBD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6048"/>
          <a:stretch/>
        </p:blipFill>
        <p:spPr>
          <a:xfrm rot="10800000">
            <a:off x="0" y="2719662"/>
            <a:ext cx="1371600" cy="2548349"/>
          </a:xfrm>
          <a:prstGeom prst="rect">
            <a:avLst/>
          </a:prstGeom>
        </p:spPr>
      </p:pic>
      <p:graphicFrame>
        <p:nvGraphicFramePr>
          <p:cNvPr id="3" name="Content Placeholder 2">
            <a:extLst>
              <a:ext uri="{FF2B5EF4-FFF2-40B4-BE49-F238E27FC236}">
                <a16:creationId xmlns:a16="http://schemas.microsoft.com/office/drawing/2014/main" id="{F8058F4E-6448-5C9A-178E-E00A79BA899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889291308"/>
              </p:ext>
            </p:extLst>
          </p:nvPr>
        </p:nvGraphicFramePr>
        <p:xfrm>
          <a:off x="1503681" y="1857375"/>
          <a:ext cx="9669598" cy="425571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  <p:extLst>
      <p:ext uri="{BB962C8B-B14F-4D97-AF65-F5344CB8AC3E}">
        <p14:creationId xmlns:p14="http://schemas.microsoft.com/office/powerpoint/2010/main" val="2097519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0FCA9D39-C6BB-4395-9481-7D11F4C6909F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graphicEl>
                                              <a:dgm id="{0FCA9D39-C6BB-4395-9481-7D11F4C6909F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graphicEl>
                                              <a:dgm id="{0FCA9D39-C6BB-4395-9481-7D11F4C6909F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047A4F0A-0B8D-48BA-9910-E99A2C2A8EFF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graphicEl>
                                              <a:dgm id="{047A4F0A-0B8D-48BA-9910-E99A2C2A8EFF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graphicEl>
                                              <a:dgm id="{047A4F0A-0B8D-48BA-9910-E99A2C2A8EFF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418CB92C-366C-4FF8-97AC-66FBD22B220C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graphicEl>
                                              <a:dgm id="{418CB92C-366C-4FF8-97AC-66FBD22B220C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graphicEl>
                                              <a:dgm id="{418CB92C-366C-4FF8-97AC-66FBD22B220C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3" grpId="0">
        <p:bldSub>
          <a:bldDgm bld="one"/>
        </p:bldSub>
      </p:bldGraphic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8" name="Rectangle 27">
            <a:extLst>
              <a:ext uri="{FF2B5EF4-FFF2-40B4-BE49-F238E27FC236}">
                <a16:creationId xmlns:a16="http://schemas.microsoft.com/office/drawing/2014/main" id="{43A9B7B3-F171-4C25-99FC-C54250F064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lumMod val="65000"/>
                  <a:lumOff val="35000"/>
                </a:srgbClr>
              </a:solidFill>
              <a:effectLst/>
              <a:uLnTx/>
              <a:uFillTx/>
              <a:latin typeface="AvenirNext LT Pro Medium" panose="020B0504020202020204" pitchFamily="34" charset="0"/>
              <a:ea typeface="+mn-ea"/>
              <a:cs typeface="+mn-cs"/>
            </a:endParaRP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D2D5C7C5-9C27-4A61-9F57-1857D45320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solidFill>
            <a:schemeClr val="bg2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>
                  <a:lumMod val="65000"/>
                  <a:lumOff val="35000"/>
                </a:srgbClr>
              </a:solidFill>
              <a:effectLst/>
              <a:uLnTx/>
              <a:uFillTx/>
              <a:latin typeface="AvenirNext LT Pro Medium" panose="020B0504020202020204" pitchFamily="34" charset="0"/>
              <a:ea typeface="+mn-ea"/>
              <a:cs typeface="+mn-cs"/>
            </a:endParaRP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84B9546E-20BE-462C-8BE8-4EBDB46F86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2225674"/>
          </a:xfrm>
          <a:prstGeom prst="rect">
            <a:avLst/>
          </a:prstGeom>
          <a:solidFill>
            <a:schemeClr val="tx2">
              <a:lumMod val="90000"/>
              <a:lumOff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venir Next LT Pro"/>
              <a:ea typeface="+mn-ea"/>
              <a:cs typeface="+mn-cs"/>
            </a:endParaRP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DFE5D2E8-C366-48AC-97AE-18C67E4EF9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" y="0"/>
            <a:ext cx="12188952" cy="2225674"/>
          </a:xfrm>
          <a:prstGeom prst="rect">
            <a:avLst/>
          </a:prstGeom>
          <a:blipFill dpi="0" rotWithShape="1">
            <a:blip r:embed="rId2">
              <a:alphaModFix amt="24000"/>
              <a:duotone>
                <a:schemeClr val="accent1">
                  <a:shade val="45000"/>
                  <a:satMod val="135000"/>
                </a:schemeClr>
                <a:prstClr val="white"/>
              </a:duotone>
            </a:blip>
            <a:srcRect/>
            <a:tile tx="889000" ty="0" sx="100000" sy="100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venir Next LT Pro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FC3A1FC-2952-9A27-C2AB-8BFB59DFF8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98182" y="514350"/>
            <a:ext cx="10003218" cy="1466774"/>
          </a:xfrm>
        </p:spPr>
        <p:txBody>
          <a:bodyPr>
            <a:normAutofit/>
          </a:bodyPr>
          <a:lstStyle/>
          <a:p>
            <a:pPr algn="ctr"/>
            <a:r>
              <a:rPr lang="en-US" altLang="en-PK" sz="4400" dirty="0">
                <a:ea typeface="ＭＳ Ｐゴシック" panose="020B0600070205080204" pitchFamily="34" charset="-128"/>
              </a:rPr>
              <a:t>Isoefficiency Metric of Scalability</a:t>
            </a:r>
            <a:br>
              <a:rPr lang="en-US" sz="4400" b="1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x-none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AEB2C04-9A13-20A8-9F39-044A4C2576F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09751" y="2945078"/>
            <a:ext cx="6362017" cy="2857500"/>
          </a:xfrm>
          <a:prstGeom prst="round2DiagRect">
            <a:avLst>
              <a:gd name="adj1" fmla="val 16667"/>
              <a:gd name="adj2" fmla="val 0"/>
            </a:avLst>
          </a:prstGeom>
          <a:ln w="88900" cap="sq">
            <a:solidFill>
              <a:srgbClr val="FFFFFF"/>
            </a:soli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AF542D4B-DFFD-6CDC-F8A8-D1FC25BA5AE0}"/>
              </a:ext>
            </a:extLst>
          </p:cNvPr>
          <p:cNvSpPr txBox="1"/>
          <p:nvPr/>
        </p:nvSpPr>
        <p:spPr>
          <a:xfrm>
            <a:off x="368941" y="2783028"/>
            <a:ext cx="4623626" cy="31700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FontTx/>
              <a:buNone/>
            </a:pPr>
            <a:r>
              <a:rPr lang="en-US" altLang="en-PK" sz="2000" b="1" dirty="0">
                <a:latin typeface="Arial" panose="020B0604020202020204" pitchFamily="34" charset="0"/>
                <a:cs typeface="Arial" panose="020B0604020202020204" pitchFamily="34" charset="0"/>
              </a:rPr>
              <a:t>Variation of efficiency:</a:t>
            </a:r>
            <a:r>
              <a:rPr lang="en-US" altLang="en-PK" sz="2000" dirty="0">
                <a:latin typeface="Arial" panose="020B0604020202020204" pitchFamily="34" charset="0"/>
                <a:cs typeface="Arial" panose="020B0604020202020204" pitchFamily="34" charset="0"/>
              </a:rPr>
              <a:t> (a) as the number of processing elements is increased for a given problem size; and (b) as the problem size is increased for a given number of processing elements. </a:t>
            </a:r>
          </a:p>
          <a:p>
            <a:pPr>
              <a:buFontTx/>
              <a:buNone/>
            </a:pPr>
            <a:endParaRPr lang="en-US" altLang="en-PK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Tx/>
              <a:buNone/>
            </a:pPr>
            <a:r>
              <a:rPr lang="en-US" altLang="en-PK" sz="2000" dirty="0">
                <a:latin typeface="Arial" panose="020B0604020202020204" pitchFamily="34" charset="0"/>
                <a:cs typeface="Arial" panose="020B0604020202020204" pitchFamily="34" charset="0"/>
              </a:rPr>
              <a:t>The phenomenon illustrated in graph (b) is not common to all parallel systems.</a:t>
            </a:r>
          </a:p>
        </p:txBody>
      </p:sp>
    </p:spTree>
    <p:extLst>
      <p:ext uri="{BB962C8B-B14F-4D97-AF65-F5344CB8AC3E}">
        <p14:creationId xmlns:p14="http://schemas.microsoft.com/office/powerpoint/2010/main" val="36930599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8" name="Rectangle 39">
            <a:extLst>
              <a:ext uri="{FF2B5EF4-FFF2-40B4-BE49-F238E27FC236}">
                <a16:creationId xmlns:a16="http://schemas.microsoft.com/office/drawing/2014/main" id="{8651CFA9-6065-4243-AC48-858E359780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sp>
        <p:nvSpPr>
          <p:cNvPr id="49" name="Rectangle 41">
            <a:extLst>
              <a:ext uri="{FF2B5EF4-FFF2-40B4-BE49-F238E27FC236}">
                <a16:creationId xmlns:a16="http://schemas.microsoft.com/office/drawing/2014/main" id="{37962AE0-6A1C-4B76-9D52-10E5E6D7D3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bg2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sp>
        <p:nvSpPr>
          <p:cNvPr id="50" name="Rectangle 43">
            <a:extLst>
              <a:ext uri="{FF2B5EF4-FFF2-40B4-BE49-F238E27FC236}">
                <a16:creationId xmlns:a16="http://schemas.microsoft.com/office/drawing/2014/main" id="{027CAEDE-D92D-4745-8749-71019415A79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572000" cy="6858000"/>
          </a:xfrm>
          <a:prstGeom prst="rect">
            <a:avLst/>
          </a:prstGeom>
          <a:solidFill>
            <a:schemeClr val="tx2">
              <a:lumMod val="90000"/>
              <a:lumOff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1" name="Rectangle 45">
            <a:extLst>
              <a:ext uri="{FF2B5EF4-FFF2-40B4-BE49-F238E27FC236}">
                <a16:creationId xmlns:a16="http://schemas.microsoft.com/office/drawing/2014/main" id="{00C96CB6-3880-40E6-A4BF-F64E7D1E429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572000" cy="6858000"/>
          </a:xfrm>
          <a:prstGeom prst="rect">
            <a:avLst/>
          </a:prstGeom>
          <a:blipFill dpi="0" rotWithShape="1">
            <a:blip r:embed="rId2">
              <a:alphaModFix amt="20000"/>
              <a:duotone>
                <a:schemeClr val="accent1">
                  <a:shade val="45000"/>
                  <a:satMod val="135000"/>
                </a:schemeClr>
                <a:prstClr val="white"/>
              </a:duotone>
            </a:blip>
            <a:srcRect/>
            <a:tile tx="889000" ty="0" sx="100000" sy="100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FC3A1FC-2952-9A27-C2AB-8BFB59DFF8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1439" y="559813"/>
            <a:ext cx="3349782" cy="5577934"/>
          </a:xfrm>
        </p:spPr>
        <p:txBody>
          <a:bodyPr>
            <a:normAutofit/>
          </a:bodyPr>
          <a:lstStyle/>
          <a:p>
            <a:r>
              <a:rPr lang="en-US" altLang="en-PK" sz="2000" dirty="0"/>
              <a:t> </a:t>
            </a:r>
            <a:r>
              <a:rPr lang="en-US" altLang="en-PK" sz="4000" dirty="0">
                <a:ea typeface="ＭＳ Ｐゴシック" panose="020B0600070205080204" pitchFamily="34" charset="-128"/>
              </a:rPr>
              <a:t>Isoefficiency Metric of Scalability</a:t>
            </a:r>
            <a:br>
              <a:rPr lang="en-US" sz="4000" b="0" dirty="0"/>
            </a:br>
            <a:br>
              <a:rPr lang="en-US" altLang="x-none" sz="4100" dirty="0">
                <a:ea typeface="ＭＳ Ｐゴシック" panose="020B0600070205080204" pitchFamily="34" charset="-128"/>
              </a:rPr>
            </a:br>
            <a:endParaRPr lang="x-none" sz="4100" dirty="0"/>
          </a:p>
        </p:txBody>
      </p:sp>
      <p:graphicFrame>
        <p:nvGraphicFramePr>
          <p:cNvPr id="52" name="Rectangle 3">
            <a:extLst>
              <a:ext uri="{FF2B5EF4-FFF2-40B4-BE49-F238E27FC236}">
                <a16:creationId xmlns:a16="http://schemas.microsoft.com/office/drawing/2014/main" id="{B323BA6C-4FF4-174A-0C65-FBEC9985BE4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067915483"/>
              </p:ext>
            </p:extLst>
          </p:nvPr>
        </p:nvGraphicFramePr>
        <p:xfrm>
          <a:off x="4807223" y="457200"/>
          <a:ext cx="7003777" cy="568054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9095730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>
                                            <p:graphicEl>
                                              <a:dgm id="{B037029F-467A-4175-ACCD-5BB0BAD5F108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2">
                                            <p:graphicEl>
                                              <a:dgm id="{B037029F-467A-4175-ACCD-5BB0BAD5F108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2">
                                            <p:graphicEl>
                                              <a:dgm id="{B037029F-467A-4175-ACCD-5BB0BAD5F108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>
                                            <p:graphicEl>
                                              <a:dgm id="{927DE236-B9F0-4F98-A4C8-3E7F4F5F6CD2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2">
                                            <p:graphicEl>
                                              <a:dgm id="{927DE236-B9F0-4F98-A4C8-3E7F4F5F6CD2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2">
                                            <p:graphicEl>
                                              <a:dgm id="{927DE236-B9F0-4F98-A4C8-3E7F4F5F6CD2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>
                                            <p:graphicEl>
                                              <a:dgm id="{B590F94C-CDED-4767-BDBA-E44480A8C1F5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2">
                                            <p:graphicEl>
                                              <a:dgm id="{B590F94C-CDED-4767-BDBA-E44480A8C1F5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52">
                                            <p:graphicEl>
                                              <a:dgm id="{B590F94C-CDED-4767-BDBA-E44480A8C1F5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52" grpId="0">
        <p:bldSub>
          <a:bldDgm bld="one"/>
        </p:bldSub>
      </p:bldGraphic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0" name="Rectangle 49">
            <a:extLst>
              <a:ext uri="{FF2B5EF4-FFF2-40B4-BE49-F238E27FC236}">
                <a16:creationId xmlns:a16="http://schemas.microsoft.com/office/drawing/2014/main" id="{4AB8125F-0FD8-48CD-9F43-73E5494EA7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0019DD6C-5899-4C07-864B-EB0A7D104A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solidFill>
            <a:schemeClr val="bg2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EBDFFBC1-15BD-428E-B8AF-ECF5D1B76DE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51"/>
            <a:ext cx="12192000" cy="2217680"/>
          </a:xfrm>
          <a:prstGeom prst="rect">
            <a:avLst/>
          </a:prstGeom>
          <a:solidFill>
            <a:schemeClr val="tx2">
              <a:lumMod val="90000"/>
              <a:lumOff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EBFB3075-0323-4EB0-B1A5-776A0E709C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0" y="-1"/>
            <a:ext cx="12191999" cy="2224386"/>
          </a:xfrm>
          <a:prstGeom prst="rect">
            <a:avLst/>
          </a:prstGeom>
          <a:blipFill dpi="0" rotWithShape="1">
            <a:blip r:embed="rId3">
              <a:alphaModFix amt="20000"/>
              <a:duotone>
                <a:schemeClr val="accent1">
                  <a:shade val="45000"/>
                  <a:satMod val="135000"/>
                </a:schemeClr>
                <a:prstClr val="white"/>
              </a:duotone>
            </a:blip>
            <a:srcRect/>
            <a:tile tx="889000" ty="0" sx="100000" sy="100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FC3A1FC-2952-9A27-C2AB-8BFB59DFF8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81000"/>
            <a:ext cx="10003218" cy="1600124"/>
          </a:xfrm>
        </p:spPr>
        <p:txBody>
          <a:bodyPr>
            <a:normAutofit/>
          </a:bodyPr>
          <a:lstStyle/>
          <a:p>
            <a:pPr algn="ctr"/>
            <a:r>
              <a:rPr lang="en-US" altLang="en-PK" dirty="0"/>
              <a:t>Isoefficiency Metric of Scalability </a:t>
            </a:r>
            <a:endParaRPr lang="x-none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6D8160F-DB47-34DE-227A-3BE9C2CB5CD5}"/>
              </a:ext>
            </a:extLst>
          </p:cNvPr>
          <p:cNvSpPr txBox="1"/>
          <p:nvPr/>
        </p:nvSpPr>
        <p:spPr>
          <a:xfrm>
            <a:off x="838200" y="2378207"/>
            <a:ext cx="609750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en-PK" sz="2000" dirty="0">
                <a:latin typeface="Arial" panose="020B0604020202020204" pitchFamily="34" charset="0"/>
                <a:cs typeface="Arial" panose="020B0604020202020204" pitchFamily="34" charset="0"/>
              </a:rPr>
              <a:t>We can write parallel runtime as: </a:t>
            </a:r>
            <a:endParaRPr lang="en-PK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5" name="Group 21">
            <a:extLst>
              <a:ext uri="{FF2B5EF4-FFF2-40B4-BE49-F238E27FC236}">
                <a16:creationId xmlns:a16="http://schemas.microsoft.com/office/drawing/2014/main" id="{66CD76A4-4CC8-D15D-1452-B1DCAEA37EEB}"/>
              </a:ext>
            </a:extLst>
          </p:cNvPr>
          <p:cNvGrpSpPr>
            <a:grpSpLocks/>
          </p:cNvGrpSpPr>
          <p:nvPr/>
        </p:nvGrpSpPr>
        <p:grpSpPr bwMode="auto">
          <a:xfrm>
            <a:off x="3020463" y="2941622"/>
            <a:ext cx="2514600" cy="838200"/>
            <a:chOff x="336" y="3204"/>
            <a:chExt cx="1818" cy="636"/>
          </a:xfrm>
        </p:grpSpPr>
        <p:pic>
          <p:nvPicPr>
            <p:cNvPr id="6" name="Picture 5" descr="$\displaystyle T_P$">
              <a:extLst>
                <a:ext uri="{FF2B5EF4-FFF2-40B4-BE49-F238E27FC236}">
                  <a16:creationId xmlns:a16="http://schemas.microsoft.com/office/drawing/2014/main" id="{9DF28676-A68D-18D3-80DC-24010B99C8C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36" y="3312"/>
              <a:ext cx="282" cy="39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7" name="Picture 7" descr="$\displaystyle =$">
              <a:extLst>
                <a:ext uri="{FF2B5EF4-FFF2-40B4-BE49-F238E27FC236}">
                  <a16:creationId xmlns:a16="http://schemas.microsoft.com/office/drawing/2014/main" id="{A1E09D6D-B7F0-18C2-92BA-C648016D731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72" y="3312"/>
              <a:ext cx="192" cy="39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8" name="Picture 9" descr="$\displaystyle \frac{W + T_o(W,p)}{p}$">
              <a:extLst>
                <a:ext uri="{FF2B5EF4-FFF2-40B4-BE49-F238E27FC236}">
                  <a16:creationId xmlns:a16="http://schemas.microsoft.com/office/drawing/2014/main" id="{4D9BEDD4-50CD-49F9-7C65-3C6262CA285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12" y="3204"/>
              <a:ext cx="1242" cy="63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10" name="TextBox 9">
            <a:extLst>
              <a:ext uri="{FF2B5EF4-FFF2-40B4-BE49-F238E27FC236}">
                <a16:creationId xmlns:a16="http://schemas.microsoft.com/office/drawing/2014/main" id="{2026EE4E-12D9-0AA5-B823-448166F91D4D}"/>
              </a:ext>
            </a:extLst>
          </p:cNvPr>
          <p:cNvSpPr txBox="1"/>
          <p:nvPr/>
        </p:nvSpPr>
        <p:spPr>
          <a:xfrm>
            <a:off x="768414" y="3932467"/>
            <a:ext cx="609750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en-PK" sz="2000" dirty="0">
                <a:latin typeface="Arial" panose="020B0604020202020204" pitchFamily="34" charset="0"/>
                <a:cs typeface="Arial" panose="020B0604020202020204" pitchFamily="34" charset="0"/>
              </a:rPr>
              <a:t>The resulting expression for speedup is </a:t>
            </a:r>
            <a:endParaRPr lang="en-PK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12" name="Group 107">
            <a:extLst>
              <a:ext uri="{FF2B5EF4-FFF2-40B4-BE49-F238E27FC236}">
                <a16:creationId xmlns:a16="http://schemas.microsoft.com/office/drawing/2014/main" id="{BE81C30F-3CA1-BAD4-133B-38B2C57E5D9F}"/>
              </a:ext>
            </a:extLst>
          </p:cNvPr>
          <p:cNvGrpSpPr>
            <a:grpSpLocks/>
          </p:cNvGrpSpPr>
          <p:nvPr/>
        </p:nvGrpSpPr>
        <p:grpSpPr bwMode="auto">
          <a:xfrm>
            <a:off x="3508974" y="4661280"/>
            <a:ext cx="2209800" cy="1447800"/>
            <a:chOff x="2112" y="1584"/>
            <a:chExt cx="1776" cy="1182"/>
          </a:xfrm>
        </p:grpSpPr>
        <p:grpSp>
          <p:nvGrpSpPr>
            <p:cNvPr id="13" name="Group 39">
              <a:extLst>
                <a:ext uri="{FF2B5EF4-FFF2-40B4-BE49-F238E27FC236}">
                  <a16:creationId xmlns:a16="http://schemas.microsoft.com/office/drawing/2014/main" id="{9608D9C2-5322-4B94-3BA6-CED3BE665E6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112" y="1584"/>
              <a:ext cx="786" cy="606"/>
              <a:chOff x="2784" y="3168"/>
              <a:chExt cx="786" cy="606"/>
            </a:xfrm>
          </p:grpSpPr>
          <p:pic>
            <p:nvPicPr>
              <p:cNvPr id="17" name="Picture 23" descr="$\displaystyle S$">
                <a:extLst>
                  <a:ext uri="{FF2B5EF4-FFF2-40B4-BE49-F238E27FC236}">
                    <a16:creationId xmlns:a16="http://schemas.microsoft.com/office/drawing/2014/main" id="{2C6F2342-92B0-F601-BDD2-8E8DC4BA7D9E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7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784" y="3264"/>
                <a:ext cx="174" cy="396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18" name="Picture 25" descr="$\displaystyle =$">
                <a:extLst>
                  <a:ext uri="{FF2B5EF4-FFF2-40B4-BE49-F238E27FC236}">
                    <a16:creationId xmlns:a16="http://schemas.microsoft.com/office/drawing/2014/main" id="{0A3AC67E-D0B6-B133-F6F3-57B7D4275E89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024" y="3264"/>
                <a:ext cx="192" cy="396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19" name="Picture 27" descr="$\displaystyle \frac{W}{T_P}$">
                <a:extLst>
                  <a:ext uri="{FF2B5EF4-FFF2-40B4-BE49-F238E27FC236}">
                    <a16:creationId xmlns:a16="http://schemas.microsoft.com/office/drawing/2014/main" id="{160C9AC7-6C8F-DA13-86BB-7AC318E290B8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8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264" y="3168"/>
                <a:ext cx="306" cy="606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grpSp>
          <p:nvGrpSpPr>
            <p:cNvPr id="14" name="Group 56">
              <a:extLst>
                <a:ext uri="{FF2B5EF4-FFF2-40B4-BE49-F238E27FC236}">
                  <a16:creationId xmlns:a16="http://schemas.microsoft.com/office/drawing/2014/main" id="{6E786797-379A-8A3C-D5D2-1F2583184A0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352" y="2160"/>
              <a:ext cx="1536" cy="606"/>
              <a:chOff x="3840" y="3216"/>
              <a:chExt cx="1536" cy="606"/>
            </a:xfrm>
          </p:grpSpPr>
          <p:pic>
            <p:nvPicPr>
              <p:cNvPr id="15" name="Picture 42" descr="$\displaystyle =$">
                <a:extLst>
                  <a:ext uri="{FF2B5EF4-FFF2-40B4-BE49-F238E27FC236}">
                    <a16:creationId xmlns:a16="http://schemas.microsoft.com/office/drawing/2014/main" id="{6583AB92-1704-3242-0A0B-C97D4CB40B53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840" y="3312"/>
                <a:ext cx="192" cy="396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16" name="Picture 44" descr="$\displaystyle \frac{Wp}{W + T_o(W,p)}.$">
                <a:extLst>
                  <a:ext uri="{FF2B5EF4-FFF2-40B4-BE49-F238E27FC236}">
                    <a16:creationId xmlns:a16="http://schemas.microsoft.com/office/drawing/2014/main" id="{039BA94A-7618-A1BC-F28B-5F0EE3272BB9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9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4080" y="3216"/>
                <a:ext cx="1296" cy="606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</p:grpSp>
    </p:spTree>
    <p:extLst>
      <p:ext uri="{BB962C8B-B14F-4D97-AF65-F5344CB8AC3E}">
        <p14:creationId xmlns:p14="http://schemas.microsoft.com/office/powerpoint/2010/main" val="22743085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10" grpId="0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0" name="Rectangle 49">
            <a:extLst>
              <a:ext uri="{FF2B5EF4-FFF2-40B4-BE49-F238E27FC236}">
                <a16:creationId xmlns:a16="http://schemas.microsoft.com/office/drawing/2014/main" id="{4AB8125F-0FD8-48CD-9F43-73E5494EA7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0019DD6C-5899-4C07-864B-EB0A7D104A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solidFill>
            <a:schemeClr val="bg2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EBDFFBC1-15BD-428E-B8AF-ECF5D1B76DE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51"/>
            <a:ext cx="12192000" cy="2217680"/>
          </a:xfrm>
          <a:prstGeom prst="rect">
            <a:avLst/>
          </a:prstGeom>
          <a:solidFill>
            <a:schemeClr val="tx2">
              <a:lumMod val="90000"/>
              <a:lumOff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EBFB3075-0323-4EB0-B1A5-776A0E709C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0" y="-1"/>
            <a:ext cx="12191999" cy="2224386"/>
          </a:xfrm>
          <a:prstGeom prst="rect">
            <a:avLst/>
          </a:prstGeom>
          <a:blipFill dpi="0" rotWithShape="1">
            <a:blip r:embed="rId3">
              <a:alphaModFix amt="20000"/>
              <a:duotone>
                <a:schemeClr val="accent1">
                  <a:shade val="45000"/>
                  <a:satMod val="135000"/>
                </a:schemeClr>
                <a:prstClr val="white"/>
              </a:duotone>
            </a:blip>
            <a:srcRect/>
            <a:tile tx="889000" ty="0" sx="100000" sy="100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FC3A1FC-2952-9A27-C2AB-8BFB59DFF8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81000"/>
            <a:ext cx="10003218" cy="1600124"/>
          </a:xfrm>
        </p:spPr>
        <p:txBody>
          <a:bodyPr>
            <a:normAutofit/>
          </a:bodyPr>
          <a:lstStyle/>
          <a:p>
            <a:pPr algn="ctr"/>
            <a:r>
              <a:rPr lang="en-US" altLang="en-PK" dirty="0"/>
              <a:t>Isoefficiency Metric of Scalability </a:t>
            </a:r>
            <a:endParaRPr lang="x-none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6D8160F-DB47-34DE-227A-3BE9C2CB5CD5}"/>
              </a:ext>
            </a:extLst>
          </p:cNvPr>
          <p:cNvSpPr txBox="1"/>
          <p:nvPr/>
        </p:nvSpPr>
        <p:spPr>
          <a:xfrm>
            <a:off x="983056" y="2375993"/>
            <a:ext cx="856835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en-PK" sz="2000" dirty="0">
                <a:latin typeface="Arial" panose="020B0604020202020204" pitchFamily="34" charset="0"/>
                <a:cs typeface="Arial" panose="020B0604020202020204" pitchFamily="34" charset="0"/>
              </a:rPr>
              <a:t>Finally, we write the expression for efficiency as:</a:t>
            </a:r>
            <a:endParaRPr lang="en-PK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3" name="Group 108">
            <a:extLst>
              <a:ext uri="{FF2B5EF4-FFF2-40B4-BE49-F238E27FC236}">
                <a16:creationId xmlns:a16="http://schemas.microsoft.com/office/drawing/2014/main" id="{3044EFD1-FAD4-DB05-1EA6-405D74BCB0AD}"/>
              </a:ext>
            </a:extLst>
          </p:cNvPr>
          <p:cNvGrpSpPr>
            <a:grpSpLocks/>
          </p:cNvGrpSpPr>
          <p:nvPr/>
        </p:nvGrpSpPr>
        <p:grpSpPr bwMode="auto">
          <a:xfrm>
            <a:off x="4077076" y="3206445"/>
            <a:ext cx="2531953" cy="2298062"/>
            <a:chOff x="4320" y="1872"/>
            <a:chExt cx="1974" cy="1890"/>
          </a:xfrm>
        </p:grpSpPr>
        <p:grpSp>
          <p:nvGrpSpPr>
            <p:cNvPr id="9" name="Group 74">
              <a:extLst>
                <a:ext uri="{FF2B5EF4-FFF2-40B4-BE49-F238E27FC236}">
                  <a16:creationId xmlns:a16="http://schemas.microsoft.com/office/drawing/2014/main" id="{EF872CAA-6627-8C8D-5E7B-3E01CD6C973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320" y="1872"/>
              <a:ext cx="684" cy="606"/>
              <a:chOff x="2154" y="2256"/>
              <a:chExt cx="684" cy="606"/>
            </a:xfrm>
          </p:grpSpPr>
          <p:pic>
            <p:nvPicPr>
              <p:cNvPr id="25" name="Picture 58" descr="$\displaystyle E$">
                <a:extLst>
                  <a:ext uri="{FF2B5EF4-FFF2-40B4-BE49-F238E27FC236}">
                    <a16:creationId xmlns:a16="http://schemas.microsoft.com/office/drawing/2014/main" id="{D7039A87-130A-4D64-28BE-AC03B3F064D3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154" y="2352"/>
                <a:ext cx="198" cy="396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26" name="Picture 60" descr="$\displaystyle =$">
                <a:extLst>
                  <a:ext uri="{FF2B5EF4-FFF2-40B4-BE49-F238E27FC236}">
                    <a16:creationId xmlns:a16="http://schemas.microsoft.com/office/drawing/2014/main" id="{10D7A5B6-13D6-F674-8C95-2FA7CB1BF393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400" y="2352"/>
                <a:ext cx="192" cy="396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27" name="Picture 62" descr="$\displaystyle \frac{S}{p}$">
                <a:extLst>
                  <a:ext uri="{FF2B5EF4-FFF2-40B4-BE49-F238E27FC236}">
                    <a16:creationId xmlns:a16="http://schemas.microsoft.com/office/drawing/2014/main" id="{488E3F47-BCC3-4536-5BBF-7A5F096B380F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6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640" y="2256"/>
                <a:ext cx="198" cy="606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grpSp>
          <p:nvGrpSpPr>
            <p:cNvPr id="11" name="Group 89">
              <a:extLst>
                <a:ext uri="{FF2B5EF4-FFF2-40B4-BE49-F238E27FC236}">
                  <a16:creationId xmlns:a16="http://schemas.microsoft.com/office/drawing/2014/main" id="{58E2D803-3EB7-A80A-B01B-6C6D0A75BEA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560" y="2496"/>
              <a:ext cx="1482" cy="606"/>
              <a:chOff x="3840" y="2928"/>
              <a:chExt cx="1482" cy="606"/>
            </a:xfrm>
          </p:grpSpPr>
          <p:pic>
            <p:nvPicPr>
              <p:cNvPr id="23" name="Picture 76" descr="$\displaystyle =$">
                <a:extLst>
                  <a:ext uri="{FF2B5EF4-FFF2-40B4-BE49-F238E27FC236}">
                    <a16:creationId xmlns:a16="http://schemas.microsoft.com/office/drawing/2014/main" id="{7EB52482-3D9D-8C21-2EFD-8A4E4F48D33D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840" y="3024"/>
                <a:ext cx="192" cy="396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24" name="Picture 78" descr="$\displaystyle \frac{W}{W + T_o(W,p)}$">
                <a:extLst>
                  <a:ext uri="{FF2B5EF4-FFF2-40B4-BE49-F238E27FC236}">
                    <a16:creationId xmlns:a16="http://schemas.microsoft.com/office/drawing/2014/main" id="{2C3E7BBD-A2B8-2144-DEEF-71C99FC68AB3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7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4080" y="2928"/>
                <a:ext cx="1242" cy="606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grpSp>
          <p:nvGrpSpPr>
            <p:cNvPr id="20" name="Group 106">
              <a:extLst>
                <a:ext uri="{FF2B5EF4-FFF2-40B4-BE49-F238E27FC236}">
                  <a16:creationId xmlns:a16="http://schemas.microsoft.com/office/drawing/2014/main" id="{4FA929ED-BF08-6372-0ADD-6C5213AF29D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560" y="3168"/>
              <a:ext cx="1734" cy="594"/>
              <a:chOff x="2304" y="2400"/>
              <a:chExt cx="1734" cy="594"/>
            </a:xfrm>
          </p:grpSpPr>
          <p:pic>
            <p:nvPicPr>
              <p:cNvPr id="21" name="Picture 92" descr="$\displaystyle =$">
                <a:extLst>
                  <a:ext uri="{FF2B5EF4-FFF2-40B4-BE49-F238E27FC236}">
                    <a16:creationId xmlns:a16="http://schemas.microsoft.com/office/drawing/2014/main" id="{F96CD515-A8FE-CE28-52B0-C243D8C543EE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304" y="2496"/>
                <a:ext cx="192" cy="396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22" name="Picture 94" descr="$\displaystyle \frac{1}{1 + {T_o(W,p)}/W}.$">
                <a:extLst>
                  <a:ext uri="{FF2B5EF4-FFF2-40B4-BE49-F238E27FC236}">
                    <a16:creationId xmlns:a16="http://schemas.microsoft.com/office/drawing/2014/main" id="{2C5F4ED5-3EB7-D14B-A380-5889DA24B877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8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544" y="2400"/>
                <a:ext cx="1494" cy="594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</p:grpSp>
    </p:spTree>
    <p:extLst>
      <p:ext uri="{BB962C8B-B14F-4D97-AF65-F5344CB8AC3E}">
        <p14:creationId xmlns:p14="http://schemas.microsoft.com/office/powerpoint/2010/main" val="5882824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0" name="Rectangle 49">
            <a:extLst>
              <a:ext uri="{FF2B5EF4-FFF2-40B4-BE49-F238E27FC236}">
                <a16:creationId xmlns:a16="http://schemas.microsoft.com/office/drawing/2014/main" id="{4AB8125F-0FD8-48CD-9F43-73E5494EA7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0019DD6C-5899-4C07-864B-EB0A7D104A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solidFill>
            <a:schemeClr val="bg2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EBDFFBC1-15BD-428E-B8AF-ECF5D1B76DE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51"/>
            <a:ext cx="12192000" cy="2217680"/>
          </a:xfrm>
          <a:prstGeom prst="rect">
            <a:avLst/>
          </a:prstGeom>
          <a:solidFill>
            <a:schemeClr val="tx2">
              <a:lumMod val="90000"/>
              <a:lumOff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EBFB3075-0323-4EB0-B1A5-776A0E709C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0" y="-1"/>
            <a:ext cx="12191999" cy="2224386"/>
          </a:xfrm>
          <a:prstGeom prst="rect">
            <a:avLst/>
          </a:prstGeom>
          <a:blipFill dpi="0" rotWithShape="1">
            <a:blip r:embed="rId3">
              <a:alphaModFix amt="20000"/>
              <a:duotone>
                <a:schemeClr val="accent1">
                  <a:shade val="45000"/>
                  <a:satMod val="135000"/>
                </a:schemeClr>
                <a:prstClr val="white"/>
              </a:duotone>
            </a:blip>
            <a:srcRect/>
            <a:tile tx="889000" ty="0" sx="100000" sy="100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FC3A1FC-2952-9A27-C2AB-8BFB59DFF8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81000"/>
            <a:ext cx="10003218" cy="1600124"/>
          </a:xfrm>
        </p:spPr>
        <p:txBody>
          <a:bodyPr>
            <a:normAutofit/>
          </a:bodyPr>
          <a:lstStyle/>
          <a:p>
            <a:pPr algn="ctr"/>
            <a:r>
              <a:rPr lang="en-US" altLang="en-PK" dirty="0"/>
              <a:t>Isoefficiency Metric of Scalability </a:t>
            </a:r>
            <a:endParaRPr lang="x-none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6D8160F-DB47-34DE-227A-3BE9C2CB5CD5}"/>
              </a:ext>
            </a:extLst>
          </p:cNvPr>
          <p:cNvSpPr txBox="1"/>
          <p:nvPr/>
        </p:nvSpPr>
        <p:spPr>
          <a:xfrm>
            <a:off x="838199" y="2362124"/>
            <a:ext cx="10560113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altLang="en-PK" sz="2000" dirty="0">
                <a:latin typeface="Arial" panose="020B0604020202020204" pitchFamily="34" charset="0"/>
                <a:cs typeface="Arial" panose="020B0604020202020204" pitchFamily="34" charset="0"/>
              </a:rPr>
              <a:t>For scalable parallel systems, efficiency can be maintained at a fixed value (between 0 and 1) if the ratio </a:t>
            </a:r>
            <a:r>
              <a:rPr lang="en-US" altLang="en-PK" sz="2000" b="1" i="1" dirty="0">
                <a:latin typeface="Arial" panose="020B0604020202020204" pitchFamily="34" charset="0"/>
                <a:cs typeface="Arial" panose="020B0604020202020204" pitchFamily="34" charset="0"/>
              </a:rPr>
              <a:t>T</a:t>
            </a:r>
            <a:r>
              <a:rPr lang="en-US" altLang="en-PK" sz="2000" b="1" i="1" baseline="-25000" dirty="0">
                <a:latin typeface="Arial" panose="020B0604020202020204" pitchFamily="34" charset="0"/>
                <a:cs typeface="Arial" panose="020B0604020202020204" pitchFamily="34" charset="0"/>
              </a:rPr>
              <a:t>o</a:t>
            </a:r>
            <a:r>
              <a:rPr lang="en-US" altLang="en-PK" sz="2000" dirty="0">
                <a:latin typeface="Arial" panose="020B0604020202020204" pitchFamily="34" charset="0"/>
                <a:cs typeface="Arial" panose="020B0604020202020204" pitchFamily="34" charset="0"/>
              </a:rPr>
              <a:t> / </a:t>
            </a:r>
            <a:r>
              <a:rPr lang="en-US" altLang="en-PK" sz="2000" b="1" i="1" dirty="0">
                <a:latin typeface="Arial" panose="020B0604020202020204" pitchFamily="34" charset="0"/>
                <a:cs typeface="Arial" panose="020B0604020202020204" pitchFamily="34" charset="0"/>
              </a:rPr>
              <a:t>W</a:t>
            </a:r>
            <a:r>
              <a:rPr lang="en-US" altLang="en-PK" sz="2000" dirty="0">
                <a:latin typeface="Arial" panose="020B0604020202020204" pitchFamily="34" charset="0"/>
                <a:cs typeface="Arial" panose="020B0604020202020204" pitchFamily="34" charset="0"/>
              </a:rPr>
              <a:t> is maintained at a constant value. 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altLang="en-PK" sz="2000" dirty="0">
                <a:latin typeface="Arial" panose="020B0604020202020204" pitchFamily="34" charset="0"/>
                <a:cs typeface="Arial" panose="020B0604020202020204" pitchFamily="34" charset="0"/>
              </a:rPr>
              <a:t>For a desired value </a:t>
            </a:r>
            <a:r>
              <a:rPr lang="en-US" altLang="en-PK" sz="2000" b="1" i="1" dirty="0">
                <a:latin typeface="Arial" panose="020B0604020202020204" pitchFamily="34" charset="0"/>
                <a:cs typeface="Arial" panose="020B0604020202020204" pitchFamily="34" charset="0"/>
              </a:rPr>
              <a:t>E</a:t>
            </a:r>
            <a:r>
              <a:rPr lang="en-US" altLang="en-PK" sz="2000" dirty="0">
                <a:latin typeface="Arial" panose="020B0604020202020204" pitchFamily="34" charset="0"/>
                <a:cs typeface="Arial" panose="020B0604020202020204" pitchFamily="34" charset="0"/>
              </a:rPr>
              <a:t>  of efficiency,</a:t>
            </a:r>
            <a:endParaRPr lang="en-PK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5" name="Group 77">
            <a:extLst>
              <a:ext uri="{FF2B5EF4-FFF2-40B4-BE49-F238E27FC236}">
                <a16:creationId xmlns:a16="http://schemas.microsoft.com/office/drawing/2014/main" id="{5F2CBF23-C2E0-6AB4-2232-2323F1841133}"/>
              </a:ext>
            </a:extLst>
          </p:cNvPr>
          <p:cNvGrpSpPr>
            <a:grpSpLocks/>
          </p:cNvGrpSpPr>
          <p:nvPr/>
        </p:nvGrpSpPr>
        <p:grpSpPr bwMode="auto">
          <a:xfrm>
            <a:off x="5466126" y="3000311"/>
            <a:ext cx="3609975" cy="2615649"/>
            <a:chOff x="1326" y="1488"/>
            <a:chExt cx="2514" cy="1632"/>
          </a:xfrm>
        </p:grpSpPr>
        <p:grpSp>
          <p:nvGrpSpPr>
            <p:cNvPr id="6" name="Group 21">
              <a:extLst>
                <a:ext uri="{FF2B5EF4-FFF2-40B4-BE49-F238E27FC236}">
                  <a16:creationId xmlns:a16="http://schemas.microsoft.com/office/drawing/2014/main" id="{406FCC9A-C279-CD51-6C95-6103BBC499E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908" y="1488"/>
              <a:ext cx="1932" cy="594"/>
              <a:chOff x="666" y="3312"/>
              <a:chExt cx="1932" cy="594"/>
            </a:xfrm>
          </p:grpSpPr>
          <p:pic>
            <p:nvPicPr>
              <p:cNvPr id="17" name="Picture 5" descr="$\displaystyle E$">
                <a:extLst>
                  <a:ext uri="{FF2B5EF4-FFF2-40B4-BE49-F238E27FC236}">
                    <a16:creationId xmlns:a16="http://schemas.microsoft.com/office/drawing/2014/main" id="{C71E9F56-DA1C-0789-FBAC-431BFAC472D9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666" y="3408"/>
                <a:ext cx="198" cy="396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18" name="Picture 7" descr="$\displaystyle =$">
                <a:extLst>
                  <a:ext uri="{FF2B5EF4-FFF2-40B4-BE49-F238E27FC236}">
                    <a16:creationId xmlns:a16="http://schemas.microsoft.com/office/drawing/2014/main" id="{FAD9765D-0C9E-DF3F-A67C-30D74526B210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912" y="3408"/>
                <a:ext cx="192" cy="396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19" name="Picture 9" descr="$\displaystyle \frac{1}{1 + {T_o(W,p)}/W},$">
                <a:extLst>
                  <a:ext uri="{FF2B5EF4-FFF2-40B4-BE49-F238E27FC236}">
                    <a16:creationId xmlns:a16="http://schemas.microsoft.com/office/drawing/2014/main" id="{F3F13BF8-499F-1A40-CDB4-8971903D7353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6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104" y="3312"/>
                <a:ext cx="1494" cy="594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grpSp>
          <p:nvGrpSpPr>
            <p:cNvPr id="7" name="Group 40">
              <a:extLst>
                <a:ext uri="{FF2B5EF4-FFF2-40B4-BE49-F238E27FC236}">
                  <a16:creationId xmlns:a16="http://schemas.microsoft.com/office/drawing/2014/main" id="{C7283BF5-CD52-CFE9-9416-E1C343E4167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326" y="2016"/>
              <a:ext cx="1698" cy="636"/>
              <a:chOff x="3198" y="3636"/>
              <a:chExt cx="1698" cy="636"/>
            </a:xfrm>
          </p:grpSpPr>
          <p:pic>
            <p:nvPicPr>
              <p:cNvPr id="14" name="Picture 23" descr="$\displaystyle \frac{T_o(W,p)}{W}$">
                <a:extLst>
                  <a:ext uri="{FF2B5EF4-FFF2-40B4-BE49-F238E27FC236}">
                    <a16:creationId xmlns:a16="http://schemas.microsoft.com/office/drawing/2014/main" id="{6CD669D6-63B7-BE9C-B425-E4E008B20FA9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7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198" y="3636"/>
                <a:ext cx="786" cy="636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15" name="Picture 25" descr="$\displaystyle =$">
                <a:extLst>
                  <a:ext uri="{FF2B5EF4-FFF2-40B4-BE49-F238E27FC236}">
                    <a16:creationId xmlns:a16="http://schemas.microsoft.com/office/drawing/2014/main" id="{3D919113-9EBD-EE8C-9DA7-F8892B692DF2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4032" y="3744"/>
                <a:ext cx="192" cy="396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16" name="Picture 27" descr="$\displaystyle \frac{1-E}{E},$">
                <a:extLst>
                  <a:ext uri="{FF2B5EF4-FFF2-40B4-BE49-F238E27FC236}">
                    <a16:creationId xmlns:a16="http://schemas.microsoft.com/office/drawing/2014/main" id="{F04630BA-D1DC-047A-C507-181BB1242991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8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4278" y="3648"/>
                <a:ext cx="618" cy="606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grpSp>
          <p:nvGrpSpPr>
            <p:cNvPr id="8" name="Group 58">
              <a:extLst>
                <a:ext uri="{FF2B5EF4-FFF2-40B4-BE49-F238E27FC236}">
                  <a16:creationId xmlns:a16="http://schemas.microsoft.com/office/drawing/2014/main" id="{A180CC06-DDBF-423F-8C1F-FD3B87C9A0E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872" y="2514"/>
              <a:ext cx="1824" cy="606"/>
              <a:chOff x="2976" y="3264"/>
              <a:chExt cx="1824" cy="606"/>
            </a:xfrm>
          </p:grpSpPr>
          <p:pic>
            <p:nvPicPr>
              <p:cNvPr id="10" name="Picture 42" descr="$\displaystyle W$">
                <a:extLst>
                  <a:ext uri="{FF2B5EF4-FFF2-40B4-BE49-F238E27FC236}">
                    <a16:creationId xmlns:a16="http://schemas.microsoft.com/office/drawing/2014/main" id="{33641AD6-9383-F5A5-B717-C451D7F87713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9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976" y="3360"/>
                <a:ext cx="258" cy="396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12" name="Picture 44" descr="$\displaystyle =$">
                <a:extLst>
                  <a:ext uri="{FF2B5EF4-FFF2-40B4-BE49-F238E27FC236}">
                    <a16:creationId xmlns:a16="http://schemas.microsoft.com/office/drawing/2014/main" id="{0DF1EBD3-693F-76FE-EDF9-280D88126C3D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264" y="3360"/>
                <a:ext cx="192" cy="396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13" name="Picture 46" descr="$\displaystyle \frac{E}{1-E}T_o(W,p).$">
                <a:extLst>
                  <a:ext uri="{FF2B5EF4-FFF2-40B4-BE49-F238E27FC236}">
                    <a16:creationId xmlns:a16="http://schemas.microsoft.com/office/drawing/2014/main" id="{007259D8-D761-6602-A05D-EE75082715E1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10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462" y="3264"/>
                <a:ext cx="1338" cy="606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</p:grpSp>
      <p:sp>
        <p:nvSpPr>
          <p:cNvPr id="29" name="TextBox 28">
            <a:extLst>
              <a:ext uri="{FF2B5EF4-FFF2-40B4-BE49-F238E27FC236}">
                <a16:creationId xmlns:a16="http://schemas.microsoft.com/office/drawing/2014/main" id="{0E637E01-FD4D-F254-D68F-9C8E6111F599}"/>
              </a:ext>
            </a:extLst>
          </p:cNvPr>
          <p:cNvSpPr txBox="1"/>
          <p:nvPr/>
        </p:nvSpPr>
        <p:spPr>
          <a:xfrm>
            <a:off x="842496" y="5463961"/>
            <a:ext cx="10084291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PK" sz="2000" dirty="0">
                <a:latin typeface="Arial" panose="020B0604020202020204" pitchFamily="34" charset="0"/>
                <a:cs typeface="Arial" panose="020B0604020202020204" pitchFamily="34" charset="0"/>
              </a:rPr>
              <a:t>If  </a:t>
            </a:r>
            <a:r>
              <a:rPr lang="en-US" altLang="en-PK" sz="2000" b="1" i="1" dirty="0">
                <a:latin typeface="Arial" panose="020B0604020202020204" pitchFamily="34" charset="0"/>
                <a:cs typeface="Arial" panose="020B0604020202020204" pitchFamily="34" charset="0"/>
              </a:rPr>
              <a:t>K</a:t>
            </a:r>
            <a:r>
              <a:rPr lang="en-US" altLang="en-PK" sz="2000" dirty="0">
                <a:latin typeface="Arial" panose="020B0604020202020204" pitchFamily="34" charset="0"/>
                <a:cs typeface="Arial" panose="020B0604020202020204" pitchFamily="34" charset="0"/>
              </a:rPr>
              <a:t> = </a:t>
            </a:r>
            <a:r>
              <a:rPr lang="en-US" altLang="en-PK" sz="2000" b="1" i="1" dirty="0">
                <a:latin typeface="Arial" panose="020B0604020202020204" pitchFamily="34" charset="0"/>
                <a:cs typeface="Arial" panose="020B0604020202020204" pitchFamily="34" charset="0"/>
              </a:rPr>
              <a:t>E</a:t>
            </a:r>
            <a:r>
              <a:rPr lang="en-US" altLang="en-PK" sz="2000" dirty="0">
                <a:latin typeface="Arial" panose="020B0604020202020204" pitchFamily="34" charset="0"/>
                <a:cs typeface="Arial" panose="020B0604020202020204" pitchFamily="34" charset="0"/>
              </a:rPr>
              <a:t> / (1 – </a:t>
            </a:r>
            <a:r>
              <a:rPr lang="en-US" altLang="en-PK" sz="2000" b="1" i="1" dirty="0">
                <a:latin typeface="Arial" panose="020B0604020202020204" pitchFamily="34" charset="0"/>
                <a:cs typeface="Arial" panose="020B0604020202020204" pitchFamily="34" charset="0"/>
              </a:rPr>
              <a:t>E</a:t>
            </a:r>
            <a:r>
              <a:rPr lang="en-US" altLang="en-PK" sz="2000" dirty="0">
                <a:latin typeface="Arial" panose="020B0604020202020204" pitchFamily="34" charset="0"/>
                <a:cs typeface="Arial" panose="020B0604020202020204" pitchFamily="34" charset="0"/>
              </a:rPr>
              <a:t>)  is a constant depending on the efficiency to be maintained, since </a:t>
            </a:r>
            <a:r>
              <a:rPr lang="en-US" altLang="en-PK" sz="2000" b="1" i="1" dirty="0">
                <a:latin typeface="Arial" panose="020B0604020202020204" pitchFamily="34" charset="0"/>
                <a:cs typeface="Arial" panose="020B0604020202020204" pitchFamily="34" charset="0"/>
              </a:rPr>
              <a:t>T</a:t>
            </a:r>
            <a:r>
              <a:rPr lang="en-US" altLang="en-PK" sz="2000" b="1" i="1" baseline="-25000" dirty="0">
                <a:latin typeface="Arial" panose="020B0604020202020204" pitchFamily="34" charset="0"/>
                <a:cs typeface="Arial" panose="020B0604020202020204" pitchFamily="34" charset="0"/>
              </a:rPr>
              <a:t>o</a:t>
            </a:r>
            <a:r>
              <a:rPr lang="en-US" altLang="en-PK" sz="2000" dirty="0">
                <a:latin typeface="Arial" panose="020B0604020202020204" pitchFamily="34" charset="0"/>
                <a:cs typeface="Arial" panose="020B0604020202020204" pitchFamily="34" charset="0"/>
              </a:rPr>
              <a:t> is a function of </a:t>
            </a:r>
            <a:r>
              <a:rPr lang="en-US" altLang="en-PK" sz="2000" b="1" i="1" dirty="0">
                <a:latin typeface="Arial" panose="020B0604020202020204" pitchFamily="34" charset="0"/>
                <a:cs typeface="Arial" panose="020B0604020202020204" pitchFamily="34" charset="0"/>
              </a:rPr>
              <a:t>W</a:t>
            </a:r>
            <a:r>
              <a:rPr lang="en-US" altLang="en-PK" sz="2000" dirty="0">
                <a:latin typeface="Arial" panose="020B0604020202020204" pitchFamily="34" charset="0"/>
                <a:cs typeface="Arial" panose="020B0604020202020204" pitchFamily="34" charset="0"/>
              </a:rPr>
              <a:t> and </a:t>
            </a:r>
            <a:r>
              <a:rPr lang="en-US" altLang="en-PK" sz="2000" b="1" i="1" dirty="0">
                <a:latin typeface="Arial" panose="020B0604020202020204" pitchFamily="34" charset="0"/>
                <a:cs typeface="Arial" panose="020B0604020202020204" pitchFamily="34" charset="0"/>
              </a:rPr>
              <a:t>p</a:t>
            </a:r>
            <a:r>
              <a:rPr lang="en-US" altLang="en-PK" sz="2000" dirty="0">
                <a:latin typeface="Arial" panose="020B0604020202020204" pitchFamily="34" charset="0"/>
                <a:cs typeface="Arial" panose="020B0604020202020204" pitchFamily="34" charset="0"/>
              </a:rPr>
              <a:t>, we have: </a:t>
            </a:r>
            <a:endParaRPr lang="en-PK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30" name="Group 76">
            <a:extLst>
              <a:ext uri="{FF2B5EF4-FFF2-40B4-BE49-F238E27FC236}">
                <a16:creationId xmlns:a16="http://schemas.microsoft.com/office/drawing/2014/main" id="{7A1E460C-C67E-D1E4-F351-662931D88D38}"/>
              </a:ext>
            </a:extLst>
          </p:cNvPr>
          <p:cNvGrpSpPr>
            <a:grpSpLocks/>
          </p:cNvGrpSpPr>
          <p:nvPr/>
        </p:nvGrpSpPr>
        <p:grpSpPr bwMode="auto">
          <a:xfrm>
            <a:off x="5770984" y="6081966"/>
            <a:ext cx="2124075" cy="533400"/>
            <a:chOff x="3360" y="3396"/>
            <a:chExt cx="1434" cy="408"/>
          </a:xfrm>
        </p:grpSpPr>
        <p:pic>
          <p:nvPicPr>
            <p:cNvPr id="31" name="Picture 60" descr="$\displaystyle W$">
              <a:extLst>
                <a:ext uri="{FF2B5EF4-FFF2-40B4-BE49-F238E27FC236}">
                  <a16:creationId xmlns:a16="http://schemas.microsoft.com/office/drawing/2014/main" id="{58891785-9074-CDE0-8547-9620673A043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360" y="3408"/>
              <a:ext cx="258" cy="39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32" name="Picture 62" descr="$\displaystyle =$">
              <a:extLst>
                <a:ext uri="{FF2B5EF4-FFF2-40B4-BE49-F238E27FC236}">
                  <a16:creationId xmlns:a16="http://schemas.microsoft.com/office/drawing/2014/main" id="{FEA6A541-1616-02BA-9271-CD8AA25C143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600" y="3396"/>
              <a:ext cx="192" cy="39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33" name="Picture 64" descr="$\displaystyle KT_o(W,p).$">
              <a:extLst>
                <a:ext uri="{FF2B5EF4-FFF2-40B4-BE49-F238E27FC236}">
                  <a16:creationId xmlns:a16="http://schemas.microsoft.com/office/drawing/2014/main" id="{B89D9A2C-EA24-878A-AB9B-C3AEB493B99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792" y="3408"/>
              <a:ext cx="1002" cy="39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12531879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29" grpId="0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8" name="Rectangle 39">
            <a:extLst>
              <a:ext uri="{FF2B5EF4-FFF2-40B4-BE49-F238E27FC236}">
                <a16:creationId xmlns:a16="http://schemas.microsoft.com/office/drawing/2014/main" id="{8651CFA9-6065-4243-AC48-858E359780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sp>
        <p:nvSpPr>
          <p:cNvPr id="49" name="Rectangle 41">
            <a:extLst>
              <a:ext uri="{FF2B5EF4-FFF2-40B4-BE49-F238E27FC236}">
                <a16:creationId xmlns:a16="http://schemas.microsoft.com/office/drawing/2014/main" id="{37962AE0-6A1C-4B76-9D52-10E5E6D7D3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bg2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sp>
        <p:nvSpPr>
          <p:cNvPr id="50" name="Rectangle 43">
            <a:extLst>
              <a:ext uri="{FF2B5EF4-FFF2-40B4-BE49-F238E27FC236}">
                <a16:creationId xmlns:a16="http://schemas.microsoft.com/office/drawing/2014/main" id="{027CAEDE-D92D-4745-8749-71019415A79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572000" cy="6858000"/>
          </a:xfrm>
          <a:prstGeom prst="rect">
            <a:avLst/>
          </a:prstGeom>
          <a:solidFill>
            <a:schemeClr val="tx2">
              <a:lumMod val="90000"/>
              <a:lumOff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1" name="Rectangle 45">
            <a:extLst>
              <a:ext uri="{FF2B5EF4-FFF2-40B4-BE49-F238E27FC236}">
                <a16:creationId xmlns:a16="http://schemas.microsoft.com/office/drawing/2014/main" id="{00C96CB6-3880-40E6-A4BF-F64E7D1E429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572000" cy="6858000"/>
          </a:xfrm>
          <a:prstGeom prst="rect">
            <a:avLst/>
          </a:prstGeom>
          <a:blipFill dpi="0" rotWithShape="1">
            <a:blip r:embed="rId3">
              <a:alphaModFix amt="20000"/>
              <a:duotone>
                <a:schemeClr val="accent1">
                  <a:shade val="45000"/>
                  <a:satMod val="135000"/>
                </a:schemeClr>
                <a:prstClr val="white"/>
              </a:duotone>
            </a:blip>
            <a:srcRect/>
            <a:tile tx="889000" ty="0" sx="100000" sy="100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FC3A1FC-2952-9A27-C2AB-8BFB59DFF8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1" y="559813"/>
            <a:ext cx="3335447" cy="5577934"/>
          </a:xfrm>
        </p:spPr>
        <p:txBody>
          <a:bodyPr>
            <a:normAutofit/>
          </a:bodyPr>
          <a:lstStyle/>
          <a:p>
            <a:r>
              <a:rPr lang="en-US" altLang="en-PK" sz="4000" dirty="0"/>
              <a:t>Isoefficiency Metric of Scalability </a:t>
            </a:r>
            <a:br>
              <a:rPr lang="en-US" sz="4000" b="0" dirty="0"/>
            </a:br>
            <a:br>
              <a:rPr lang="en-US" altLang="x-none" sz="4100" dirty="0">
                <a:ea typeface="ＭＳ Ｐゴシック" panose="020B0600070205080204" pitchFamily="34" charset="-128"/>
              </a:rPr>
            </a:br>
            <a:endParaRPr lang="x-none" sz="4100" dirty="0"/>
          </a:p>
        </p:txBody>
      </p:sp>
      <p:graphicFrame>
        <p:nvGraphicFramePr>
          <p:cNvPr id="52" name="Rectangle 3">
            <a:extLst>
              <a:ext uri="{FF2B5EF4-FFF2-40B4-BE49-F238E27FC236}">
                <a16:creationId xmlns:a16="http://schemas.microsoft.com/office/drawing/2014/main" id="{B323BA6C-4FF4-174A-0C65-FBEC9985BE4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544365833"/>
              </p:ext>
            </p:extLst>
          </p:nvPr>
        </p:nvGraphicFramePr>
        <p:xfrm>
          <a:off x="4807223" y="457199"/>
          <a:ext cx="7003777" cy="568054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  <p:extLst>
      <p:ext uri="{BB962C8B-B14F-4D97-AF65-F5344CB8AC3E}">
        <p14:creationId xmlns:p14="http://schemas.microsoft.com/office/powerpoint/2010/main" val="10779608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>
                                            <p:graphicEl>
                                              <a:dgm id="{91A80EC5-5433-486D-A2A1-39BF10E8DFEC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2">
                                            <p:graphicEl>
                                              <a:dgm id="{91A80EC5-5433-486D-A2A1-39BF10E8DFEC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2">
                                            <p:graphicEl>
                                              <a:dgm id="{91A80EC5-5433-486D-A2A1-39BF10E8DFEC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>
                                            <p:graphicEl>
                                              <a:dgm id="{841EB539-0729-4D10-9F0B-B4A34A16CEDC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2">
                                            <p:graphicEl>
                                              <a:dgm id="{841EB539-0729-4D10-9F0B-B4A34A16CEDC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2">
                                            <p:graphicEl>
                                              <a:dgm id="{841EB539-0729-4D10-9F0B-B4A34A16CEDC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>
                                            <p:graphicEl>
                                              <a:dgm id="{6D229F45-CD11-4521-930C-E6E1E78D5A75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2">
                                            <p:graphicEl>
                                              <a:dgm id="{6D229F45-CD11-4521-930C-E6E1E78D5A75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52">
                                            <p:graphicEl>
                                              <a:dgm id="{6D229F45-CD11-4521-930C-E6E1E78D5A75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52" grpId="0">
        <p:bldSub>
          <a:bldDgm bld="one"/>
        </p:bldSub>
      </p:bldGraphic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8" name="Rectangle 39">
            <a:extLst>
              <a:ext uri="{FF2B5EF4-FFF2-40B4-BE49-F238E27FC236}">
                <a16:creationId xmlns:a16="http://schemas.microsoft.com/office/drawing/2014/main" id="{8651CFA9-6065-4243-AC48-858E359780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sp>
        <p:nvSpPr>
          <p:cNvPr id="49" name="Rectangle 41">
            <a:extLst>
              <a:ext uri="{FF2B5EF4-FFF2-40B4-BE49-F238E27FC236}">
                <a16:creationId xmlns:a16="http://schemas.microsoft.com/office/drawing/2014/main" id="{37962AE0-6A1C-4B76-9D52-10E5E6D7D3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bg2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sp>
        <p:nvSpPr>
          <p:cNvPr id="50" name="Rectangle 43">
            <a:extLst>
              <a:ext uri="{FF2B5EF4-FFF2-40B4-BE49-F238E27FC236}">
                <a16:creationId xmlns:a16="http://schemas.microsoft.com/office/drawing/2014/main" id="{027CAEDE-D92D-4745-8749-71019415A79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572000" cy="6858000"/>
          </a:xfrm>
          <a:prstGeom prst="rect">
            <a:avLst/>
          </a:prstGeom>
          <a:solidFill>
            <a:schemeClr val="tx2">
              <a:lumMod val="90000"/>
              <a:lumOff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1" name="Rectangle 45">
            <a:extLst>
              <a:ext uri="{FF2B5EF4-FFF2-40B4-BE49-F238E27FC236}">
                <a16:creationId xmlns:a16="http://schemas.microsoft.com/office/drawing/2014/main" id="{00C96CB6-3880-40E6-A4BF-F64E7D1E429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572000" cy="6858000"/>
          </a:xfrm>
          <a:prstGeom prst="rect">
            <a:avLst/>
          </a:prstGeom>
          <a:blipFill dpi="0" rotWithShape="1">
            <a:blip r:embed="rId3">
              <a:alphaModFix amt="20000"/>
              <a:duotone>
                <a:schemeClr val="accent1">
                  <a:shade val="45000"/>
                  <a:satMod val="135000"/>
                </a:schemeClr>
                <a:prstClr val="white"/>
              </a:duotone>
            </a:blip>
            <a:srcRect/>
            <a:tile tx="889000" ty="0" sx="100000" sy="100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FC3A1FC-2952-9A27-C2AB-8BFB59DFF8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1315" y="559813"/>
            <a:ext cx="3413156" cy="5577934"/>
          </a:xfrm>
        </p:spPr>
        <p:txBody>
          <a:bodyPr>
            <a:normAutofit/>
          </a:bodyPr>
          <a:lstStyle/>
          <a:p>
            <a:r>
              <a:rPr lang="en-US" altLang="en-PK" sz="4000" dirty="0"/>
              <a:t>Isoefficiency Metric: Example </a:t>
            </a:r>
            <a:br>
              <a:rPr lang="en-US" sz="4000" b="0" dirty="0"/>
            </a:br>
            <a:br>
              <a:rPr lang="en-US" altLang="x-none" sz="4100" dirty="0">
                <a:ea typeface="ＭＳ Ｐゴシック" panose="020B0600070205080204" pitchFamily="34" charset="-128"/>
              </a:rPr>
            </a:br>
            <a:endParaRPr lang="x-none" sz="41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2" name="Rectangle 3">
                <a:extLst>
                  <a:ext uri="{FF2B5EF4-FFF2-40B4-BE49-F238E27FC236}">
                    <a16:creationId xmlns:a16="http://schemas.microsoft.com/office/drawing/2014/main" id="{B323BA6C-4FF4-174A-0C65-FBEC9985BE4E}"/>
                  </a:ext>
                </a:extLst>
              </p:cNvPr>
              <p:cNvGraphicFramePr>
                <a:graphicFrameLocks noGrp="1"/>
              </p:cNvGraphicFramePr>
              <p:nvPr>
                <p:ph idx="1"/>
                <p:extLst>
                  <p:ext uri="{D42A27DB-BD31-4B8C-83A1-F6EECF244321}">
                    <p14:modId xmlns:p14="http://schemas.microsoft.com/office/powerpoint/2010/main" val="989396212"/>
                  </p:ext>
                </p:extLst>
              </p:nvPr>
            </p:nvGraphicFramePr>
            <p:xfrm>
              <a:off x="4807223" y="457198"/>
              <a:ext cx="7003777" cy="5916441"/>
            </p:xfrm>
            <a:graphic>
              <a:graphicData uri="http://schemas.openxmlformats.org/drawingml/2006/diagram">
                <dgm:relIds xmlns:dgm="http://schemas.openxmlformats.org/drawingml/2006/diagram" xmlns:r="http://schemas.openxmlformats.org/officeDocument/2006/relationships" r:dm="rId4" r:lo="rId5" r:qs="rId6" r:cs="rId7"/>
              </a:graphicData>
            </a:graphic>
          </p:graphicFrame>
        </mc:Choice>
        <mc:Fallback xmlns="">
          <p:graphicFrame>
            <p:nvGraphicFramePr>
              <p:cNvPr id="52" name="Rectangle 3">
                <a:extLst>
                  <a:ext uri="{FF2B5EF4-FFF2-40B4-BE49-F238E27FC236}">
                    <a16:creationId xmlns:a16="http://schemas.microsoft.com/office/drawing/2014/main" id="{B323BA6C-4FF4-174A-0C65-FBEC9985BE4E}"/>
                  </a:ext>
                </a:extLst>
              </p:cNvPr>
              <p:cNvGraphicFramePr>
                <a:graphicFrameLocks noGrp="1"/>
              </p:cNvGraphicFramePr>
              <p:nvPr>
                <p:ph idx="1"/>
                <p:extLst>
                  <p:ext uri="{D42A27DB-BD31-4B8C-83A1-F6EECF244321}">
                    <p14:modId xmlns:p14="http://schemas.microsoft.com/office/powerpoint/2010/main" val="989396212"/>
                  </p:ext>
                </p:extLst>
              </p:nvPr>
            </p:nvGraphicFramePr>
            <p:xfrm>
              <a:off x="4807223" y="457198"/>
              <a:ext cx="7003777" cy="5916441"/>
            </p:xfrm>
            <a:graphic>
              <a:graphicData uri="http://schemas.openxmlformats.org/drawingml/2006/diagram">
                <dgm:relIds xmlns:dgm="http://schemas.openxmlformats.org/drawingml/2006/diagram" xmlns:r="http://schemas.openxmlformats.org/officeDocument/2006/relationships" r:dm="rId9" r:lo="rId10" r:qs="rId11" r:cs="rId12"/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27423770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>
                                            <p:graphicEl>
                                              <a:dgm id="{91A80EC5-5433-486D-A2A1-39BF10E8DFEC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2">
                                            <p:graphicEl>
                                              <a:dgm id="{91A80EC5-5433-486D-A2A1-39BF10E8DFEC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2">
                                            <p:graphicEl>
                                              <a:dgm id="{91A80EC5-5433-486D-A2A1-39BF10E8DFEC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>
                                            <p:graphicEl>
                                              <a:dgm id="{841EB539-0729-4D10-9F0B-B4A34A16CEDC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2">
                                            <p:graphicEl>
                                              <a:dgm id="{841EB539-0729-4D10-9F0B-B4A34A16CEDC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2">
                                            <p:graphicEl>
                                              <a:dgm id="{841EB539-0729-4D10-9F0B-B4A34A16CEDC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>
                                            <p:graphicEl>
                                              <a:dgm id="{D29B8AF0-41B3-499A-B112-E9ED0CA721B9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2">
                                            <p:graphicEl>
                                              <a:dgm id="{D29B8AF0-41B3-499A-B112-E9ED0CA721B9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52">
                                            <p:graphicEl>
                                              <a:dgm id="{D29B8AF0-41B3-499A-B112-E9ED0CA721B9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>
                                            <p:graphicEl>
                                              <a:dgm id="{F52EB904-81A7-4A32-8922-5A76ABAD6934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52">
                                            <p:graphicEl>
                                              <a:dgm id="{F52EB904-81A7-4A32-8922-5A76ABAD6934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52">
                                            <p:graphicEl>
                                              <a:dgm id="{F52EB904-81A7-4A32-8922-5A76ABAD6934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52" grpId="0">
        <p:bldSub>
          <a:bldDgm bld="one"/>
        </p:bldSub>
      </p:bldGraphic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8" name="Rectangle 27">
            <a:extLst>
              <a:ext uri="{FF2B5EF4-FFF2-40B4-BE49-F238E27FC236}">
                <a16:creationId xmlns:a16="http://schemas.microsoft.com/office/drawing/2014/main" id="{43A9B7B3-F171-4C25-99FC-C54250F064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lumMod val="65000"/>
                  <a:lumOff val="35000"/>
                </a:srgbClr>
              </a:solidFill>
              <a:effectLst/>
              <a:uLnTx/>
              <a:uFillTx/>
              <a:latin typeface="AvenirNext LT Pro Medium" panose="020B0504020202020204" pitchFamily="34" charset="0"/>
              <a:ea typeface="+mn-ea"/>
              <a:cs typeface="+mn-cs"/>
            </a:endParaRP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D2D5C7C5-9C27-4A61-9F57-1857D45320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solidFill>
            <a:schemeClr val="bg2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>
                  <a:lumMod val="65000"/>
                  <a:lumOff val="35000"/>
                </a:srgbClr>
              </a:solidFill>
              <a:effectLst/>
              <a:uLnTx/>
              <a:uFillTx/>
              <a:latin typeface="AvenirNext LT Pro Medium" panose="020B0504020202020204" pitchFamily="34" charset="0"/>
              <a:ea typeface="+mn-ea"/>
              <a:cs typeface="+mn-cs"/>
            </a:endParaRP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84B9546E-20BE-462C-8BE8-4EBDB46F86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2225674"/>
          </a:xfrm>
          <a:prstGeom prst="rect">
            <a:avLst/>
          </a:prstGeom>
          <a:solidFill>
            <a:schemeClr val="tx2">
              <a:lumMod val="90000"/>
              <a:lumOff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venir Next LT Pro"/>
              <a:ea typeface="+mn-ea"/>
              <a:cs typeface="+mn-cs"/>
            </a:endParaRP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DFE5D2E8-C366-48AC-97AE-18C67E4EF9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" y="0"/>
            <a:ext cx="12188952" cy="2225674"/>
          </a:xfrm>
          <a:prstGeom prst="rect">
            <a:avLst/>
          </a:prstGeom>
          <a:blipFill dpi="0" rotWithShape="1">
            <a:blip r:embed="rId2">
              <a:alphaModFix amt="24000"/>
              <a:duotone>
                <a:schemeClr val="accent1">
                  <a:shade val="45000"/>
                  <a:satMod val="135000"/>
                </a:schemeClr>
                <a:prstClr val="white"/>
              </a:duotone>
            </a:blip>
            <a:srcRect/>
            <a:tile tx="889000" ty="0" sx="100000" sy="100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venir Next LT Pro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FC3A1FC-2952-9A27-C2AB-8BFB59DFF8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98182" y="514350"/>
            <a:ext cx="10003218" cy="1466774"/>
          </a:xfrm>
        </p:spPr>
        <p:txBody>
          <a:bodyPr>
            <a:normAutofit/>
          </a:bodyPr>
          <a:lstStyle/>
          <a:p>
            <a:r>
              <a:rPr lang="en-US" altLang="en-PK" dirty="0"/>
              <a:t>Isoefficiency Metric: Example </a:t>
            </a:r>
            <a:br>
              <a:rPr lang="en-US" sz="4400" b="1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x-none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39A13F5-D4A8-59A4-4E1B-1891C8E60138}"/>
              </a:ext>
            </a:extLst>
          </p:cNvPr>
          <p:cNvSpPr txBox="1"/>
          <p:nvPr/>
        </p:nvSpPr>
        <p:spPr>
          <a:xfrm>
            <a:off x="912138" y="2423813"/>
            <a:ext cx="609750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en-PK" sz="2000" dirty="0">
                <a:latin typeface="Arial" panose="020B0604020202020204" pitchFamily="34" charset="0"/>
                <a:cs typeface="Arial" panose="020B0604020202020204" pitchFamily="34" charset="0"/>
              </a:rPr>
              <a:t>Consider a more complex example where:</a:t>
            </a:r>
            <a:endParaRPr lang="en-PK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6" name="Picture 38">
            <a:extLst>
              <a:ext uri="{FF2B5EF4-FFF2-40B4-BE49-F238E27FC236}">
                <a16:creationId xmlns:a16="http://schemas.microsoft.com/office/drawing/2014/main" id="{84D2698F-0851-08FE-56B3-03E59801436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19414" y="2370692"/>
            <a:ext cx="2551113" cy="5667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E58F9734-4F7B-5567-791C-5A9B81E69E50}"/>
              </a:ext>
            </a:extLst>
          </p:cNvPr>
          <p:cNvSpPr txBox="1"/>
          <p:nvPr/>
        </p:nvSpPr>
        <p:spPr>
          <a:xfrm>
            <a:off x="912137" y="2897781"/>
            <a:ext cx="685903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altLang="en-PK" sz="2000" dirty="0">
                <a:latin typeface="Arial" panose="020B0604020202020204" pitchFamily="34" charset="0"/>
                <a:cs typeface="Arial" panose="020B0604020202020204" pitchFamily="34" charset="0"/>
              </a:rPr>
              <a:t>Using only the first term of </a:t>
            </a:r>
            <a:r>
              <a:rPr lang="en-US" altLang="en-PK" sz="2000" b="1" i="1" dirty="0">
                <a:latin typeface="Arial" panose="020B0604020202020204" pitchFamily="34" charset="0"/>
                <a:cs typeface="Arial" panose="020B0604020202020204" pitchFamily="34" charset="0"/>
              </a:rPr>
              <a:t>T</a:t>
            </a:r>
            <a:r>
              <a:rPr lang="en-US" altLang="en-PK" sz="2000" b="1" i="1" baseline="-25000" dirty="0">
                <a:latin typeface="Arial" panose="020B0604020202020204" pitchFamily="34" charset="0"/>
                <a:cs typeface="Arial" panose="020B0604020202020204" pitchFamily="34" charset="0"/>
              </a:rPr>
              <a:t>o</a:t>
            </a:r>
            <a:r>
              <a:rPr lang="en-US" altLang="en-PK" sz="2000" baseline="-25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PK" sz="2000" dirty="0">
                <a:latin typeface="Arial" panose="020B0604020202020204" pitchFamily="34" charset="0"/>
                <a:cs typeface="Arial" panose="020B0604020202020204" pitchFamily="34" charset="0"/>
              </a:rPr>
              <a:t>in Equation, we get  </a:t>
            </a:r>
          </a:p>
        </p:txBody>
      </p:sp>
      <p:grpSp>
        <p:nvGrpSpPr>
          <p:cNvPr id="9" name="Group 52">
            <a:extLst>
              <a:ext uri="{FF2B5EF4-FFF2-40B4-BE49-F238E27FC236}">
                <a16:creationId xmlns:a16="http://schemas.microsoft.com/office/drawing/2014/main" id="{E161ED0A-4B43-A3A6-8C69-94BDB8852A6B}"/>
              </a:ext>
            </a:extLst>
          </p:cNvPr>
          <p:cNvGrpSpPr>
            <a:grpSpLocks/>
          </p:cNvGrpSpPr>
          <p:nvPr/>
        </p:nvGrpSpPr>
        <p:grpSpPr bwMode="auto">
          <a:xfrm>
            <a:off x="5866177" y="3429000"/>
            <a:ext cx="1905000" cy="704850"/>
            <a:chOff x="1776" y="1188"/>
            <a:chExt cx="1200" cy="444"/>
          </a:xfrm>
        </p:grpSpPr>
        <p:pic>
          <p:nvPicPr>
            <p:cNvPr id="10" name="Picture 47">
              <a:extLst>
                <a:ext uri="{FF2B5EF4-FFF2-40B4-BE49-F238E27FC236}">
                  <a16:creationId xmlns:a16="http://schemas.microsoft.com/office/drawing/2014/main" id="{2D2E7969-A9A1-EAEF-9EB6-925AB94A716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776" y="1200"/>
              <a:ext cx="258" cy="39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</p:pic>
        <p:pic>
          <p:nvPicPr>
            <p:cNvPr id="11" name="Picture 39">
              <a:extLst>
                <a:ext uri="{FF2B5EF4-FFF2-40B4-BE49-F238E27FC236}">
                  <a16:creationId xmlns:a16="http://schemas.microsoft.com/office/drawing/2014/main" id="{793BC7CD-3B08-7EFB-EBAF-254DC5B94B9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352" y="1188"/>
              <a:ext cx="624" cy="44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13" name="TextBox 12">
            <a:extLst>
              <a:ext uri="{FF2B5EF4-FFF2-40B4-BE49-F238E27FC236}">
                <a16:creationId xmlns:a16="http://schemas.microsoft.com/office/drawing/2014/main" id="{BC2BD707-5153-4AEE-8925-E004303D384C}"/>
              </a:ext>
            </a:extLst>
          </p:cNvPr>
          <p:cNvSpPr txBox="1"/>
          <p:nvPr/>
        </p:nvSpPr>
        <p:spPr>
          <a:xfrm>
            <a:off x="912138" y="4023293"/>
            <a:ext cx="877507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altLang="en-PK" sz="2000" dirty="0">
                <a:latin typeface="Arial" panose="020B0604020202020204" pitchFamily="34" charset="0"/>
                <a:cs typeface="Arial" panose="020B0604020202020204" pitchFamily="34" charset="0"/>
              </a:rPr>
              <a:t>Using only the second term, Equation yields the following relation between </a:t>
            </a:r>
            <a:r>
              <a:rPr lang="en-US" altLang="en-PK" sz="2000" b="1" i="1" dirty="0">
                <a:latin typeface="Arial" panose="020B0604020202020204" pitchFamily="34" charset="0"/>
                <a:cs typeface="Arial" panose="020B0604020202020204" pitchFamily="34" charset="0"/>
              </a:rPr>
              <a:t>W </a:t>
            </a:r>
            <a:r>
              <a:rPr lang="en-US" altLang="en-PK" sz="2000" dirty="0">
                <a:latin typeface="Arial" panose="020B0604020202020204" pitchFamily="34" charset="0"/>
                <a:cs typeface="Arial" panose="020B0604020202020204" pitchFamily="34" charset="0"/>
              </a:rPr>
              <a:t>and </a:t>
            </a:r>
            <a:r>
              <a:rPr lang="en-US" altLang="en-PK" sz="2000" b="1" i="1" dirty="0">
                <a:latin typeface="Arial" panose="020B0604020202020204" pitchFamily="34" charset="0"/>
                <a:cs typeface="Arial" panose="020B0604020202020204" pitchFamily="34" charset="0"/>
              </a:rPr>
              <a:t>p</a:t>
            </a:r>
            <a:r>
              <a:rPr lang="en-US" altLang="en-PK" sz="2000" dirty="0"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</a:p>
        </p:txBody>
      </p:sp>
      <p:grpSp>
        <p:nvGrpSpPr>
          <p:cNvPr id="14" name="Group 56">
            <a:extLst>
              <a:ext uri="{FF2B5EF4-FFF2-40B4-BE49-F238E27FC236}">
                <a16:creationId xmlns:a16="http://schemas.microsoft.com/office/drawing/2014/main" id="{19CEAB6D-F602-72A9-3BBB-8D8B299B6AEA}"/>
              </a:ext>
            </a:extLst>
          </p:cNvPr>
          <p:cNvGrpSpPr>
            <a:grpSpLocks/>
          </p:cNvGrpSpPr>
          <p:nvPr/>
        </p:nvGrpSpPr>
        <p:grpSpPr bwMode="auto">
          <a:xfrm>
            <a:off x="4075477" y="4515847"/>
            <a:ext cx="2705100" cy="1619250"/>
            <a:chOff x="2682" y="2208"/>
            <a:chExt cx="1704" cy="1020"/>
          </a:xfrm>
        </p:grpSpPr>
        <p:grpSp>
          <p:nvGrpSpPr>
            <p:cNvPr id="15" name="Group 55">
              <a:extLst>
                <a:ext uri="{FF2B5EF4-FFF2-40B4-BE49-F238E27FC236}">
                  <a16:creationId xmlns:a16="http://schemas.microsoft.com/office/drawing/2014/main" id="{939C36B2-F2AE-0F8E-8C7F-93B49552421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682" y="2496"/>
              <a:ext cx="1290" cy="732"/>
              <a:chOff x="2682" y="2496"/>
              <a:chExt cx="1290" cy="732"/>
            </a:xfrm>
          </p:grpSpPr>
          <p:pic>
            <p:nvPicPr>
              <p:cNvPr id="19" name="Picture 36">
                <a:extLst>
                  <a:ext uri="{FF2B5EF4-FFF2-40B4-BE49-F238E27FC236}">
                    <a16:creationId xmlns:a16="http://schemas.microsoft.com/office/drawing/2014/main" id="{53F8C256-6BE1-B213-6CC6-AE1F6D9AD275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6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120" y="2784"/>
                <a:ext cx="756" cy="414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grpSp>
            <p:nvGrpSpPr>
              <p:cNvPr id="20" name="Group 54">
                <a:extLst>
                  <a:ext uri="{FF2B5EF4-FFF2-40B4-BE49-F238E27FC236}">
                    <a16:creationId xmlns:a16="http://schemas.microsoft.com/office/drawing/2014/main" id="{9F8576D3-6E88-69D1-30F2-986ACC0ED43D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682" y="2496"/>
                <a:ext cx="1290" cy="732"/>
                <a:chOff x="2682" y="2496"/>
                <a:chExt cx="1290" cy="732"/>
              </a:xfrm>
            </p:grpSpPr>
            <p:pic>
              <p:nvPicPr>
                <p:cNvPr id="21" name="Picture 41">
                  <a:extLst>
                    <a:ext uri="{FF2B5EF4-FFF2-40B4-BE49-F238E27FC236}">
                      <a16:creationId xmlns:a16="http://schemas.microsoft.com/office/drawing/2014/main" id="{B3F9757A-B14D-90DB-6D4F-8226FA683EBD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>
                <a:blip r:embed="rId7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2682" y="2544"/>
                  <a:ext cx="498" cy="444"/>
                </a:xfrm>
                <a:prstGeom prst="rect">
                  <a:avLst/>
                </a:prstGeom>
                <a:noFill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  <p:pic>
              <p:nvPicPr>
                <p:cNvPr id="22" name="Picture 42">
                  <a:extLst>
                    <a:ext uri="{FF2B5EF4-FFF2-40B4-BE49-F238E27FC236}">
                      <a16:creationId xmlns:a16="http://schemas.microsoft.com/office/drawing/2014/main" id="{4EBF6859-2B60-9A29-81AA-A8A1981D5117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>
                <a:blip r:embed="rId8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3144" y="2496"/>
                  <a:ext cx="828" cy="444"/>
                </a:xfrm>
                <a:prstGeom prst="rect">
                  <a:avLst/>
                </a:prstGeom>
                <a:noFill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  <p:pic>
              <p:nvPicPr>
                <p:cNvPr id="23" name="Picture 49">
                  <a:extLst>
                    <a:ext uri="{FF2B5EF4-FFF2-40B4-BE49-F238E27FC236}">
                      <a16:creationId xmlns:a16="http://schemas.microsoft.com/office/drawing/2014/main" id="{DF174962-A497-BE79-A2D3-C400A94A804E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>
                <a:blip r:embed="rId4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2736" y="2832"/>
                  <a:ext cx="258" cy="396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</p:pic>
          </p:grpSp>
        </p:grpSp>
        <p:grpSp>
          <p:nvGrpSpPr>
            <p:cNvPr id="16" name="Group 53">
              <a:extLst>
                <a:ext uri="{FF2B5EF4-FFF2-40B4-BE49-F238E27FC236}">
                  <a16:creationId xmlns:a16="http://schemas.microsoft.com/office/drawing/2014/main" id="{CB222A25-E534-1021-47BC-3008C3C0A4A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724" y="2208"/>
              <a:ext cx="1662" cy="444"/>
              <a:chOff x="2724" y="2208"/>
              <a:chExt cx="1662" cy="444"/>
            </a:xfrm>
          </p:grpSpPr>
          <p:pic>
            <p:nvPicPr>
              <p:cNvPr id="17" name="Picture 40">
                <a:extLst>
                  <a:ext uri="{FF2B5EF4-FFF2-40B4-BE49-F238E27FC236}">
                    <a16:creationId xmlns:a16="http://schemas.microsoft.com/office/drawing/2014/main" id="{82548CA6-5572-996D-B0D3-2B00F9C870D4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9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096" y="2208"/>
                <a:ext cx="1290" cy="444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18" name="Picture 51">
                <a:extLst>
                  <a:ext uri="{FF2B5EF4-FFF2-40B4-BE49-F238E27FC236}">
                    <a16:creationId xmlns:a16="http://schemas.microsoft.com/office/drawing/2014/main" id="{EDED9B01-265A-3810-7936-E00CAF995443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724" y="2244"/>
                <a:ext cx="258" cy="396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</p:grpSp>
      <p:sp>
        <p:nvSpPr>
          <p:cNvPr id="25" name="TextBox 24">
            <a:extLst>
              <a:ext uri="{FF2B5EF4-FFF2-40B4-BE49-F238E27FC236}">
                <a16:creationId xmlns:a16="http://schemas.microsoft.com/office/drawing/2014/main" id="{AB696FA3-BA7E-4F14-CE28-929A119DA7DF}"/>
              </a:ext>
            </a:extLst>
          </p:cNvPr>
          <p:cNvSpPr txBox="1"/>
          <p:nvPr/>
        </p:nvSpPr>
        <p:spPr>
          <a:xfrm>
            <a:off x="944016" y="6010452"/>
            <a:ext cx="8743192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altLang="en-PK" sz="2000" dirty="0">
                <a:latin typeface="Arial" panose="020B0604020202020204" pitchFamily="34" charset="0"/>
                <a:cs typeface="Arial" panose="020B0604020202020204" pitchFamily="34" charset="0"/>
              </a:rPr>
              <a:t>The larger of these two asymptotic rates determines the </a:t>
            </a:r>
            <a:r>
              <a:rPr lang="en-US" altLang="en-PK" sz="2000" dirty="0" err="1">
                <a:latin typeface="Arial" panose="020B0604020202020204" pitchFamily="34" charset="0"/>
                <a:cs typeface="Arial" panose="020B0604020202020204" pitchFamily="34" charset="0"/>
              </a:rPr>
              <a:t>isoefficiency</a:t>
            </a:r>
            <a:r>
              <a:rPr lang="en-US" altLang="en-PK" sz="2000" dirty="0">
                <a:latin typeface="Arial" panose="020B0604020202020204" pitchFamily="34" charset="0"/>
                <a:cs typeface="Arial" panose="020B0604020202020204" pitchFamily="34" charset="0"/>
              </a:rPr>
              <a:t>. This is given by </a:t>
            </a:r>
            <a:r>
              <a:rPr lang="el-GR" altLang="en-PK" sz="2000" dirty="0">
                <a:latin typeface="Arial" panose="020B0604020202020204" pitchFamily="34" charset="0"/>
                <a:cs typeface="Arial" panose="020B0604020202020204" pitchFamily="34" charset="0"/>
              </a:rPr>
              <a:t>Θ</a:t>
            </a:r>
            <a:r>
              <a:rPr lang="en-US" altLang="en-PK" sz="2000" dirty="0"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en-US" altLang="en-PK" sz="2000" b="1" i="1" dirty="0">
                <a:latin typeface="Arial" panose="020B0604020202020204" pitchFamily="34" charset="0"/>
                <a:cs typeface="Arial" panose="020B0604020202020204" pitchFamily="34" charset="0"/>
              </a:rPr>
              <a:t>p</a:t>
            </a:r>
            <a:r>
              <a:rPr lang="en-US" altLang="en-PK" sz="2000" b="1" i="1" baseline="30000" dirty="0"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  <a:r>
              <a:rPr lang="en-US" altLang="en-PK" sz="2000" dirty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  <a:endParaRPr lang="el-GR" altLang="en-PK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942545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8" grpId="0"/>
      <p:bldP spid="13" grpId="0"/>
      <p:bldP spid="25" grpId="0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0BABF38A-8A0D-492E-BD20-6CF4D46B50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2000" cy="6858004"/>
          </a:xfrm>
          <a:prstGeom prst="rect">
            <a:avLst/>
          </a:prstGeom>
          <a:solidFill>
            <a:schemeClr val="tx2">
              <a:lumMod val="90000"/>
              <a:lumOff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lumMod val="65000"/>
                  <a:lumOff val="35000"/>
                </a:srgbClr>
              </a:solidFill>
              <a:effectLst/>
              <a:uLnTx/>
              <a:uFillTx/>
              <a:latin typeface="AvenirNext LT Pro Medium" panose="020B0504020202020204" pitchFamily="34" charset="0"/>
              <a:ea typeface="+mn-ea"/>
              <a:cs typeface="+mn-cs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1CB7E8AE-A3AC-4BB7-A5C6-F00EC697B26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"/>
            <a:ext cx="12192000" cy="1392401"/>
          </a:xfrm>
          <a:prstGeom prst="rect">
            <a:avLst/>
          </a:prstGeom>
        </p:spPr>
      </p:pic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4AB8125F-0FD8-48CD-9F43-73E5494EA7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>
                  <a:lumMod val="65000"/>
                  <a:lumOff val="35000"/>
                </a:srgbClr>
              </a:solidFill>
              <a:effectLst/>
              <a:uLnTx/>
              <a:uFillTx/>
              <a:latin typeface="AvenirNext LT Pro Medium" panose="020B0504020202020204" pitchFamily="34" charset="0"/>
              <a:ea typeface="+mn-ea"/>
              <a:cs typeface="+mn-cs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019DD6C-5899-4C07-864B-EB0A7D104A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solidFill>
            <a:schemeClr val="bg2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>
                  <a:lumMod val="65000"/>
                  <a:lumOff val="35000"/>
                </a:srgbClr>
              </a:solidFill>
              <a:effectLst/>
              <a:uLnTx/>
              <a:uFillTx/>
              <a:latin typeface="AvenirNext LT Pro Medium" panose="020B0504020202020204" pitchFamily="34" charset="0"/>
              <a:ea typeface="+mn-ea"/>
              <a:cs typeface="+mn-cs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4D19B4B-DD16-5DF2-E34B-4765F6BA2C48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9052" r="15486" b="-2"/>
          <a:stretch/>
        </p:blipFill>
        <p:spPr>
          <a:xfrm>
            <a:off x="3048" y="10"/>
            <a:ext cx="6195372" cy="4618233"/>
          </a:xfrm>
          <a:prstGeom prst="rect">
            <a:avLst/>
          </a:prstGeom>
        </p:spPr>
      </p:pic>
      <p:sp>
        <p:nvSpPr>
          <p:cNvPr id="17" name="Rectangle 16">
            <a:extLst>
              <a:ext uri="{FF2B5EF4-FFF2-40B4-BE49-F238E27FC236}">
                <a16:creationId xmlns:a16="http://schemas.microsoft.com/office/drawing/2014/main" id="{EBDFFBC1-15BD-428E-B8AF-ECF5D1B76DE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4602877"/>
            <a:ext cx="12192000" cy="2267339"/>
          </a:xfrm>
          <a:prstGeom prst="rect">
            <a:avLst/>
          </a:prstGeom>
          <a:solidFill>
            <a:schemeClr val="tx2">
              <a:lumMod val="90000"/>
              <a:lumOff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lumMod val="65000"/>
                  <a:lumOff val="35000"/>
                </a:srgbClr>
              </a:solidFill>
              <a:effectLst/>
              <a:uLnTx/>
              <a:uFillTx/>
              <a:latin typeface="AvenirNext LT Pro Medium" panose="020B0504020202020204" pitchFamily="34" charset="0"/>
              <a:ea typeface="+mn-ea"/>
              <a:cs typeface="+mn-cs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EBFB3075-0323-4EB0-B1A5-776A0E709C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3055" y="4596020"/>
            <a:ext cx="12191999" cy="2274195"/>
          </a:xfrm>
          <a:prstGeom prst="rect">
            <a:avLst/>
          </a:prstGeom>
          <a:blipFill dpi="0" rotWithShape="1">
            <a:blip r:embed="rId4">
              <a:alphaModFix amt="20000"/>
              <a:duotone>
                <a:schemeClr val="accent1">
                  <a:shade val="45000"/>
                  <a:satMod val="135000"/>
                </a:schemeClr>
                <a:prstClr val="white"/>
              </a:duotone>
            </a:blip>
            <a:srcRect/>
            <a:tile tx="889000" ty="0" sx="100000" sy="100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venir Next LT Pro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EF2AEC3-B371-83A9-2DBA-0BB3061611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38200" y="4876800"/>
            <a:ext cx="10003218" cy="121920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>
              <a:lnSpc>
                <a:spcPct val="90000"/>
              </a:lnSpc>
            </a:pPr>
            <a:r>
              <a:rPr lang="en-US" altLang="x-none" sz="4100"/>
              <a:t>CS621 Parallel and Distributed Computing</a:t>
            </a:r>
            <a:endParaRPr lang="en-US" sz="410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357D0A4-286C-034D-8B8B-FADC6513AC0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553200" y="369204"/>
            <a:ext cx="4800600" cy="3935986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altLang="en-PK" sz="2800" b="1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Isoefficiency Function and Performance metrics</a:t>
            </a:r>
            <a:endParaRPr lang="en-US" sz="2800" b="1" dirty="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84708797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0" name="Rectangle 39">
            <a:extLst>
              <a:ext uri="{FF2B5EF4-FFF2-40B4-BE49-F238E27FC236}">
                <a16:creationId xmlns:a16="http://schemas.microsoft.com/office/drawing/2014/main" id="{8651CFA9-6065-4243-AC48-858E359780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>
                  <a:lumMod val="65000"/>
                  <a:lumOff val="35000"/>
                </a:srgbClr>
              </a:solidFill>
              <a:effectLst/>
              <a:uLnTx/>
              <a:uFillTx/>
              <a:latin typeface="AvenirNext LT Pro Medium" panose="020B0504020202020204" pitchFamily="34" charset="0"/>
              <a:ea typeface="+mn-ea"/>
              <a:cs typeface="+mn-cs"/>
            </a:endParaRP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37962AE0-6A1C-4B76-9D52-10E5E6D7D3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bg2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>
                  <a:lumMod val="65000"/>
                  <a:lumOff val="35000"/>
                </a:srgbClr>
              </a:solidFill>
              <a:effectLst/>
              <a:uLnTx/>
              <a:uFillTx/>
              <a:latin typeface="AvenirNext LT Pro Medium" panose="020B0504020202020204" pitchFamily="34" charset="0"/>
              <a:ea typeface="+mn-ea"/>
              <a:cs typeface="+mn-cs"/>
            </a:endParaRP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027CAEDE-D92D-4745-8749-71019415A79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572000" cy="6858000"/>
          </a:xfrm>
          <a:prstGeom prst="rect">
            <a:avLst/>
          </a:prstGeom>
          <a:solidFill>
            <a:schemeClr val="tx2">
              <a:lumMod val="90000"/>
              <a:lumOff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venir Next LT Pro"/>
              <a:ea typeface="+mn-ea"/>
              <a:cs typeface="+mn-cs"/>
            </a:endParaRP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00C96CB6-3880-40E6-A4BF-F64E7D1E429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572000" cy="6858000"/>
          </a:xfrm>
          <a:prstGeom prst="rect">
            <a:avLst/>
          </a:prstGeom>
          <a:blipFill dpi="0" rotWithShape="1">
            <a:blip r:embed="rId3">
              <a:alphaModFix amt="20000"/>
              <a:duotone>
                <a:schemeClr val="accent1">
                  <a:shade val="45000"/>
                  <a:satMod val="135000"/>
                </a:schemeClr>
                <a:prstClr val="white"/>
              </a:duotone>
            </a:blip>
            <a:srcRect/>
            <a:tile tx="889000" ty="0" sx="100000" sy="100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venir Next LT Pro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FC3A1FC-2952-9A27-C2AB-8BFB59DFF8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1" y="559813"/>
            <a:ext cx="2819399" cy="5577934"/>
          </a:xfrm>
        </p:spPr>
        <p:txBody>
          <a:bodyPr>
            <a:normAutofit/>
          </a:bodyPr>
          <a:lstStyle/>
          <a:p>
            <a:r>
              <a:rPr lang="en-US" altLang="x-none" sz="3700">
                <a:ea typeface="ＭＳ Ｐゴシック" panose="020B0600070205080204" pitchFamily="34" charset="-128"/>
              </a:rPr>
              <a:t>Objectives</a:t>
            </a:r>
            <a:endParaRPr lang="x-none" sz="3700"/>
          </a:p>
        </p:txBody>
      </p:sp>
      <p:graphicFrame>
        <p:nvGraphicFramePr>
          <p:cNvPr id="36" name="Rectangle 3">
            <a:extLst>
              <a:ext uri="{FF2B5EF4-FFF2-40B4-BE49-F238E27FC236}">
                <a16:creationId xmlns:a16="http://schemas.microsoft.com/office/drawing/2014/main" id="{BC8A9704-B22C-9F3F-529F-C75DC383571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039486215"/>
              </p:ext>
            </p:extLst>
          </p:nvPr>
        </p:nvGraphicFramePr>
        <p:xfrm>
          <a:off x="4807223" y="457200"/>
          <a:ext cx="7003777" cy="58436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  <p:extLst>
      <p:ext uri="{BB962C8B-B14F-4D97-AF65-F5344CB8AC3E}">
        <p14:creationId xmlns:p14="http://schemas.microsoft.com/office/powerpoint/2010/main" val="407650503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8" name="Rectangle 27">
            <a:extLst>
              <a:ext uri="{FF2B5EF4-FFF2-40B4-BE49-F238E27FC236}">
                <a16:creationId xmlns:a16="http://schemas.microsoft.com/office/drawing/2014/main" id="{43A9B7B3-F171-4C25-99FC-C54250F064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lumMod val="65000"/>
                  <a:lumOff val="35000"/>
                </a:srgbClr>
              </a:solidFill>
              <a:effectLst/>
              <a:uLnTx/>
              <a:uFillTx/>
              <a:latin typeface="AvenirNext LT Pro Medium" panose="020B0504020202020204" pitchFamily="34" charset="0"/>
              <a:ea typeface="+mn-ea"/>
              <a:cs typeface="+mn-cs"/>
            </a:endParaRP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D2D5C7C5-9C27-4A61-9F57-1857D45320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solidFill>
            <a:schemeClr val="bg2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>
                  <a:lumMod val="65000"/>
                  <a:lumOff val="35000"/>
                </a:srgbClr>
              </a:solidFill>
              <a:effectLst/>
              <a:uLnTx/>
              <a:uFillTx/>
              <a:latin typeface="AvenirNext LT Pro Medium" panose="020B0504020202020204" pitchFamily="34" charset="0"/>
              <a:ea typeface="+mn-ea"/>
              <a:cs typeface="+mn-cs"/>
            </a:endParaRP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84B9546E-20BE-462C-8BE8-4EBDB46F86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2225674"/>
          </a:xfrm>
          <a:prstGeom prst="rect">
            <a:avLst/>
          </a:prstGeom>
          <a:solidFill>
            <a:schemeClr val="tx2">
              <a:lumMod val="90000"/>
              <a:lumOff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venir Next LT Pro"/>
              <a:ea typeface="+mn-ea"/>
              <a:cs typeface="+mn-cs"/>
            </a:endParaRP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DFE5D2E8-C366-48AC-97AE-18C67E4EF9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" y="0"/>
            <a:ext cx="12188952" cy="2225674"/>
          </a:xfrm>
          <a:prstGeom prst="rect">
            <a:avLst/>
          </a:prstGeom>
          <a:blipFill dpi="0" rotWithShape="1">
            <a:blip r:embed="rId2">
              <a:alphaModFix amt="24000"/>
              <a:duotone>
                <a:schemeClr val="accent1">
                  <a:shade val="45000"/>
                  <a:satMod val="135000"/>
                </a:schemeClr>
                <a:prstClr val="white"/>
              </a:duotone>
            </a:blip>
            <a:srcRect/>
            <a:tile tx="889000" ty="0" sx="100000" sy="100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venir Next LT Pro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FC3A1FC-2952-9A27-C2AB-8BFB59DFF8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98182" y="514350"/>
            <a:ext cx="10003218" cy="1466774"/>
          </a:xfrm>
        </p:spPr>
        <p:txBody>
          <a:bodyPr>
            <a:normAutofit fontScale="90000"/>
          </a:bodyPr>
          <a:lstStyle/>
          <a:p>
            <a:pPr algn="ctr"/>
            <a:r>
              <a:rPr lang="en-US" altLang="en-PK" dirty="0"/>
              <a:t>Cost-Optimality and the Isoefficiency Function </a:t>
            </a:r>
            <a:br>
              <a:rPr lang="en-US" sz="4400" b="1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x-none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39A13F5-D4A8-59A4-4E1B-1891C8E60138}"/>
              </a:ext>
            </a:extLst>
          </p:cNvPr>
          <p:cNvSpPr txBox="1"/>
          <p:nvPr/>
        </p:nvSpPr>
        <p:spPr>
          <a:xfrm>
            <a:off x="964663" y="2265794"/>
            <a:ext cx="720749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en-PK" sz="2400" dirty="0"/>
              <a:t>A parallel system is cost-optimal if and only if</a:t>
            </a:r>
            <a:r>
              <a:rPr lang="en-US" altLang="en-PK" sz="2000" dirty="0"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  <a:endParaRPr lang="en-PK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C2BD707-5153-4AEE-8925-E004303D384C}"/>
              </a:ext>
            </a:extLst>
          </p:cNvPr>
          <p:cNvSpPr txBox="1"/>
          <p:nvPr/>
        </p:nvSpPr>
        <p:spPr>
          <a:xfrm>
            <a:off x="964663" y="3478850"/>
            <a:ext cx="8775070" cy="3900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80000"/>
              </a:lnSpc>
            </a:pPr>
            <a:r>
              <a:rPr lang="en-US" altLang="en-PK" sz="2400" dirty="0"/>
              <a:t>From this, we have: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AB696FA3-BA7E-4F14-CE28-929A119DA7DF}"/>
              </a:ext>
            </a:extLst>
          </p:cNvPr>
          <p:cNvSpPr txBox="1"/>
          <p:nvPr/>
        </p:nvSpPr>
        <p:spPr>
          <a:xfrm>
            <a:off x="982074" y="5781666"/>
            <a:ext cx="10219326" cy="9809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80000"/>
              </a:lnSpc>
            </a:pPr>
            <a:r>
              <a:rPr lang="en-US" altLang="en-PK" sz="2400" dirty="0"/>
              <a:t>If we have an </a:t>
            </a:r>
            <a:r>
              <a:rPr lang="en-US" altLang="en-PK" sz="2400" dirty="0" err="1"/>
              <a:t>isoefficiency</a:t>
            </a:r>
            <a:r>
              <a:rPr lang="en-US" altLang="en-PK" sz="2400" dirty="0"/>
              <a:t> function </a:t>
            </a:r>
            <a:r>
              <a:rPr lang="en-US" altLang="en-PK" sz="2400" b="1" i="1" dirty="0"/>
              <a:t>f</a:t>
            </a:r>
            <a:r>
              <a:rPr lang="en-US" altLang="en-PK" sz="2400" dirty="0"/>
              <a:t>(</a:t>
            </a:r>
            <a:r>
              <a:rPr lang="en-US" altLang="en-PK" sz="2400" b="1" i="1" dirty="0"/>
              <a:t>p</a:t>
            </a:r>
            <a:r>
              <a:rPr lang="en-US" altLang="en-PK" sz="2400" dirty="0"/>
              <a:t>),  then it follows that the relation </a:t>
            </a:r>
            <a:r>
              <a:rPr lang="en-US" altLang="en-PK" sz="2400" b="1" i="1" dirty="0"/>
              <a:t>W </a:t>
            </a:r>
            <a:r>
              <a:rPr lang="en-US" altLang="en-PK" sz="2400" dirty="0"/>
              <a:t>= </a:t>
            </a:r>
            <a:r>
              <a:rPr lang="el-GR" altLang="en-PK" sz="2400" dirty="0">
                <a:latin typeface="Arial" panose="020B0604020202020204" pitchFamily="34" charset="0"/>
                <a:cs typeface="Arial" panose="020B0604020202020204" pitchFamily="34" charset="0"/>
              </a:rPr>
              <a:t>Ω</a:t>
            </a:r>
            <a:r>
              <a:rPr lang="en-US" altLang="en-PK" sz="2400" dirty="0">
                <a:cs typeface="Arial" panose="020B0604020202020204" pitchFamily="34" charset="0"/>
              </a:rPr>
              <a:t>(</a:t>
            </a:r>
            <a:r>
              <a:rPr lang="en-US" altLang="en-PK" sz="2400" b="1" i="1" dirty="0">
                <a:cs typeface="Arial" panose="020B0604020202020204" pitchFamily="34" charset="0"/>
              </a:rPr>
              <a:t>f</a:t>
            </a:r>
            <a:r>
              <a:rPr lang="en-US" altLang="en-PK" sz="2400" dirty="0">
                <a:cs typeface="Arial" panose="020B0604020202020204" pitchFamily="34" charset="0"/>
              </a:rPr>
              <a:t>(</a:t>
            </a:r>
            <a:r>
              <a:rPr lang="en-US" altLang="en-PK" sz="2400" b="1" i="1" dirty="0">
                <a:cs typeface="Arial" panose="020B0604020202020204" pitchFamily="34" charset="0"/>
              </a:rPr>
              <a:t>p</a:t>
            </a:r>
            <a:r>
              <a:rPr lang="en-US" altLang="en-PK" sz="2400" dirty="0">
                <a:cs typeface="Arial" panose="020B0604020202020204" pitchFamily="34" charset="0"/>
              </a:rPr>
              <a:t>))</a:t>
            </a:r>
            <a:r>
              <a:rPr lang="en-US" altLang="en-PK" sz="2400" dirty="0"/>
              <a:t> must be satisfied to ensure the cost-optimality of a parallel system as it is scaled up.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45531D7-2090-B9EE-10E8-C187D57B7D4E}"/>
              </a:ext>
            </a:extLst>
          </p:cNvPr>
          <p:cNvSpPr txBox="1"/>
          <p:nvPr/>
        </p:nvSpPr>
        <p:spPr>
          <a:xfrm>
            <a:off x="5352197" y="2767579"/>
            <a:ext cx="2883336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en-PK" sz="1800" i="1" dirty="0" err="1">
                <a:latin typeface="Arial" panose="020B0604020202020204" pitchFamily="34" charset="0"/>
                <a:cs typeface="Arial" panose="020B0604020202020204" pitchFamily="34" charset="0"/>
              </a:rPr>
              <a:t>p</a:t>
            </a:r>
            <a:r>
              <a:rPr lang="en-US" sz="24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</a:t>
            </a:r>
            <a:r>
              <a:rPr lang="en-US" altLang="en-PK" sz="1800" i="1" dirty="0" err="1">
                <a:latin typeface="Arial" panose="020B0604020202020204" pitchFamily="34" charset="0"/>
                <a:cs typeface="Arial" panose="020B0604020202020204" pitchFamily="34" charset="0"/>
              </a:rPr>
              <a:t>p</a:t>
            </a:r>
            <a:r>
              <a:rPr lang="en-US" altLang="en-PK" sz="1800" i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/>
              <a:t> = </a:t>
            </a:r>
            <a:r>
              <a:rPr lang="el-GR" altLang="en-PK" sz="2000" kern="1200" dirty="0">
                <a:latin typeface="Arial" panose="020B0604020202020204" pitchFamily="34" charset="0"/>
                <a:cs typeface="Arial" panose="020B0604020202020204" pitchFamily="34" charset="0"/>
              </a:rPr>
              <a:t>Θ</a:t>
            </a:r>
            <a:r>
              <a:rPr lang="en-US" altLang="en-PK" sz="2400" kern="1200" dirty="0">
                <a:latin typeface="Arial" panose="020B0604020202020204" pitchFamily="34" charset="0"/>
                <a:cs typeface="Arial" panose="020B0604020202020204" pitchFamily="34" charset="0"/>
              </a:rPr>
              <a:t>(W)</a:t>
            </a:r>
            <a:endParaRPr lang="en-PK" sz="2400" dirty="0"/>
          </a:p>
          <a:p>
            <a:r>
              <a:rPr lang="en-US" dirty="0"/>
              <a:t>   </a:t>
            </a:r>
            <a:endParaRPr lang="en-PK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6EFCD55-53D5-3603-7DC3-1F64E065B018}"/>
              </a:ext>
            </a:extLst>
          </p:cNvPr>
          <p:cNvSpPr txBox="1"/>
          <p:nvPr/>
        </p:nvSpPr>
        <p:spPr>
          <a:xfrm>
            <a:off x="4271143" y="3581694"/>
            <a:ext cx="3342822" cy="22159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en-PK" sz="2400" i="1" dirty="0">
                <a:latin typeface="Arial" panose="020B0604020202020204" pitchFamily="34" charset="0"/>
                <a:cs typeface="Arial" panose="020B0604020202020204" pitchFamily="34" charset="0"/>
              </a:rPr>
              <a:t>W </a:t>
            </a:r>
            <a:r>
              <a:rPr lang="en-US" altLang="en-PK" sz="1800" i="1" dirty="0">
                <a:latin typeface="Arial" panose="020B0604020202020204" pitchFamily="34" charset="0"/>
                <a:cs typeface="Arial" panose="020B0604020202020204" pitchFamily="34" charset="0"/>
              </a:rPr>
              <a:t>+ </a:t>
            </a:r>
            <a:r>
              <a:rPr lang="en-US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</a:t>
            </a:r>
            <a:r>
              <a:rPr lang="en-US" altLang="en-PK" sz="1800" i="1" dirty="0">
                <a:latin typeface="Arial" panose="020B0604020202020204" pitchFamily="34" charset="0"/>
                <a:cs typeface="Arial" panose="020B0604020202020204" pitchFamily="34" charset="0"/>
              </a:rPr>
              <a:t>o</a:t>
            </a:r>
            <a:r>
              <a:rPr lang="en-US" altLang="en-PK" sz="2400" kern="1200" dirty="0">
                <a:latin typeface="Arial" panose="020B0604020202020204" pitchFamily="34" charset="0"/>
                <a:cs typeface="Arial" panose="020B0604020202020204" pitchFamily="34" charset="0"/>
              </a:rPr>
              <a:t>(W)</a:t>
            </a:r>
            <a:r>
              <a:rPr lang="en-US" altLang="en-PK" sz="2400" i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/>
              <a:t> </a:t>
            </a:r>
            <a:r>
              <a:rPr lang="en-US" dirty="0"/>
              <a:t>= </a:t>
            </a:r>
            <a:r>
              <a:rPr lang="el-GR" altLang="en-PK" sz="2000" kern="1200" dirty="0">
                <a:latin typeface="Arial" panose="020B0604020202020204" pitchFamily="34" charset="0"/>
                <a:cs typeface="Arial" panose="020B0604020202020204" pitchFamily="34" charset="0"/>
              </a:rPr>
              <a:t>Θ</a:t>
            </a:r>
            <a:r>
              <a:rPr lang="en-US" altLang="en-PK" sz="2400" kern="1200" dirty="0">
                <a:latin typeface="Arial" panose="020B0604020202020204" pitchFamily="34" charset="0"/>
                <a:cs typeface="Arial" panose="020B0604020202020204" pitchFamily="34" charset="0"/>
              </a:rPr>
              <a:t>(W)</a:t>
            </a:r>
            <a:br>
              <a:rPr lang="en-US" altLang="en-PK" sz="2400" kern="1200" dirty="0"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en-US" altLang="en-PK" sz="2400" kern="12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altLang="en-PK" sz="2400" kern="1200" dirty="0">
                <a:latin typeface="Arial" panose="020B0604020202020204" pitchFamily="34" charset="0"/>
                <a:cs typeface="Arial" panose="020B0604020202020204" pitchFamily="34" charset="0"/>
              </a:rPr>
              <a:t>     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T</a:t>
            </a:r>
            <a:r>
              <a:rPr lang="en-US" altLang="en-PK" i="1" dirty="0">
                <a:latin typeface="Arial" panose="020B0604020202020204" pitchFamily="34" charset="0"/>
                <a:cs typeface="Arial" panose="020B0604020202020204" pitchFamily="34" charset="0"/>
              </a:rPr>
              <a:t>o </a:t>
            </a:r>
            <a:r>
              <a:rPr lang="en-US" altLang="en-PK" sz="2400" dirty="0">
                <a:latin typeface="Arial" panose="020B0604020202020204" pitchFamily="34" charset="0"/>
                <a:cs typeface="Arial" panose="020B0604020202020204" pitchFamily="34" charset="0"/>
              </a:rPr>
              <a:t>(W)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/>
              <a:t>= </a:t>
            </a:r>
            <a:r>
              <a:rPr lang="el-GR" altLang="en-PK" sz="2000" dirty="0">
                <a:latin typeface="Arial" panose="020B0604020202020204" pitchFamily="34" charset="0"/>
                <a:cs typeface="Arial" panose="020B0604020202020204" pitchFamily="34" charset="0"/>
              </a:rPr>
              <a:t>Ο</a:t>
            </a:r>
            <a:r>
              <a:rPr lang="en-US" altLang="en-PK" sz="2400" dirty="0">
                <a:latin typeface="Arial" panose="020B0604020202020204" pitchFamily="34" charset="0"/>
                <a:cs typeface="Arial" panose="020B0604020202020204" pitchFamily="34" charset="0"/>
              </a:rPr>
              <a:t>(W)</a:t>
            </a:r>
            <a:br>
              <a:rPr lang="en-US" altLang="en-PK" sz="2400" dirty="0"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n-PK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altLang="en-PK" sz="2400" dirty="0">
                <a:latin typeface="Arial" panose="020B0604020202020204" pitchFamily="34" charset="0"/>
                <a:cs typeface="Arial" panose="020B0604020202020204" pitchFamily="34" charset="0"/>
              </a:rPr>
              <a:t>      W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= </a:t>
            </a:r>
            <a:r>
              <a:rPr lang="el-GR" altLang="en-PK" sz="2200" dirty="0">
                <a:latin typeface="Arial" panose="020B0604020202020204" pitchFamily="34" charset="0"/>
                <a:cs typeface="Arial" panose="020B0604020202020204" pitchFamily="34" charset="0"/>
              </a:rPr>
              <a:t>Ω</a:t>
            </a:r>
            <a:r>
              <a:rPr lang="en-US" altLang="en-PK" sz="2400" dirty="0"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T</a:t>
            </a:r>
            <a:r>
              <a:rPr lang="en-US" altLang="en-PK" i="1" dirty="0">
                <a:latin typeface="Arial" panose="020B0604020202020204" pitchFamily="34" charset="0"/>
                <a:cs typeface="Arial" panose="020B0604020202020204" pitchFamily="34" charset="0"/>
              </a:rPr>
              <a:t>o </a:t>
            </a:r>
            <a:r>
              <a:rPr lang="en-US" altLang="en-PK" sz="2400" i="1" dirty="0">
                <a:latin typeface="Arial" panose="020B0604020202020204" pitchFamily="34" charset="0"/>
                <a:cs typeface="Arial" panose="020B0604020202020204" pitchFamily="34" charset="0"/>
              </a:rPr>
              <a:t>( </a:t>
            </a:r>
            <a:r>
              <a:rPr lang="en-US" altLang="en-PK" sz="2400" dirty="0">
                <a:latin typeface="Arial" panose="020B0604020202020204" pitchFamily="34" charset="0"/>
                <a:cs typeface="Arial" panose="020B0604020202020204" pitchFamily="34" charset="0"/>
              </a:rPr>
              <a:t>W, </a:t>
            </a:r>
            <a:r>
              <a:rPr lang="en-US" altLang="en-PK" sz="2400" i="1" dirty="0">
                <a:latin typeface="Arial" panose="020B0604020202020204" pitchFamily="34" charset="0"/>
                <a:cs typeface="Arial" panose="020B0604020202020204" pitchFamily="34" charset="0"/>
              </a:rPr>
              <a:t>p</a:t>
            </a:r>
            <a:r>
              <a:rPr lang="en-US" altLang="en-PK" sz="2400" dirty="0">
                <a:latin typeface="Arial" panose="020B0604020202020204" pitchFamily="34" charset="0"/>
                <a:cs typeface="Arial" panose="020B0604020202020204" pitchFamily="34" charset="0"/>
              </a:rPr>
              <a:t>))</a:t>
            </a:r>
            <a:endParaRPr lang="en-PK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dirty="0"/>
              <a:t>  </a:t>
            </a:r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38847368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25" grpId="0"/>
      <p:bldP spid="7" grpId="0"/>
      <p:bldP spid="12" grpId="0"/>
    </p:bld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8" name="Rectangle 39">
            <a:extLst>
              <a:ext uri="{FF2B5EF4-FFF2-40B4-BE49-F238E27FC236}">
                <a16:creationId xmlns:a16="http://schemas.microsoft.com/office/drawing/2014/main" id="{8651CFA9-6065-4243-AC48-858E359780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sp>
        <p:nvSpPr>
          <p:cNvPr id="49" name="Rectangle 41">
            <a:extLst>
              <a:ext uri="{FF2B5EF4-FFF2-40B4-BE49-F238E27FC236}">
                <a16:creationId xmlns:a16="http://schemas.microsoft.com/office/drawing/2014/main" id="{37962AE0-6A1C-4B76-9D52-10E5E6D7D3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bg2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sp>
        <p:nvSpPr>
          <p:cNvPr id="50" name="Rectangle 43">
            <a:extLst>
              <a:ext uri="{FF2B5EF4-FFF2-40B4-BE49-F238E27FC236}">
                <a16:creationId xmlns:a16="http://schemas.microsoft.com/office/drawing/2014/main" id="{027CAEDE-D92D-4745-8749-71019415A79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572000" cy="6858000"/>
          </a:xfrm>
          <a:prstGeom prst="rect">
            <a:avLst/>
          </a:prstGeom>
          <a:solidFill>
            <a:schemeClr val="tx2">
              <a:lumMod val="90000"/>
              <a:lumOff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1" name="Rectangle 45">
            <a:extLst>
              <a:ext uri="{FF2B5EF4-FFF2-40B4-BE49-F238E27FC236}">
                <a16:creationId xmlns:a16="http://schemas.microsoft.com/office/drawing/2014/main" id="{00C96CB6-3880-40E6-A4BF-F64E7D1E429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572000" cy="6858000"/>
          </a:xfrm>
          <a:prstGeom prst="rect">
            <a:avLst/>
          </a:prstGeom>
          <a:blipFill dpi="0" rotWithShape="1">
            <a:blip r:embed="rId3">
              <a:alphaModFix amt="20000"/>
              <a:duotone>
                <a:schemeClr val="accent1">
                  <a:shade val="45000"/>
                  <a:satMod val="135000"/>
                </a:schemeClr>
                <a:prstClr val="white"/>
              </a:duotone>
            </a:blip>
            <a:srcRect/>
            <a:tile tx="889000" ty="0" sx="100000" sy="100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FC3A1FC-2952-9A27-C2AB-8BFB59DFF8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1315" y="559813"/>
            <a:ext cx="3485584" cy="5577934"/>
          </a:xfrm>
        </p:spPr>
        <p:txBody>
          <a:bodyPr>
            <a:normAutofit/>
          </a:bodyPr>
          <a:lstStyle/>
          <a:p>
            <a:r>
              <a:rPr lang="en-US" altLang="en-PK" sz="4000" dirty="0"/>
              <a:t>Lower Bound on the Isoefficiency Function </a:t>
            </a:r>
            <a:br>
              <a:rPr lang="en-US" sz="4000" b="0" dirty="0"/>
            </a:br>
            <a:br>
              <a:rPr lang="en-US" altLang="x-none" sz="4100" dirty="0">
                <a:ea typeface="ＭＳ Ｐゴシック" panose="020B0600070205080204" pitchFamily="34" charset="-128"/>
              </a:rPr>
            </a:br>
            <a:endParaRPr lang="x-none" sz="4100" dirty="0"/>
          </a:p>
        </p:txBody>
      </p:sp>
      <p:graphicFrame>
        <p:nvGraphicFramePr>
          <p:cNvPr id="52" name="Rectangle 3">
            <a:extLst>
              <a:ext uri="{FF2B5EF4-FFF2-40B4-BE49-F238E27FC236}">
                <a16:creationId xmlns:a16="http://schemas.microsoft.com/office/drawing/2014/main" id="{B323BA6C-4FF4-174A-0C65-FBEC9985BE4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019974853"/>
              </p:ext>
            </p:extLst>
          </p:nvPr>
        </p:nvGraphicFramePr>
        <p:xfrm>
          <a:off x="4807223" y="457199"/>
          <a:ext cx="7025656" cy="53370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  <p:extLst>
      <p:ext uri="{BB962C8B-B14F-4D97-AF65-F5344CB8AC3E}">
        <p14:creationId xmlns:p14="http://schemas.microsoft.com/office/powerpoint/2010/main" val="29710953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>
                                            <p:graphicEl>
                                              <a:dgm id="{EA50988D-C9E9-4B95-B38C-052262155DF0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2">
                                            <p:graphicEl>
                                              <a:dgm id="{EA50988D-C9E9-4B95-B38C-052262155DF0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2">
                                            <p:graphicEl>
                                              <a:dgm id="{EA50988D-C9E9-4B95-B38C-052262155DF0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>
                                            <p:graphicEl>
                                              <a:dgm id="{DE822125-244A-494F-88E6-8726F347499F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2">
                                            <p:graphicEl>
                                              <a:dgm id="{DE822125-244A-494F-88E6-8726F347499F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2">
                                            <p:graphicEl>
                                              <a:dgm id="{DE822125-244A-494F-88E6-8726F347499F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>
                                            <p:graphicEl>
                                              <a:dgm id="{25871BA6-BBC0-49FD-A6C4-B5E1DDC72843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2">
                                            <p:graphicEl>
                                              <a:dgm id="{25871BA6-BBC0-49FD-A6C4-B5E1DDC72843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52">
                                            <p:graphicEl>
                                              <a:dgm id="{25871BA6-BBC0-49FD-A6C4-B5E1DDC72843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52" grpId="0">
        <p:bldSub>
          <a:bldDgm bld="one"/>
        </p:bldSub>
      </p:bldGraphic>
    </p:bld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8" name="Rectangle 39">
            <a:extLst>
              <a:ext uri="{FF2B5EF4-FFF2-40B4-BE49-F238E27FC236}">
                <a16:creationId xmlns:a16="http://schemas.microsoft.com/office/drawing/2014/main" id="{8651CFA9-6065-4243-AC48-858E359780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sp>
        <p:nvSpPr>
          <p:cNvPr id="49" name="Rectangle 41">
            <a:extLst>
              <a:ext uri="{FF2B5EF4-FFF2-40B4-BE49-F238E27FC236}">
                <a16:creationId xmlns:a16="http://schemas.microsoft.com/office/drawing/2014/main" id="{37962AE0-6A1C-4B76-9D52-10E5E6D7D3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bg2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sp>
        <p:nvSpPr>
          <p:cNvPr id="50" name="Rectangle 43">
            <a:extLst>
              <a:ext uri="{FF2B5EF4-FFF2-40B4-BE49-F238E27FC236}">
                <a16:creationId xmlns:a16="http://schemas.microsoft.com/office/drawing/2014/main" id="{027CAEDE-D92D-4745-8749-71019415A79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572000" cy="6858000"/>
          </a:xfrm>
          <a:prstGeom prst="rect">
            <a:avLst/>
          </a:prstGeom>
          <a:solidFill>
            <a:schemeClr val="tx2">
              <a:lumMod val="90000"/>
              <a:lumOff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1" name="Rectangle 45">
            <a:extLst>
              <a:ext uri="{FF2B5EF4-FFF2-40B4-BE49-F238E27FC236}">
                <a16:creationId xmlns:a16="http://schemas.microsoft.com/office/drawing/2014/main" id="{00C96CB6-3880-40E6-A4BF-F64E7D1E429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572000" cy="6858000"/>
          </a:xfrm>
          <a:prstGeom prst="rect">
            <a:avLst/>
          </a:prstGeom>
          <a:blipFill dpi="0" rotWithShape="1">
            <a:blip r:embed="rId3">
              <a:alphaModFix amt="20000"/>
              <a:duotone>
                <a:schemeClr val="accent1">
                  <a:shade val="45000"/>
                  <a:satMod val="135000"/>
                </a:schemeClr>
                <a:prstClr val="white"/>
              </a:duotone>
            </a:blip>
            <a:srcRect/>
            <a:tile tx="889000" ty="0" sx="100000" sy="100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FC3A1FC-2952-9A27-C2AB-8BFB59DFF8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1315" y="559813"/>
            <a:ext cx="3485584" cy="5577934"/>
          </a:xfrm>
        </p:spPr>
        <p:txBody>
          <a:bodyPr>
            <a:normAutofit/>
          </a:bodyPr>
          <a:lstStyle/>
          <a:p>
            <a:r>
              <a:rPr lang="en-US" altLang="en-PK" sz="4000" dirty="0"/>
              <a:t>Degree of Concurrency and the Isoefficiency Function </a:t>
            </a:r>
            <a:br>
              <a:rPr lang="en-US" sz="4000" b="0" dirty="0"/>
            </a:br>
            <a:br>
              <a:rPr lang="en-US" altLang="x-none" sz="4100" dirty="0">
                <a:ea typeface="ＭＳ Ｐゴシック" panose="020B0600070205080204" pitchFamily="34" charset="-128"/>
              </a:rPr>
            </a:br>
            <a:endParaRPr lang="x-none" sz="4100" dirty="0"/>
          </a:p>
        </p:txBody>
      </p:sp>
      <p:graphicFrame>
        <p:nvGraphicFramePr>
          <p:cNvPr id="52" name="Rectangle 3">
            <a:extLst>
              <a:ext uri="{FF2B5EF4-FFF2-40B4-BE49-F238E27FC236}">
                <a16:creationId xmlns:a16="http://schemas.microsoft.com/office/drawing/2014/main" id="{B323BA6C-4FF4-174A-0C65-FBEC9985BE4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66106111"/>
              </p:ext>
            </p:extLst>
          </p:nvPr>
        </p:nvGraphicFramePr>
        <p:xfrm>
          <a:off x="4807223" y="457199"/>
          <a:ext cx="7025656" cy="53370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  <p:extLst>
      <p:ext uri="{BB962C8B-B14F-4D97-AF65-F5344CB8AC3E}">
        <p14:creationId xmlns:p14="http://schemas.microsoft.com/office/powerpoint/2010/main" val="17228595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>
                                            <p:graphicEl>
                                              <a:dgm id="{EA50988D-C9E9-4B95-B38C-052262155DF0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2">
                                            <p:graphicEl>
                                              <a:dgm id="{EA50988D-C9E9-4B95-B38C-052262155DF0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2">
                                            <p:graphicEl>
                                              <a:dgm id="{EA50988D-C9E9-4B95-B38C-052262155DF0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>
                                            <p:graphicEl>
                                              <a:dgm id="{DE822125-244A-494F-88E6-8726F347499F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2">
                                            <p:graphicEl>
                                              <a:dgm id="{DE822125-244A-494F-88E6-8726F347499F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2">
                                            <p:graphicEl>
                                              <a:dgm id="{DE822125-244A-494F-88E6-8726F347499F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>
                                            <p:graphicEl>
                                              <a:dgm id="{25871BA6-BBC0-49FD-A6C4-B5E1DDC72843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2">
                                            <p:graphicEl>
                                              <a:dgm id="{25871BA6-BBC0-49FD-A6C4-B5E1DDC72843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52">
                                            <p:graphicEl>
                                              <a:dgm id="{25871BA6-BBC0-49FD-A6C4-B5E1DDC72843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52" grpId="0">
        <p:bldSub>
          <a:bldDgm bld="one"/>
        </p:bldSub>
      </p:bldGraphic>
    </p:bld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8651CFA9-6065-4243-AC48-858E359780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7962AE0-6A1C-4B76-9D52-10E5E6D7D3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bg2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F7C12EAC-BD05-461D-9D1F-0862BA1F4C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480" y="76200"/>
            <a:ext cx="2057400" cy="2057400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69D8DA42-2FEE-4C06-AFD6-6508150C4C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2473"/>
          <a:stretch/>
        </p:blipFill>
        <p:spPr>
          <a:xfrm>
            <a:off x="11234928" y="3144779"/>
            <a:ext cx="954024" cy="254834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9B0C4BCE-13A2-2137-C4E7-F40695BD18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12507" y="450266"/>
            <a:ext cx="10679484" cy="1263542"/>
          </a:xfrm>
        </p:spPr>
        <p:txBody>
          <a:bodyPr anchor="t">
            <a:normAutofit fontScale="90000"/>
          </a:bodyPr>
          <a:lstStyle/>
          <a:p>
            <a:pPr algn="ctr"/>
            <a:r>
              <a:rPr lang="en-US" altLang="en-PK" dirty="0">
                <a:solidFill>
                  <a:schemeClr val="tx1">
                    <a:lumMod val="85000"/>
                    <a:lumOff val="15000"/>
                  </a:schemeClr>
                </a:solidFill>
              </a:rPr>
              <a:t>Degree of Concurrency and the Isoefficiency Function: Example </a:t>
            </a:r>
            <a:endParaRPr lang="en-US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53BB36E4-FA7C-64EA-A21D-F49A75B9035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427521436"/>
              </p:ext>
            </p:extLst>
          </p:nvPr>
        </p:nvGraphicFramePr>
        <p:xfrm>
          <a:off x="750013" y="2087873"/>
          <a:ext cx="10808414" cy="453020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  <p:extLst>
      <p:ext uri="{BB962C8B-B14F-4D97-AF65-F5344CB8AC3E}">
        <p14:creationId xmlns:p14="http://schemas.microsoft.com/office/powerpoint/2010/main" val="131638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4090C6FD-020A-4444-86D5-2A19DE9C5D92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>
                                            <p:graphicEl>
                                              <a:dgm id="{4090C6FD-020A-4444-86D5-2A19DE9C5D92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>
                                            <p:graphicEl>
                                              <a:dgm id="{4090C6FD-020A-4444-86D5-2A19DE9C5D92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DAFAC9E6-7644-42D6-BD53-5E20E0850837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">
                                            <p:graphicEl>
                                              <a:dgm id="{DAFAC9E6-7644-42D6-BD53-5E20E0850837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">
                                            <p:graphicEl>
                                              <a:dgm id="{DAFAC9E6-7644-42D6-BD53-5E20E0850837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0F4FAD0A-C418-4DEE-A843-F5CE15F7CD85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">
                                            <p:graphicEl>
                                              <a:dgm id="{0F4FAD0A-C418-4DEE-A843-F5CE15F7CD85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5">
                                            <p:graphicEl>
                                              <a:dgm id="{0F4FAD0A-C418-4DEE-A843-F5CE15F7CD85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00874FAE-42D5-48E8-BC94-A36A788D3799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5">
                                            <p:graphicEl>
                                              <a:dgm id="{00874FAE-42D5-48E8-BC94-A36A788D3799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5">
                                            <p:graphicEl>
                                              <a:dgm id="{00874FAE-42D5-48E8-BC94-A36A788D3799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9E397D94-BC83-4276-A80C-1CB4F3281483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5">
                                            <p:graphicEl>
                                              <a:dgm id="{9E397D94-BC83-4276-A80C-1CB4F3281483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5">
                                            <p:graphicEl>
                                              <a:dgm id="{9E397D94-BC83-4276-A80C-1CB4F3281483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5" grpId="0">
        <p:bldSub>
          <a:bldDgm bld="one"/>
        </p:bldSub>
      </p:bldGraphic>
    </p:bld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9" name="Rectangle 38">
            <a:extLst>
              <a:ext uri="{FF2B5EF4-FFF2-40B4-BE49-F238E27FC236}">
                <a16:creationId xmlns:a16="http://schemas.microsoft.com/office/drawing/2014/main" id="{8651CFA9-6065-4243-AC48-858E359780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37962AE0-6A1C-4B76-9D52-10E5E6D7D3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bg2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pic>
        <p:nvPicPr>
          <p:cNvPr id="43" name="Picture 42">
            <a:extLst>
              <a:ext uri="{FF2B5EF4-FFF2-40B4-BE49-F238E27FC236}">
                <a16:creationId xmlns:a16="http://schemas.microsoft.com/office/drawing/2014/main" id="{A72D06A1-BA08-4820-BBC8-B24DDB32A3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7018" r="40625"/>
          <a:stretch/>
        </p:blipFill>
        <p:spPr>
          <a:xfrm>
            <a:off x="10744200" y="0"/>
            <a:ext cx="1447800" cy="153575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FC3A1FC-2952-9A27-C2AB-8BFB59DFF8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4900" y="132911"/>
            <a:ext cx="9669598" cy="907036"/>
          </a:xfrm>
        </p:spPr>
        <p:txBody>
          <a:bodyPr anchor="t">
            <a:noAutofit/>
          </a:bodyPr>
          <a:lstStyle/>
          <a:p>
            <a:pPr algn="ctr"/>
            <a:r>
              <a:rPr lang="en-US" altLang="en-PK" sz="3600" dirty="0">
                <a:solidFill>
                  <a:schemeClr val="tx2"/>
                </a:solidFill>
                <a:ea typeface="ＭＳ Ｐゴシック" panose="020B0600070205080204" pitchFamily="34" charset="-128"/>
              </a:rPr>
              <a:t>Minimum Execution Time and Minimum Cost-Optimal Execution Time </a:t>
            </a:r>
            <a:endParaRPr lang="x-none" sz="3600" dirty="0">
              <a:solidFill>
                <a:schemeClr val="tx2"/>
              </a:solidFill>
              <a:ea typeface="ＭＳ Ｐゴシック" panose="020B0600070205080204" pitchFamily="34" charset="-128"/>
            </a:endParaRPr>
          </a:p>
        </p:txBody>
      </p:sp>
      <p:pic>
        <p:nvPicPr>
          <p:cNvPr id="45" name="Picture 44">
            <a:extLst>
              <a:ext uri="{FF2B5EF4-FFF2-40B4-BE49-F238E27FC236}">
                <a16:creationId xmlns:a16="http://schemas.microsoft.com/office/drawing/2014/main" id="{1295E665-0408-4072-94B3-49BA5ACBCBD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6048"/>
          <a:stretch/>
        </p:blipFill>
        <p:spPr>
          <a:xfrm rot="10800000">
            <a:off x="0" y="2719662"/>
            <a:ext cx="1371600" cy="2548349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3" name="Content Placeholder 2">
                <a:extLst>
                  <a:ext uri="{FF2B5EF4-FFF2-40B4-BE49-F238E27FC236}">
                    <a16:creationId xmlns:a16="http://schemas.microsoft.com/office/drawing/2014/main" id="{494F96D5-C6F5-A4EC-3801-1C9E27807DFF}"/>
                  </a:ext>
                </a:extLst>
              </p:cNvPr>
              <p:cNvGraphicFramePr>
                <a:graphicFrameLocks noGrp="1"/>
              </p:cNvGraphicFramePr>
              <p:nvPr>
                <p:ph idx="1"/>
                <p:extLst>
                  <p:ext uri="{D42A27DB-BD31-4B8C-83A1-F6EECF244321}">
                    <p14:modId xmlns:p14="http://schemas.microsoft.com/office/powerpoint/2010/main" val="474319749"/>
                  </p:ext>
                </p:extLst>
              </p:nvPr>
            </p:nvGraphicFramePr>
            <p:xfrm>
              <a:off x="964809" y="1716820"/>
              <a:ext cx="9529689" cy="4814250"/>
            </p:xfrm>
            <a:graphic>
              <a:graphicData uri="http://schemas.openxmlformats.org/drawingml/2006/diagram">
                <dgm:relIds xmlns:dgm="http://schemas.openxmlformats.org/drawingml/2006/diagram" xmlns:r="http://schemas.openxmlformats.org/officeDocument/2006/relationships" r:dm="rId4" r:lo="rId5" r:qs="rId6" r:cs="rId7"/>
              </a:graphicData>
            </a:graphic>
          </p:graphicFrame>
        </mc:Choice>
        <mc:Fallback xmlns="">
          <p:graphicFrame>
            <p:nvGraphicFramePr>
              <p:cNvPr id="3" name="Content Placeholder 2">
                <a:extLst>
                  <a:ext uri="{FF2B5EF4-FFF2-40B4-BE49-F238E27FC236}">
                    <a16:creationId xmlns:a16="http://schemas.microsoft.com/office/drawing/2014/main" id="{494F96D5-C6F5-A4EC-3801-1C9E27807DFF}"/>
                  </a:ext>
                </a:extLst>
              </p:cNvPr>
              <p:cNvGraphicFramePr>
                <a:graphicFrameLocks noGrp="1"/>
              </p:cNvGraphicFramePr>
              <p:nvPr>
                <p:ph idx="1"/>
                <p:extLst>
                  <p:ext uri="{D42A27DB-BD31-4B8C-83A1-F6EECF244321}">
                    <p14:modId xmlns:p14="http://schemas.microsoft.com/office/powerpoint/2010/main" val="474319749"/>
                  </p:ext>
                </p:extLst>
              </p:nvPr>
            </p:nvGraphicFramePr>
            <p:xfrm>
              <a:off x="964809" y="1716820"/>
              <a:ext cx="9529689" cy="4814250"/>
            </p:xfrm>
            <a:graphic>
              <a:graphicData uri="http://schemas.openxmlformats.org/drawingml/2006/diagram">
                <dgm:relIds xmlns:dgm="http://schemas.openxmlformats.org/drawingml/2006/diagram" xmlns:r="http://schemas.openxmlformats.org/officeDocument/2006/relationships" r:dm="rId9" r:lo="rId10" r:qs="rId11" r:cs="rId12"/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9932645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A91729EA-4E72-4A6A-B537-05CD98B41416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graphicEl>
                                              <a:dgm id="{A91729EA-4E72-4A6A-B537-05CD98B41416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graphicEl>
                                              <a:dgm id="{A91729EA-4E72-4A6A-B537-05CD98B41416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803FC7D3-846C-4873-9FE9-4A99686E0D6E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graphicEl>
                                              <a:dgm id="{803FC7D3-846C-4873-9FE9-4A99686E0D6E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graphicEl>
                                              <a:dgm id="{803FC7D3-846C-4873-9FE9-4A99686E0D6E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65F33E37-F7C5-4B9F-A6E7-02B7A9BF6761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">
                                            <p:graphicEl>
                                              <a:dgm id="{65F33E37-F7C5-4B9F-A6E7-02B7A9BF6761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">
                                            <p:graphicEl>
                                              <a:dgm id="{65F33E37-F7C5-4B9F-A6E7-02B7A9BF6761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ACF30220-8469-4F6E-8571-17A56045E759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">
                                            <p:graphicEl>
                                              <a:dgm id="{ACF30220-8469-4F6E-8571-17A56045E759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">
                                            <p:graphicEl>
                                              <a:dgm id="{ACF30220-8469-4F6E-8571-17A56045E759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10ED03CB-7415-4D8D-B615-6883A04F621D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3">
                                            <p:graphicEl>
                                              <a:dgm id="{10ED03CB-7415-4D8D-B615-6883A04F621D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3">
                                            <p:graphicEl>
                                              <a:dgm id="{10ED03CB-7415-4D8D-B615-6883A04F621D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71A7B654-DD46-4041-9AE6-297674385EE0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3">
                                            <p:graphicEl>
                                              <a:dgm id="{71A7B654-DD46-4041-9AE6-297674385EE0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3">
                                            <p:graphicEl>
                                              <a:dgm id="{71A7B654-DD46-4041-9AE6-297674385EE0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D75E12E9-20A0-4460-825A-DF40F7CA2C16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graphicEl>
                                              <a:dgm id="{D75E12E9-20A0-4460-825A-DF40F7CA2C16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graphicEl>
                                              <a:dgm id="{D75E12E9-20A0-4460-825A-DF40F7CA2C16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3" grpId="0">
        <p:bldSub>
          <a:bldDgm bld="one"/>
        </p:bldSub>
      </p:bldGraphic>
    </p:bld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9" name="Rectangle 38">
            <a:extLst>
              <a:ext uri="{FF2B5EF4-FFF2-40B4-BE49-F238E27FC236}">
                <a16:creationId xmlns:a16="http://schemas.microsoft.com/office/drawing/2014/main" id="{8651CFA9-6065-4243-AC48-858E359780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37962AE0-6A1C-4B76-9D52-10E5E6D7D3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bg2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pic>
        <p:nvPicPr>
          <p:cNvPr id="43" name="Picture 42">
            <a:extLst>
              <a:ext uri="{FF2B5EF4-FFF2-40B4-BE49-F238E27FC236}">
                <a16:creationId xmlns:a16="http://schemas.microsoft.com/office/drawing/2014/main" id="{A72D06A1-BA08-4820-BBC8-B24DDB32A3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7018" r="40625"/>
          <a:stretch/>
        </p:blipFill>
        <p:spPr>
          <a:xfrm>
            <a:off x="10744200" y="0"/>
            <a:ext cx="1447800" cy="153575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FC3A1FC-2952-9A27-C2AB-8BFB59DFF8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4900" y="132911"/>
            <a:ext cx="9669598" cy="907036"/>
          </a:xfrm>
        </p:spPr>
        <p:txBody>
          <a:bodyPr anchor="t">
            <a:noAutofit/>
          </a:bodyPr>
          <a:lstStyle/>
          <a:p>
            <a:pPr algn="ctr"/>
            <a:r>
              <a:rPr lang="en-US" altLang="en-PK" sz="3600" dirty="0">
                <a:solidFill>
                  <a:schemeClr val="tx2"/>
                </a:solidFill>
                <a:ea typeface="ＭＳ Ｐゴシック" panose="020B0600070205080204" pitchFamily="34" charset="-128"/>
              </a:rPr>
              <a:t>Minimum Execution Time: Example </a:t>
            </a:r>
            <a:endParaRPr lang="x-none" sz="3600" dirty="0">
              <a:solidFill>
                <a:schemeClr val="tx2"/>
              </a:solidFill>
              <a:ea typeface="ＭＳ Ｐゴシック" panose="020B0600070205080204" pitchFamily="34" charset="-128"/>
            </a:endParaRPr>
          </a:p>
        </p:txBody>
      </p:sp>
      <p:pic>
        <p:nvPicPr>
          <p:cNvPr id="45" name="Picture 44">
            <a:extLst>
              <a:ext uri="{FF2B5EF4-FFF2-40B4-BE49-F238E27FC236}">
                <a16:creationId xmlns:a16="http://schemas.microsoft.com/office/drawing/2014/main" id="{1295E665-0408-4072-94B3-49BA5ACBCBD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6048"/>
          <a:stretch/>
        </p:blipFill>
        <p:spPr>
          <a:xfrm rot="10800000">
            <a:off x="0" y="2719662"/>
            <a:ext cx="1371600" cy="2548349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3" name="Content Placeholder 2">
                <a:extLst>
                  <a:ext uri="{FF2B5EF4-FFF2-40B4-BE49-F238E27FC236}">
                    <a16:creationId xmlns:a16="http://schemas.microsoft.com/office/drawing/2014/main" id="{494F96D5-C6F5-A4EC-3801-1C9E27807DFF}"/>
                  </a:ext>
                </a:extLst>
              </p:cNvPr>
              <p:cNvGraphicFramePr>
                <a:graphicFrameLocks noGrp="1"/>
              </p:cNvGraphicFramePr>
              <p:nvPr>
                <p:ph idx="1"/>
                <p:extLst>
                  <p:ext uri="{D42A27DB-BD31-4B8C-83A1-F6EECF244321}">
                    <p14:modId xmlns:p14="http://schemas.microsoft.com/office/powerpoint/2010/main" val="4180875133"/>
                  </p:ext>
                </p:extLst>
              </p:nvPr>
            </p:nvGraphicFramePr>
            <p:xfrm>
              <a:off x="964809" y="1589989"/>
              <a:ext cx="9529689" cy="4941081"/>
            </p:xfrm>
            <a:graphic>
              <a:graphicData uri="http://schemas.openxmlformats.org/drawingml/2006/diagram">
                <dgm:relIds xmlns:dgm="http://schemas.openxmlformats.org/drawingml/2006/diagram" xmlns:r="http://schemas.openxmlformats.org/officeDocument/2006/relationships" r:dm="rId4" r:lo="rId5" r:qs="rId6" r:cs="rId7"/>
              </a:graphicData>
            </a:graphic>
          </p:graphicFrame>
        </mc:Choice>
        <mc:Fallback xmlns="">
          <p:graphicFrame>
            <p:nvGraphicFramePr>
              <p:cNvPr id="3" name="Content Placeholder 2">
                <a:extLst>
                  <a:ext uri="{FF2B5EF4-FFF2-40B4-BE49-F238E27FC236}">
                    <a16:creationId xmlns:a16="http://schemas.microsoft.com/office/drawing/2014/main" id="{494F96D5-C6F5-A4EC-3801-1C9E27807DFF}"/>
                  </a:ext>
                </a:extLst>
              </p:cNvPr>
              <p:cNvGraphicFramePr>
                <a:graphicFrameLocks noGrp="1"/>
              </p:cNvGraphicFramePr>
              <p:nvPr>
                <p:ph idx="1"/>
                <p:extLst>
                  <p:ext uri="{D42A27DB-BD31-4B8C-83A1-F6EECF244321}">
                    <p14:modId xmlns:p14="http://schemas.microsoft.com/office/powerpoint/2010/main" val="4180875133"/>
                  </p:ext>
                </p:extLst>
              </p:nvPr>
            </p:nvGraphicFramePr>
            <p:xfrm>
              <a:off x="964809" y="1589989"/>
              <a:ext cx="9529689" cy="4941081"/>
            </p:xfrm>
            <a:graphic>
              <a:graphicData uri="http://schemas.openxmlformats.org/drawingml/2006/diagram">
                <dgm:relIds xmlns:dgm="http://schemas.openxmlformats.org/drawingml/2006/diagram" xmlns:r="http://schemas.openxmlformats.org/officeDocument/2006/relationships" r:dm="rId9" r:lo="rId10" r:qs="rId11" r:cs="rId12"/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38555708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8D0B1555-8F11-4AE1-A4E9-3D169280FF49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graphicEl>
                                              <a:dgm id="{8D0B1555-8F11-4AE1-A4E9-3D169280FF49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graphicEl>
                                              <a:dgm id="{8D0B1555-8F11-4AE1-A4E9-3D169280FF49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1E318A8D-3D5D-4AE2-835F-2C83AA847FAC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graphicEl>
                                              <a:dgm id="{1E318A8D-3D5D-4AE2-835F-2C83AA847FAC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graphicEl>
                                              <a:dgm id="{1E318A8D-3D5D-4AE2-835F-2C83AA847FAC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82253AB6-B23F-41BC-8608-272D3B19EFE8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">
                                            <p:graphicEl>
                                              <a:dgm id="{82253AB6-B23F-41BC-8608-272D3B19EFE8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">
                                            <p:graphicEl>
                                              <a:dgm id="{82253AB6-B23F-41BC-8608-272D3B19EFE8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EE2095E9-43E6-4571-85FF-8C93545BB9D1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">
                                            <p:graphicEl>
                                              <a:dgm id="{EE2095E9-43E6-4571-85FF-8C93545BB9D1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">
                                            <p:graphicEl>
                                              <a:dgm id="{EE2095E9-43E6-4571-85FF-8C93545BB9D1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9F5BEE2D-E61D-461C-9EF0-48EAC7A21940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3">
                                            <p:graphicEl>
                                              <a:dgm id="{9F5BEE2D-E61D-461C-9EF0-48EAC7A21940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3">
                                            <p:graphicEl>
                                              <a:dgm id="{9F5BEE2D-E61D-461C-9EF0-48EAC7A21940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3" grpId="0">
        <p:bldSub>
          <a:bldDgm bld="one"/>
        </p:bldSub>
      </p:bldGraphic>
    </p:bld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8" name="Rectangle 27">
            <a:extLst>
              <a:ext uri="{FF2B5EF4-FFF2-40B4-BE49-F238E27FC236}">
                <a16:creationId xmlns:a16="http://schemas.microsoft.com/office/drawing/2014/main" id="{43A9B7B3-F171-4C25-99FC-C54250F064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lumMod val="65000"/>
                  <a:lumOff val="35000"/>
                </a:srgbClr>
              </a:solidFill>
              <a:effectLst/>
              <a:uLnTx/>
              <a:uFillTx/>
              <a:latin typeface="AvenirNext LT Pro Medium" panose="020B0504020202020204" pitchFamily="34" charset="0"/>
              <a:ea typeface="+mn-ea"/>
              <a:cs typeface="+mn-cs"/>
            </a:endParaRP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D2D5C7C5-9C27-4A61-9F57-1857D45320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solidFill>
            <a:schemeClr val="bg2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>
                  <a:lumMod val="65000"/>
                  <a:lumOff val="35000"/>
                </a:srgbClr>
              </a:solidFill>
              <a:effectLst/>
              <a:uLnTx/>
              <a:uFillTx/>
              <a:latin typeface="AvenirNext LT Pro Medium" panose="020B0504020202020204" pitchFamily="34" charset="0"/>
              <a:ea typeface="+mn-ea"/>
              <a:cs typeface="+mn-cs"/>
            </a:endParaRP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84B9546E-20BE-462C-8BE8-4EBDB46F86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2225674"/>
          </a:xfrm>
          <a:prstGeom prst="rect">
            <a:avLst/>
          </a:prstGeom>
          <a:solidFill>
            <a:schemeClr val="tx2">
              <a:lumMod val="90000"/>
              <a:lumOff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venir Next LT Pro"/>
              <a:ea typeface="+mn-ea"/>
              <a:cs typeface="+mn-cs"/>
            </a:endParaRP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DFE5D2E8-C366-48AC-97AE-18C67E4EF9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" y="0"/>
            <a:ext cx="12188952" cy="2225674"/>
          </a:xfrm>
          <a:prstGeom prst="rect">
            <a:avLst/>
          </a:prstGeom>
          <a:blipFill dpi="0" rotWithShape="1">
            <a:blip r:embed="rId2">
              <a:alphaModFix amt="24000"/>
              <a:duotone>
                <a:schemeClr val="accent1">
                  <a:shade val="45000"/>
                  <a:satMod val="135000"/>
                </a:schemeClr>
                <a:prstClr val="white"/>
              </a:duotone>
            </a:blip>
            <a:srcRect/>
            <a:tile tx="889000" ty="0" sx="100000" sy="100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venir Next LT Pro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FC3A1FC-2952-9A27-C2AB-8BFB59DFF8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98182" y="381000"/>
            <a:ext cx="10003218" cy="1600124"/>
          </a:xfrm>
        </p:spPr>
        <p:txBody>
          <a:bodyPr>
            <a:normAutofit fontScale="90000"/>
          </a:bodyPr>
          <a:lstStyle/>
          <a:p>
            <a:pPr algn="ctr"/>
            <a:r>
              <a:rPr lang="en-US" altLang="en-PK" dirty="0"/>
              <a:t>Minimum Cost-Optimal Parallel Time </a:t>
            </a:r>
            <a:br>
              <a:rPr lang="en-US" sz="4400" b="1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x-none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C97E29EA-C7DF-9094-C0A8-B79F915447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2561" y="2479926"/>
            <a:ext cx="9950528" cy="2662442"/>
          </a:xfrm>
        </p:spPr>
        <p:txBody>
          <a:bodyPr>
            <a:normAutofit/>
          </a:bodyPr>
          <a:lstStyle/>
          <a:p>
            <a:pPr>
              <a:lnSpc>
                <a:spcPct val="80000"/>
              </a:lnSpc>
            </a:pPr>
            <a:r>
              <a:rPr lang="en-US" altLang="en-PK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Let  </a:t>
            </a:r>
            <a:r>
              <a:rPr lang="en-US" altLang="en-PK" sz="2000" b="1" i="1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</a:t>
            </a:r>
            <a:r>
              <a:rPr lang="en-US" altLang="en-PK" sz="2000" b="1" i="1" baseline="-250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</a:t>
            </a:r>
            <a:r>
              <a:rPr lang="en-US" altLang="en-PK" sz="2000" i="1" baseline="300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cost_opt</a:t>
            </a:r>
            <a:r>
              <a:rPr lang="en-US" altLang="en-PK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be the minimum cost-optimal parallel time. </a:t>
            </a:r>
          </a:p>
          <a:p>
            <a:r>
              <a:rPr lang="en-US" altLang="en-PK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If the </a:t>
            </a:r>
            <a:r>
              <a:rPr lang="en-US" altLang="en-PK" sz="20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isoefficiency</a:t>
            </a:r>
            <a:r>
              <a:rPr lang="en-US" altLang="en-PK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function of a parallel system is </a:t>
            </a:r>
            <a:r>
              <a:rPr lang="el-GR" altLang="en-PK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Θ</a:t>
            </a:r>
            <a:r>
              <a:rPr lang="en-US" altLang="en-PK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en-US" altLang="en-PK" sz="2000" b="1" i="1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f</a:t>
            </a:r>
            <a:r>
              <a:rPr lang="en-US" altLang="en-PK" sz="2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en-US" altLang="en-PK" sz="2000" b="1" i="1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</a:t>
            </a:r>
            <a:r>
              <a:rPr lang="en-US" altLang="en-PK" sz="2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  <a:r>
              <a:rPr lang="en-US" altLang="en-PK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) , then a problem of size </a:t>
            </a:r>
            <a:r>
              <a:rPr lang="en-US" altLang="en-PK" sz="2000" b="1" i="1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W</a:t>
            </a:r>
            <a:r>
              <a:rPr lang="en-US" altLang="en-PK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can be solved cost-optimally if and only if </a:t>
            </a:r>
            <a:r>
              <a:rPr lang="en-US" altLang="en-PK" sz="2000" b="1" i="1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W= </a:t>
            </a:r>
            <a:r>
              <a:rPr lang="el-GR" altLang="en-PK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Ω</a:t>
            </a:r>
            <a:r>
              <a:rPr lang="en-US" altLang="en-PK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en-US" altLang="en-PK" sz="2000" b="1" i="1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f</a:t>
            </a:r>
            <a:r>
              <a:rPr lang="en-US" altLang="en-PK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en-US" altLang="en-PK" sz="2000" b="1" i="1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</a:t>
            </a:r>
            <a:r>
              <a:rPr lang="en-US" altLang="en-PK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)) . </a:t>
            </a:r>
          </a:p>
          <a:p>
            <a:r>
              <a:rPr lang="en-US" altLang="en-PK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 other words, for cost optimality,  </a:t>
            </a:r>
            <a:r>
              <a:rPr lang="en-US" altLang="en-PK" sz="2000" b="1" i="1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 </a:t>
            </a:r>
            <a:r>
              <a:rPr lang="en-US" altLang="en-PK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= </a:t>
            </a:r>
            <a:r>
              <a:rPr lang="en-US" altLang="en-PK" sz="2000" i="1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O</a:t>
            </a:r>
            <a:r>
              <a:rPr lang="en-US" altLang="en-PK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en-US" altLang="en-PK" sz="2000" b="1" i="1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f</a:t>
            </a:r>
            <a:r>
              <a:rPr lang="en-US" altLang="en-PK" sz="2000" baseline="300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--1</a:t>
            </a:r>
            <a:r>
              <a:rPr lang="en-US" altLang="en-PK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en-US" altLang="en-PK" sz="2000" b="1" i="1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W</a:t>
            </a:r>
            <a:r>
              <a:rPr lang="en-US" altLang="en-PK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)) . </a:t>
            </a:r>
          </a:p>
          <a:p>
            <a:r>
              <a:rPr lang="en-US" altLang="en-PK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For cost-optimal systems, </a:t>
            </a:r>
            <a:r>
              <a:rPr lang="en-US" altLang="en-PK" sz="2400" b="1" i="1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</a:t>
            </a:r>
            <a:r>
              <a:rPr lang="en-US" altLang="en-PK" sz="2400" b="1" i="1" baseline="-250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 </a:t>
            </a:r>
            <a:r>
              <a:rPr lang="en-US" altLang="en-PK" sz="2400" i="1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= </a:t>
            </a:r>
            <a:r>
              <a:rPr lang="el-GR" altLang="en-PK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Θ</a:t>
            </a:r>
            <a:r>
              <a:rPr lang="en-US" altLang="en-PK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en-US" altLang="en-PK" sz="2000" b="1" i="1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W/p</a:t>
            </a:r>
            <a:r>
              <a:rPr lang="en-US" altLang="en-PK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) , therefore, </a:t>
            </a:r>
          </a:p>
          <a:p>
            <a:endParaRPr lang="en-US" altLang="en-PK" sz="2000" dirty="0">
              <a:solidFill>
                <a:schemeClr val="accent6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80000"/>
              </a:lnSpc>
            </a:pPr>
            <a:endParaRPr lang="en-US" altLang="en-PK" sz="2000" dirty="0">
              <a:solidFill>
                <a:schemeClr val="accent6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80000"/>
              </a:lnSpc>
            </a:pPr>
            <a:endParaRPr lang="en-US" altLang="en-PK" sz="23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9" name="Group 6">
            <a:extLst>
              <a:ext uri="{FF2B5EF4-FFF2-40B4-BE49-F238E27FC236}">
                <a16:creationId xmlns:a16="http://schemas.microsoft.com/office/drawing/2014/main" id="{376E5DF1-3921-1996-3B6E-4759B177786A}"/>
              </a:ext>
            </a:extLst>
          </p:cNvPr>
          <p:cNvGrpSpPr>
            <a:grpSpLocks/>
          </p:cNvGrpSpPr>
          <p:nvPr/>
        </p:nvGrpSpPr>
        <p:grpSpPr bwMode="auto">
          <a:xfrm>
            <a:off x="4786831" y="5142368"/>
            <a:ext cx="3705225" cy="1019175"/>
            <a:chOff x="1812" y="3024"/>
            <a:chExt cx="2334" cy="642"/>
          </a:xfrm>
        </p:grpSpPr>
        <p:pic>
          <p:nvPicPr>
            <p:cNvPr id="10" name="Picture 5">
              <a:extLst>
                <a:ext uri="{FF2B5EF4-FFF2-40B4-BE49-F238E27FC236}">
                  <a16:creationId xmlns:a16="http://schemas.microsoft.com/office/drawing/2014/main" id="{5D8B14AF-66F7-E469-2F4C-5DA8B6ABA4F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812" y="3120"/>
              <a:ext cx="780" cy="43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1" name="Picture 4">
              <a:extLst>
                <a:ext uri="{FF2B5EF4-FFF2-40B4-BE49-F238E27FC236}">
                  <a16:creationId xmlns:a16="http://schemas.microsoft.com/office/drawing/2014/main" id="{AE4CDBF0-6865-FA89-8F1D-0F43F8B41AD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832" y="3024"/>
              <a:ext cx="1314" cy="64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13" name="TextBox 12">
            <a:extLst>
              <a:ext uri="{FF2B5EF4-FFF2-40B4-BE49-F238E27FC236}">
                <a16:creationId xmlns:a16="http://schemas.microsoft.com/office/drawing/2014/main" id="{3F17737C-DF8D-2E1B-BE2C-07DC3C2C65ED}"/>
              </a:ext>
            </a:extLst>
          </p:cNvPr>
          <p:cNvSpPr txBox="1"/>
          <p:nvPr/>
        </p:nvSpPr>
        <p:spPr>
          <a:xfrm>
            <a:off x="6025081" y="5419758"/>
            <a:ext cx="37795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en-PK" dirty="0"/>
              <a:t>=</a:t>
            </a:r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29581589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9" name="Rectangle 38">
            <a:extLst>
              <a:ext uri="{FF2B5EF4-FFF2-40B4-BE49-F238E27FC236}">
                <a16:creationId xmlns:a16="http://schemas.microsoft.com/office/drawing/2014/main" id="{8651CFA9-6065-4243-AC48-858E359780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>
                  <a:lumMod val="65000"/>
                  <a:lumOff val="35000"/>
                </a:srgbClr>
              </a:solidFill>
              <a:effectLst/>
              <a:uLnTx/>
              <a:uFillTx/>
              <a:latin typeface="AvenirNext LT Pro Medium" panose="020B0504020202020204" pitchFamily="34" charset="0"/>
              <a:ea typeface="+mn-ea"/>
              <a:cs typeface="+mn-cs"/>
            </a:endParaRP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37962AE0-6A1C-4B76-9D52-10E5E6D7D3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bg2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>
                  <a:lumMod val="65000"/>
                  <a:lumOff val="35000"/>
                </a:srgbClr>
              </a:solidFill>
              <a:effectLst/>
              <a:uLnTx/>
              <a:uFillTx/>
              <a:latin typeface="AvenirNext LT Pro Medium" panose="020B0504020202020204" pitchFamily="34" charset="0"/>
              <a:ea typeface="+mn-ea"/>
              <a:cs typeface="+mn-cs"/>
            </a:endParaRPr>
          </a:p>
        </p:txBody>
      </p:sp>
      <p:pic>
        <p:nvPicPr>
          <p:cNvPr id="43" name="Picture 42">
            <a:extLst>
              <a:ext uri="{FF2B5EF4-FFF2-40B4-BE49-F238E27FC236}">
                <a16:creationId xmlns:a16="http://schemas.microsoft.com/office/drawing/2014/main" id="{A72D06A1-BA08-4820-BBC8-B24DDB32A3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7018" r="40625"/>
          <a:stretch/>
        </p:blipFill>
        <p:spPr>
          <a:xfrm>
            <a:off x="10744200" y="0"/>
            <a:ext cx="1447800" cy="153575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FC3A1FC-2952-9A27-C2AB-8BFB59DFF8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0094" y="420076"/>
            <a:ext cx="9669598" cy="907036"/>
          </a:xfrm>
        </p:spPr>
        <p:txBody>
          <a:bodyPr anchor="t">
            <a:noAutofit/>
          </a:bodyPr>
          <a:lstStyle/>
          <a:p>
            <a:pPr algn="ctr"/>
            <a:r>
              <a:rPr lang="en-US" altLang="en-PK" sz="4000" dirty="0">
                <a:solidFill>
                  <a:schemeClr val="tx2"/>
                </a:solidFill>
                <a:ea typeface="ＭＳ Ｐゴシック" panose="020B0600070205080204" pitchFamily="34" charset="-128"/>
              </a:rPr>
              <a:t>Minimum Cost-Optimal Parallel Time: Example </a:t>
            </a:r>
            <a:endParaRPr lang="x-none" sz="4000" dirty="0">
              <a:solidFill>
                <a:schemeClr val="tx2"/>
              </a:solidFill>
              <a:ea typeface="ＭＳ Ｐゴシック" panose="020B0600070205080204" pitchFamily="34" charset="-128"/>
            </a:endParaRPr>
          </a:p>
        </p:txBody>
      </p:sp>
      <p:pic>
        <p:nvPicPr>
          <p:cNvPr id="45" name="Picture 44">
            <a:extLst>
              <a:ext uri="{FF2B5EF4-FFF2-40B4-BE49-F238E27FC236}">
                <a16:creationId xmlns:a16="http://schemas.microsoft.com/office/drawing/2014/main" id="{1295E665-0408-4072-94B3-49BA5ACBCBD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6048"/>
          <a:stretch/>
        </p:blipFill>
        <p:spPr>
          <a:xfrm rot="10800000">
            <a:off x="0" y="2719662"/>
            <a:ext cx="1371600" cy="2548349"/>
          </a:xfrm>
          <a:prstGeom prst="rect">
            <a:avLst/>
          </a:prstGeom>
        </p:spPr>
      </p:pic>
      <p:sp>
        <p:nvSpPr>
          <p:cNvPr id="10" name="Rectangle 3">
            <a:extLst>
              <a:ext uri="{FF2B5EF4-FFF2-40B4-BE49-F238E27FC236}">
                <a16:creationId xmlns:a16="http://schemas.microsoft.com/office/drawing/2014/main" id="{67369E26-8F07-424A-0E67-53B4EFCDEF96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556950" y="1807367"/>
            <a:ext cx="9796096" cy="4711128"/>
          </a:xfrm>
        </p:spPr>
        <p:txBody>
          <a:bodyPr anchor="ctr">
            <a:normAutofit/>
          </a:bodyPr>
          <a:lstStyle/>
          <a:p>
            <a:pPr>
              <a:buFontTx/>
              <a:buNone/>
            </a:pPr>
            <a:r>
              <a:rPr lang="en-US" altLang="en-PK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Consider the problem of adding </a:t>
            </a:r>
            <a:r>
              <a:rPr lang="en-US" altLang="en-PK" sz="2000" b="1" i="1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n</a:t>
            </a:r>
            <a:r>
              <a:rPr lang="en-US" altLang="en-PK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numbers. </a:t>
            </a:r>
          </a:p>
          <a:p>
            <a:r>
              <a:rPr lang="en-US" altLang="en-PK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</a:t>
            </a:r>
            <a:r>
              <a:rPr lang="en-US" altLang="en-PK" sz="20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isoefficiency</a:t>
            </a:r>
            <a:r>
              <a:rPr lang="en-US" altLang="en-PK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function </a:t>
            </a:r>
            <a:r>
              <a:rPr lang="en-US" altLang="en-PK" sz="2000" b="1" i="1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f</a:t>
            </a:r>
            <a:r>
              <a:rPr lang="en-US" altLang="en-PK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en-US" altLang="en-PK" sz="2000" b="1" i="1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</a:t>
            </a:r>
            <a:r>
              <a:rPr lang="en-US" altLang="en-PK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) of this parallel system is </a:t>
            </a:r>
            <a:r>
              <a:rPr lang="el-GR" altLang="en-PK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Θ</a:t>
            </a:r>
            <a:r>
              <a:rPr lang="en-US" altLang="en-PK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en-US" altLang="en-PK" sz="2000" b="1" i="1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 </a:t>
            </a:r>
            <a:r>
              <a:rPr lang="en-US" altLang="en-PK" sz="2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log </a:t>
            </a:r>
            <a:r>
              <a:rPr lang="en-US" altLang="en-PK" sz="2000" b="1" i="1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</a:t>
            </a:r>
            <a:r>
              <a:rPr lang="en-US" altLang="en-PK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).</a:t>
            </a:r>
          </a:p>
          <a:p>
            <a:r>
              <a:rPr lang="en-US" altLang="en-PK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From this, we have </a:t>
            </a:r>
            <a:r>
              <a:rPr lang="en-US" altLang="en-PK" sz="2000" b="1" i="1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 </a:t>
            </a:r>
            <a:r>
              <a:rPr lang="en-US" altLang="en-PK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≈ </a:t>
            </a:r>
            <a:r>
              <a:rPr lang="en-US" altLang="en-PK" sz="2000" b="1" i="1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n </a:t>
            </a:r>
            <a:r>
              <a:rPr lang="en-US" altLang="en-PK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/</a:t>
            </a:r>
            <a:r>
              <a:rPr lang="en-US" altLang="en-PK" sz="2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log</a:t>
            </a:r>
            <a:r>
              <a:rPr lang="en-US" altLang="en-PK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PK" sz="2000" b="1" i="1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n</a:t>
            </a:r>
            <a:r>
              <a:rPr lang="en-US" altLang="en-PK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. </a:t>
            </a:r>
          </a:p>
          <a:p>
            <a:r>
              <a:rPr lang="en-US" altLang="en-PK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At this processor count, the parallel runtime is: </a:t>
            </a:r>
          </a:p>
          <a:p>
            <a:endParaRPr lang="en-US" sz="2000" dirty="0">
              <a:solidFill>
                <a:schemeClr val="tx1">
                  <a:lumMod val="85000"/>
                  <a:lumOff val="15000"/>
                </a:schemeClr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endParaRPr lang="en-US" altLang="en-PK" sz="2000" dirty="0">
              <a:solidFill>
                <a:schemeClr val="tx1">
                  <a:lumMod val="85000"/>
                  <a:lumOff val="1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altLang="en-PK" sz="2000" dirty="0">
              <a:solidFill>
                <a:schemeClr val="tx1">
                  <a:lumMod val="85000"/>
                  <a:lumOff val="1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altLang="en-PK" sz="2000" b="1" dirty="0">
              <a:solidFill>
                <a:schemeClr val="tx1">
                  <a:lumMod val="85000"/>
                  <a:lumOff val="1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altLang="en-PK" sz="2000" b="1" dirty="0"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Note:</a:t>
            </a:r>
            <a:r>
              <a:rPr lang="en-US" altLang="en-PK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that both </a:t>
            </a:r>
            <a:r>
              <a:rPr lang="en-US" altLang="en-PK" sz="2000" b="1" i="1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</a:t>
            </a:r>
            <a:r>
              <a:rPr lang="en-US" altLang="en-PK" sz="2000" b="1" i="1" baseline="-250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</a:t>
            </a:r>
            <a:r>
              <a:rPr lang="en-US" altLang="en-PK" sz="2000" i="1" baseline="300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min</a:t>
            </a:r>
            <a:r>
              <a:rPr lang="en-US" altLang="en-PK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and </a:t>
            </a:r>
            <a:r>
              <a:rPr lang="en-US" altLang="en-PK" sz="2000" b="1" i="1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</a:t>
            </a:r>
            <a:r>
              <a:rPr lang="en-US" altLang="en-PK" sz="2000" b="1" i="1" baseline="-250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</a:t>
            </a:r>
            <a:r>
              <a:rPr lang="en-US" altLang="en-PK" sz="2000" i="1" baseline="300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cost_opt</a:t>
            </a:r>
            <a:r>
              <a:rPr lang="en-US" altLang="en-PK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for adding </a:t>
            </a:r>
            <a:r>
              <a:rPr lang="en-US" altLang="en-PK" sz="2000" b="1" i="1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n</a:t>
            </a:r>
            <a:r>
              <a:rPr lang="en-US" altLang="en-PK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numbers are </a:t>
            </a:r>
          </a:p>
          <a:p>
            <a:pPr>
              <a:buNone/>
            </a:pPr>
            <a:r>
              <a:rPr lang="en-US" altLang="en-PK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</a:t>
            </a:r>
            <a:r>
              <a:rPr lang="el-GR" altLang="en-PK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Θ</a:t>
            </a:r>
            <a:r>
              <a:rPr lang="en-US" altLang="en-PK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en-US" altLang="en-PK" sz="2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log</a:t>
            </a:r>
            <a:r>
              <a:rPr lang="en-US" altLang="en-PK" sz="2000" b="1" i="1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n</a:t>
            </a:r>
            <a:r>
              <a:rPr lang="en-US" altLang="en-PK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). This may not always be the case. </a:t>
            </a:r>
          </a:p>
        </p:txBody>
      </p:sp>
      <p:grpSp>
        <p:nvGrpSpPr>
          <p:cNvPr id="3" name="Group 7">
            <a:extLst>
              <a:ext uri="{FF2B5EF4-FFF2-40B4-BE49-F238E27FC236}">
                <a16:creationId xmlns:a16="http://schemas.microsoft.com/office/drawing/2014/main" id="{B3047FB7-C3BF-727F-7C2E-572D1711C9EC}"/>
              </a:ext>
            </a:extLst>
          </p:cNvPr>
          <p:cNvGrpSpPr>
            <a:grpSpLocks/>
          </p:cNvGrpSpPr>
          <p:nvPr/>
        </p:nvGrpSpPr>
        <p:grpSpPr bwMode="auto">
          <a:xfrm>
            <a:off x="2770361" y="3856871"/>
            <a:ext cx="4533900" cy="1019175"/>
            <a:chOff x="1152" y="2190"/>
            <a:chExt cx="2856" cy="642"/>
          </a:xfrm>
        </p:grpSpPr>
        <p:pic>
          <p:nvPicPr>
            <p:cNvPr id="4" name="Picture 5">
              <a:extLst>
                <a:ext uri="{FF2B5EF4-FFF2-40B4-BE49-F238E27FC236}">
                  <a16:creationId xmlns:a16="http://schemas.microsoft.com/office/drawing/2014/main" id="{5C819994-495F-EAF0-5F6C-A262565C32D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52" y="2256"/>
              <a:ext cx="780" cy="43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5" name="Picture 6">
              <a:extLst>
                <a:ext uri="{FF2B5EF4-FFF2-40B4-BE49-F238E27FC236}">
                  <a16:creationId xmlns:a16="http://schemas.microsoft.com/office/drawing/2014/main" id="{12046673-C4E8-1361-D007-72899084EE1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304" y="2190"/>
              <a:ext cx="1704" cy="64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6" name="Picture 4">
            <a:extLst>
              <a:ext uri="{FF2B5EF4-FFF2-40B4-BE49-F238E27FC236}">
                <a16:creationId xmlns:a16="http://schemas.microsoft.com/office/drawing/2014/main" id="{BC9DCF91-6A0A-659D-E726-54B29FC7ED6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99161" y="4902238"/>
            <a:ext cx="2495550" cy="6286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5F25314B-201B-BF15-05ED-D3BAD8FE5642}"/>
              </a:ext>
            </a:extLst>
          </p:cNvPr>
          <p:cNvSpPr txBox="1"/>
          <p:nvPr/>
        </p:nvSpPr>
        <p:spPr>
          <a:xfrm>
            <a:off x="4032233" y="4119880"/>
            <a:ext cx="37795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en-PK" dirty="0"/>
              <a:t>=</a:t>
            </a:r>
            <a:endParaRPr lang="en-PK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A2CD7A7-C3A7-6EB8-A669-CFF3CC5AA96B}"/>
              </a:ext>
            </a:extLst>
          </p:cNvPr>
          <p:cNvSpPr txBox="1"/>
          <p:nvPr/>
        </p:nvSpPr>
        <p:spPr>
          <a:xfrm>
            <a:off x="4060887" y="4919389"/>
            <a:ext cx="37795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en-PK" dirty="0"/>
              <a:t>=</a:t>
            </a:r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639723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1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10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10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uiExpand="1" build="p"/>
      <p:bldP spid="7" grpId="0"/>
      <p:bldP spid="8" grpId="0"/>
    </p:bld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8" name="Rectangle 27">
            <a:extLst>
              <a:ext uri="{FF2B5EF4-FFF2-40B4-BE49-F238E27FC236}">
                <a16:creationId xmlns:a16="http://schemas.microsoft.com/office/drawing/2014/main" id="{43A9B7B3-F171-4C25-99FC-C54250F064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lumMod val="65000"/>
                  <a:lumOff val="35000"/>
                </a:srgbClr>
              </a:solidFill>
              <a:effectLst/>
              <a:uLnTx/>
              <a:uFillTx/>
              <a:latin typeface="AvenirNext LT Pro Medium" panose="020B0504020202020204" pitchFamily="34" charset="0"/>
              <a:ea typeface="+mn-ea"/>
              <a:cs typeface="+mn-cs"/>
            </a:endParaRP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D2D5C7C5-9C27-4A61-9F57-1857D45320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solidFill>
            <a:schemeClr val="bg2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>
                  <a:lumMod val="65000"/>
                  <a:lumOff val="35000"/>
                </a:srgbClr>
              </a:solidFill>
              <a:effectLst/>
              <a:uLnTx/>
              <a:uFillTx/>
              <a:latin typeface="AvenirNext LT Pro Medium" panose="020B0504020202020204" pitchFamily="34" charset="0"/>
              <a:ea typeface="+mn-ea"/>
              <a:cs typeface="+mn-cs"/>
            </a:endParaRP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84B9546E-20BE-462C-8BE8-4EBDB46F86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2225674"/>
          </a:xfrm>
          <a:prstGeom prst="rect">
            <a:avLst/>
          </a:prstGeom>
          <a:solidFill>
            <a:schemeClr val="tx2">
              <a:lumMod val="90000"/>
              <a:lumOff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venir Next LT Pro"/>
              <a:ea typeface="+mn-ea"/>
              <a:cs typeface="+mn-cs"/>
            </a:endParaRP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DFE5D2E8-C366-48AC-97AE-18C67E4EF9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" y="0"/>
            <a:ext cx="12188952" cy="2225674"/>
          </a:xfrm>
          <a:prstGeom prst="rect">
            <a:avLst/>
          </a:prstGeom>
          <a:blipFill dpi="0" rotWithShape="1">
            <a:blip r:embed="rId2">
              <a:alphaModFix amt="24000"/>
              <a:duotone>
                <a:schemeClr val="accent1">
                  <a:shade val="45000"/>
                  <a:satMod val="135000"/>
                </a:schemeClr>
                <a:prstClr val="white"/>
              </a:duotone>
            </a:blip>
            <a:srcRect/>
            <a:tile tx="889000" ty="0" sx="100000" sy="100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venir Next LT Pro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FC3A1FC-2952-9A27-C2AB-8BFB59DFF8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98182" y="381000"/>
            <a:ext cx="10003218" cy="1600124"/>
          </a:xfrm>
        </p:spPr>
        <p:txBody>
          <a:bodyPr>
            <a:normAutofit fontScale="90000"/>
          </a:bodyPr>
          <a:lstStyle/>
          <a:p>
            <a:pPr algn="ctr"/>
            <a:r>
              <a:rPr lang="en-US" altLang="en-PK" dirty="0"/>
              <a:t>Asymptotic Analysis of Parallel Programs </a:t>
            </a:r>
            <a:br>
              <a:rPr lang="en-US" sz="4400" b="1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x-none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C97E29EA-C7DF-9094-C0A8-B79F915447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2561" y="2606674"/>
            <a:ext cx="5876469" cy="3870326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altLang="en-PK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Consider the problem of sorting a list of </a:t>
            </a:r>
            <a:r>
              <a:rPr lang="en-US" altLang="en-PK" sz="2000" b="1" i="1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n</a:t>
            </a:r>
            <a:r>
              <a:rPr lang="en-US" altLang="en-PK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numbers. The fastest serial programs for this problem run in time </a:t>
            </a:r>
            <a:r>
              <a:rPr lang="el-GR" altLang="en-PK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Θ</a:t>
            </a:r>
            <a:r>
              <a:rPr lang="en-US" altLang="en-PK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en-US" altLang="en-PK" sz="2000" b="1" i="1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n </a:t>
            </a:r>
            <a:r>
              <a:rPr lang="en-US" altLang="en-PK" sz="2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log </a:t>
            </a:r>
            <a:r>
              <a:rPr lang="en-US" altLang="en-PK" sz="2000" b="1" i="1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n</a:t>
            </a:r>
            <a:r>
              <a:rPr lang="en-US" altLang="en-PK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). Consider four parallel algorithms, A1, A2, A3, and A4. </a:t>
            </a:r>
          </a:p>
          <a:p>
            <a:pPr>
              <a:buNone/>
            </a:pPr>
            <a:endParaRPr lang="en-US" altLang="en-PK" sz="2000" dirty="0">
              <a:solidFill>
                <a:schemeClr val="tx1">
                  <a:lumMod val="85000"/>
                  <a:lumOff val="1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altLang="en-PK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Comparison of four different algorithms for sorting a given list of numbers. The table shows number of processing elements, parallel runtime, speedup, efficiency and the </a:t>
            </a:r>
            <a:r>
              <a:rPr lang="en-US" altLang="en-PK" sz="2000" b="1" i="1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pT</a:t>
            </a:r>
            <a:r>
              <a:rPr lang="en-US" altLang="en-PK" sz="2000" b="1" i="1" baseline="-250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</a:t>
            </a:r>
            <a:r>
              <a:rPr lang="en-US" altLang="en-PK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product.</a:t>
            </a:r>
          </a:p>
          <a:p>
            <a:pPr>
              <a:lnSpc>
                <a:spcPct val="80000"/>
              </a:lnSpc>
            </a:pPr>
            <a:endParaRPr lang="en-US" altLang="en-PK" sz="2000" dirty="0">
              <a:solidFill>
                <a:schemeClr val="accent6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80000"/>
              </a:lnSpc>
            </a:pPr>
            <a:endParaRPr lang="en-US" altLang="en-PK" sz="23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3" name="Object 4">
            <a:extLst>
              <a:ext uri="{FF2B5EF4-FFF2-40B4-BE49-F238E27FC236}">
                <a16:creationId xmlns:a16="http://schemas.microsoft.com/office/drawing/2014/main" id="{0ED2D74D-DC74-96E0-6797-28CA3BCC1D2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64368374"/>
              </p:ext>
            </p:extLst>
          </p:nvPr>
        </p:nvGraphicFramePr>
        <p:xfrm>
          <a:off x="6873843" y="2889908"/>
          <a:ext cx="4922822" cy="330385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Bitmap Image" r:id="rId3" imgW="7857143" imgH="4657143" progId="Paint.Picture">
                  <p:embed/>
                </p:oleObj>
              </mc:Choice>
              <mc:Fallback>
                <p:oleObj name="Bitmap Image" r:id="rId3" imgW="7857143" imgH="4657143" progId="Paint.Picture">
                  <p:embed/>
                  <p:pic>
                    <p:nvPicPr>
                      <p:cNvPr id="73732" name="Object 4">
                        <a:extLst>
                          <a:ext uri="{FF2B5EF4-FFF2-40B4-BE49-F238E27FC236}">
                            <a16:creationId xmlns:a16="http://schemas.microsoft.com/office/drawing/2014/main" id="{17280AAD-30D3-EDB2-AB31-4DB0E09AED4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73843" y="2889908"/>
                        <a:ext cx="4922822" cy="330385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8547991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8651CFA9-6065-4243-AC48-858E359780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7962AE0-6A1C-4B76-9D52-10E5E6D7D3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bg2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F7C12EAC-BD05-461D-9D1F-0862BA1F4C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480" y="76200"/>
            <a:ext cx="2057400" cy="2057400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69D8DA42-2FEE-4C06-AFD6-6508150C4C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2473"/>
          <a:stretch/>
        </p:blipFill>
        <p:spPr>
          <a:xfrm>
            <a:off x="11234928" y="3144779"/>
            <a:ext cx="954024" cy="254834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9B0C4BCE-13A2-2137-C4E7-F40695BD18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12507" y="450266"/>
            <a:ext cx="10679484" cy="1263542"/>
          </a:xfrm>
        </p:spPr>
        <p:txBody>
          <a:bodyPr anchor="t">
            <a:normAutofit/>
          </a:bodyPr>
          <a:lstStyle/>
          <a:p>
            <a:pPr algn="ctr"/>
            <a:r>
              <a:rPr lang="en-US" altLang="en-PK" sz="40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Asymptotic Analysis of Parallel Programs</a:t>
            </a:r>
            <a:endParaRPr lang="en-US" sz="40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53BB36E4-FA7C-64EA-A21D-F49A75B9035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186845566"/>
              </p:ext>
            </p:extLst>
          </p:nvPr>
        </p:nvGraphicFramePr>
        <p:xfrm>
          <a:off x="750013" y="2087873"/>
          <a:ext cx="10808414" cy="453020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  <p:extLst>
      <p:ext uri="{BB962C8B-B14F-4D97-AF65-F5344CB8AC3E}">
        <p14:creationId xmlns:p14="http://schemas.microsoft.com/office/powerpoint/2010/main" val="8342562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4090C6FD-020A-4444-86D5-2A19DE9C5D92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>
                                            <p:graphicEl>
                                              <a:dgm id="{4090C6FD-020A-4444-86D5-2A19DE9C5D92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>
                                            <p:graphicEl>
                                              <a:dgm id="{4090C6FD-020A-4444-86D5-2A19DE9C5D92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DAFAC9E6-7644-42D6-BD53-5E20E0850837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">
                                            <p:graphicEl>
                                              <a:dgm id="{DAFAC9E6-7644-42D6-BD53-5E20E0850837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">
                                            <p:graphicEl>
                                              <a:dgm id="{DAFAC9E6-7644-42D6-BD53-5E20E0850837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0F4FAD0A-C418-4DEE-A843-F5CE15F7CD85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">
                                            <p:graphicEl>
                                              <a:dgm id="{0F4FAD0A-C418-4DEE-A843-F5CE15F7CD85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5">
                                            <p:graphicEl>
                                              <a:dgm id="{0F4FAD0A-C418-4DEE-A843-F5CE15F7CD85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13E7A576-731C-4304-99BF-E64AC8B09198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5">
                                            <p:graphicEl>
                                              <a:dgm id="{13E7A576-731C-4304-99BF-E64AC8B09198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5">
                                            <p:graphicEl>
                                              <a:dgm id="{13E7A576-731C-4304-99BF-E64AC8B09198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5" grpId="0">
        <p:bldSub>
          <a:bldDgm bld="one"/>
        </p:bldSub>
      </p:bldGraphic>
    </p:bldLst>
  </p:timing>
</p:sld>
</file>

<file path=ppt/theme/theme1.xml><?xml version="1.0" encoding="utf-8"?>
<a:theme xmlns:a="http://schemas.openxmlformats.org/drawingml/2006/main" name="BlockprintVTI">
  <a:themeElements>
    <a:clrScheme name="AnalogousFromDarkSeedLeftStep">
      <a:dk1>
        <a:srgbClr val="000000"/>
      </a:dk1>
      <a:lt1>
        <a:srgbClr val="FFFFFF"/>
      </a:lt1>
      <a:dk2>
        <a:srgbClr val="213B31"/>
      </a:dk2>
      <a:lt2>
        <a:srgbClr val="E8E2E3"/>
      </a:lt2>
      <a:accent1>
        <a:srgbClr val="45B0A7"/>
      </a:accent1>
      <a:accent2>
        <a:srgbClr val="3BB176"/>
      </a:accent2>
      <a:accent3>
        <a:srgbClr val="47B550"/>
      </a:accent3>
      <a:accent4>
        <a:srgbClr val="63B13B"/>
      </a:accent4>
      <a:accent5>
        <a:srgbClr val="91AB43"/>
      </a:accent5>
      <a:accent6>
        <a:srgbClr val="B19D3B"/>
      </a:accent6>
      <a:hlink>
        <a:srgbClr val="658B2E"/>
      </a:hlink>
      <a:folHlink>
        <a:srgbClr val="7F7F7F"/>
      </a:folHlink>
    </a:clrScheme>
    <a:fontScheme name="Custom 56">
      <a:majorFont>
        <a:latin typeface="Avenir Next LT Pro"/>
        <a:ea typeface=""/>
        <a:cs typeface=""/>
      </a:majorFont>
      <a:minorFont>
        <a:latin typeface="Avenir Next L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lockprintVTI" id="{AA8C8908-6BA4-477C-AEA4-CB6C32A1FE3B}" vid="{36392749-7C1D-4938-93BB-440CD2A1B0AB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 2013 - 2022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7097</TotalTime>
  <Words>3756</Words>
  <Application>Microsoft Office PowerPoint</Application>
  <PresentationFormat>Widescreen</PresentationFormat>
  <Paragraphs>321</Paragraphs>
  <Slides>69</Slides>
  <Notes>20</Notes>
  <HiddenSlides>0</HiddenSlides>
  <MMClips>0</MMClips>
  <ScaleCrop>false</ScaleCrop>
  <HeadingPairs>
    <vt:vector size="8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69</vt:i4>
      </vt:variant>
    </vt:vector>
  </HeadingPairs>
  <TitlesOfParts>
    <vt:vector size="76" baseType="lpstr">
      <vt:lpstr>Arial</vt:lpstr>
      <vt:lpstr>Avenir Next LT Pro</vt:lpstr>
      <vt:lpstr>AvenirNext LT Pro Medium</vt:lpstr>
      <vt:lpstr>Calibri</vt:lpstr>
      <vt:lpstr>Cambria Math</vt:lpstr>
      <vt:lpstr>BlockprintVTI</vt:lpstr>
      <vt:lpstr>Bitmap Image</vt:lpstr>
      <vt:lpstr>CS621 Parallel and Distributed Computing</vt:lpstr>
      <vt:lpstr>CS621 Parallel and Distributed Computing</vt:lpstr>
      <vt:lpstr>Objectives</vt:lpstr>
      <vt:lpstr>What is Performance?</vt:lpstr>
      <vt:lpstr>Analytical Modeling - Basics </vt:lpstr>
      <vt:lpstr>Analytical Modeling - Basics </vt:lpstr>
      <vt:lpstr>A number of performance measures are intuitive   </vt:lpstr>
      <vt:lpstr>CS621 Parallel and Distributed Computing</vt:lpstr>
      <vt:lpstr>Objectives</vt:lpstr>
      <vt:lpstr>Sources of Overhead in Parallel Programs  </vt:lpstr>
      <vt:lpstr>Sources of Overhead in Parallel Programs </vt:lpstr>
      <vt:lpstr>Sources of Overheads in Parallel Programs </vt:lpstr>
      <vt:lpstr>Sources of Overheads in Parallel Programs </vt:lpstr>
      <vt:lpstr>CS621 Parallel and Distributed Computing</vt:lpstr>
      <vt:lpstr>Objectives</vt:lpstr>
      <vt:lpstr>Performance Metrics for Parallel Systems</vt:lpstr>
      <vt:lpstr>Performance Metrics for Parallel Systems: Execution Time </vt:lpstr>
      <vt:lpstr>Performance Metrics: Total Parallel Overhead/Overhead function</vt:lpstr>
      <vt:lpstr>Performance Metrics: Total Parallel Overhead/Overhead function</vt:lpstr>
      <vt:lpstr>CS621 Parallel and Distributed Computing</vt:lpstr>
      <vt:lpstr>Objectives</vt:lpstr>
      <vt:lpstr>Performance Metrics for Parallel Systems: Speedup</vt:lpstr>
      <vt:lpstr>Performance Metrics: Example</vt:lpstr>
      <vt:lpstr>Performance Metrics: Example Cont..  </vt:lpstr>
      <vt:lpstr>Performance Metrics: Example Cont..  </vt:lpstr>
      <vt:lpstr>Performance Metrics: Speedup</vt:lpstr>
      <vt:lpstr>Performance Metrics: Speedup Example</vt:lpstr>
      <vt:lpstr>Performance Metrics: Speedup Bounds   </vt:lpstr>
      <vt:lpstr>Performance Metrics: Super-linear Speedups</vt:lpstr>
      <vt:lpstr>Performance Metrics: Super-linear Speedups</vt:lpstr>
      <vt:lpstr>Performance Metrics: Efficiency   </vt:lpstr>
      <vt:lpstr>Performance Metrics: Super-linear Speedups</vt:lpstr>
      <vt:lpstr>Cost of a Parallel System </vt:lpstr>
      <vt:lpstr>Cost of a Parallel System: Example </vt:lpstr>
      <vt:lpstr>Impact of Non-Cost Optimality </vt:lpstr>
      <vt:lpstr>Impact of Non-Cost Optimality </vt:lpstr>
      <vt:lpstr>CS621 Parallel and Distributed Computing</vt:lpstr>
      <vt:lpstr>Objectives</vt:lpstr>
      <vt:lpstr>Effect of Granularity on Performance   </vt:lpstr>
      <vt:lpstr>Effect of Granularity on Performance   </vt:lpstr>
      <vt:lpstr>Scalability of Parallel Systems </vt:lpstr>
      <vt:lpstr>Scaling Characteristics of Parallel Programs </vt:lpstr>
      <vt:lpstr>Scaling Characteristics of Parallel Programs: Example </vt:lpstr>
      <vt:lpstr>Scaling Characteristics of Parallel Programs: Example (cont.) </vt:lpstr>
      <vt:lpstr>Scaling Characteristics of Parallel Programs    </vt:lpstr>
      <vt:lpstr>Scaling Characteristics of Parallel Programs    </vt:lpstr>
      <vt:lpstr>CS621 Parallel and Distributed Computing</vt:lpstr>
      <vt:lpstr>Objectives</vt:lpstr>
      <vt:lpstr>Isoefficiency Metric of Scalability</vt:lpstr>
      <vt:lpstr>Isoefficiency Metric of Scalability </vt:lpstr>
      <vt:lpstr> Isoefficiency Metric of Scalability  </vt:lpstr>
      <vt:lpstr>Isoefficiency Metric of Scalability </vt:lpstr>
      <vt:lpstr>Isoefficiency Metric of Scalability </vt:lpstr>
      <vt:lpstr>Isoefficiency Metric of Scalability </vt:lpstr>
      <vt:lpstr>Isoefficiency Metric of Scalability   </vt:lpstr>
      <vt:lpstr>Isoefficiency Metric: Example   </vt:lpstr>
      <vt:lpstr>Isoefficiency Metric: Example  </vt:lpstr>
      <vt:lpstr>CS621 Parallel and Distributed Computing</vt:lpstr>
      <vt:lpstr>Objectives</vt:lpstr>
      <vt:lpstr>Cost-Optimality and the Isoefficiency Function  </vt:lpstr>
      <vt:lpstr>Lower Bound on the Isoefficiency Function   </vt:lpstr>
      <vt:lpstr>Degree of Concurrency and the Isoefficiency Function   </vt:lpstr>
      <vt:lpstr>Degree of Concurrency and the Isoefficiency Function: Example </vt:lpstr>
      <vt:lpstr>Minimum Execution Time and Minimum Cost-Optimal Execution Time </vt:lpstr>
      <vt:lpstr>Minimum Execution Time: Example </vt:lpstr>
      <vt:lpstr>Minimum Cost-Optimal Parallel Time  </vt:lpstr>
      <vt:lpstr>Minimum Cost-Optimal Parallel Time: Example </vt:lpstr>
      <vt:lpstr>Asymptotic Analysis of Parallel Programs  </vt:lpstr>
      <vt:lpstr>Asymptotic Analysis of Parallel Programs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Academics 4</dc:creator>
  <cp:lastModifiedBy>Muhammad Anwaar Saeed</cp:lastModifiedBy>
  <cp:revision>986</cp:revision>
  <dcterms:created xsi:type="dcterms:W3CDTF">2023-01-20T10:20:35Z</dcterms:created>
  <dcterms:modified xsi:type="dcterms:W3CDTF">2023-07-18T11:47:35Z</dcterms:modified>
</cp:coreProperties>
</file>