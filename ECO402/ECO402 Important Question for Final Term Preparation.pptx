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78238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0884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88902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1299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4008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83442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66782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0743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14210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59558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1807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175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55009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91238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2744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77469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56721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C269E4-F89F-43D5-B5BC-6F72937F4689}" type="datetimeFigureOut">
              <a:rPr lang="en-PK" smtClean="0"/>
              <a:t>30/08/2021</a:t>
            </a:fld>
            <a:endParaRPr lang="en-P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1AB29-35CF-47FA-8271-4642F38895C2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6959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3DDBC-A8A0-492B-A3DA-A6E958878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4224" y="785191"/>
            <a:ext cx="8825658" cy="3329581"/>
          </a:xfrm>
        </p:spPr>
        <p:txBody>
          <a:bodyPr/>
          <a:lstStyle/>
          <a:p>
            <a:r>
              <a:rPr lang="en-US" dirty="0"/>
              <a:t>ECO402 Important Question for Final Term Preparation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5A4EA-FA87-4789-BA4F-062275172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By Easy Learning 700</a:t>
            </a:r>
            <a:endParaRPr lang="en-PK" sz="4800" dirty="0"/>
          </a:p>
        </p:txBody>
      </p:sp>
    </p:spTree>
    <p:extLst>
      <p:ext uri="{BB962C8B-B14F-4D97-AF65-F5344CB8AC3E}">
        <p14:creationId xmlns:p14="http://schemas.microsoft.com/office/powerpoint/2010/main" val="3816947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183F7-55F0-43C0-ACEF-BEEDC16E2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3F5772-C954-436E-85E2-9DC3079EE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a competitive firm breaking even?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1614755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1B916-9FC3-4FA8-B5A1-175E91E9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6DCD-D9A9-4A1F-A5A9-142E9B3C0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a competitive firm incurring losses?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2175498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C2B8-B64B-4B96-A545-279303DB5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69C0A-7FB0-43ED-828D-BC7DAD07D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Marginal revenue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153092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DAAF-2820-48FE-8DA8-68C5A055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99809-0CC9-437E-AF3E-221D0D51E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short run market supply curve?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761623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C710A-CBE9-41A5-9B3B-78DE3EC3D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782" y="1331259"/>
            <a:ext cx="8946541" cy="4195481"/>
          </a:xfrm>
        </p:spPr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the concept of perfectly elastic and inelastic for short run supply?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4026403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59AA1-D0E6-471C-AF3F-4B6A78BCA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5B7B0-B7ED-47D2-B89A-6E659787C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the difference between the accounting profit and economics profit?</a:t>
            </a:r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3380464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C7C75-682F-4929-8013-9128A5544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7051" y="1112013"/>
            <a:ext cx="8946541" cy="4195481"/>
          </a:xfrm>
        </p:spPr>
        <p:txBody>
          <a:bodyPr>
            <a:normAutofit/>
          </a:bodyPr>
          <a:lstStyle/>
          <a:p>
            <a:r>
              <a:rPr lang="en-US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How can we measure the degree of economics of scope, Kindly explain with the help of Formula?</a:t>
            </a:r>
            <a:endParaRPr lang="en-PK" sz="5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6000" dirty="0"/>
          </a:p>
        </p:txBody>
      </p:sp>
    </p:spTree>
    <p:extLst>
      <p:ext uri="{BB962C8B-B14F-4D97-AF65-F5344CB8AC3E}">
        <p14:creationId xmlns:p14="http://schemas.microsoft.com/office/powerpoint/2010/main" val="2167727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A225E-4F26-4B91-9551-51A73C018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AB13A-D749-431B-A26F-D365A814E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the opportunity cost of land?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398555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14EB8-3807-4EB8-B0AA-49B233F2D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37790-E688-40D3-8275-91C3FDB39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zero profit is necessary or is must in long- run equilibrium.?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2934470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EFB24-C41A-483C-8422-E6B335211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A3838-A2F3-4CA9-8287-CD65FCFAB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what are the characteristics of a market structure? </a:t>
            </a:r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1709020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39FE4-0EFA-41F9-9080-786C76207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808" y="1165022"/>
            <a:ext cx="8946541" cy="4195481"/>
          </a:xfrm>
        </p:spPr>
        <p:txBody>
          <a:bodyPr>
            <a:normAutofit/>
          </a:bodyPr>
          <a:lstStyle/>
          <a:p>
            <a:pPr marL="190500">
              <a:spcBef>
                <a:spcPts val="130"/>
              </a:spcBef>
              <a:spcAft>
                <a:spcPts val="0"/>
              </a:spcAft>
            </a:pPr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Explain the following;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11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Times New Roman" panose="02020603050405020304" pitchFamily="18" charset="0"/>
              <a:buAutoNum type="alphaLcParenR"/>
              <a:tabLst>
                <a:tab pos="355600" algn="l"/>
              </a:tabLst>
            </a:pPr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Marginal Cost and Marginal</a:t>
            </a:r>
            <a:r>
              <a:rPr lang="en-US" sz="5000" b="1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Revenues?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Total Cost and Total</a:t>
            </a:r>
            <a:r>
              <a:rPr lang="en-US" sz="5000" b="1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Revenues? </a:t>
            </a:r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973515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2C8B-93AA-4CE3-AFC7-B5E721AB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0E009-90F1-4934-84EE-CE42CE5EA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elasticity of demand for downward slopping curve?</a:t>
            </a:r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3402550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1A37B-2632-47B6-8D68-5605ECF51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9D189-893C-4ABC-9D4B-E7C5F8C14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</a:t>
            </a:r>
            <a:r>
              <a:rPr lang="en-US" sz="5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Tarrif</a:t>
            </a:r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3725418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B99D-21F0-4B38-BC2A-5D40671ED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0BB94-6E84-4355-9615-A5FBD4A12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does the term quotas mean?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3264553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6875-110F-4836-A887-975CB29C9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A336E-6843-4DEC-B536-6C2C1EBF7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Carlito"/>
                <a:ea typeface="Times New Roman" panose="02020603050405020304" pitchFamily="18" charset="0"/>
              </a:rPr>
              <a:t>Define Cardinal utility and ordinal utility?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4004437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56BC-31BF-4D3F-9A4B-E4A7AB5D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9618C-F4DE-4C67-AF0C-3047ACD19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the calculation of subsidy?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2927201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EEE0-7039-4472-9D56-777EDE1DA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82E8C-B940-4C28-A5FB-044E02274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Deadweight Loss?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254524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2DC5-0A34-47C7-932C-399F8912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174F2-E931-459E-9574-3A59598CF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barriers , natural ana artificial monopoly?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1617756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1E77-14B9-43B8-B2FF-422E67271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4A43F-7140-4990-93E5-26A60905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Please define Marginal &amp; Average product?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3112195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72CFE-6427-41CD-B8FB-D098461A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BEB0C-46EF-4D3B-9AB1-7925C6385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the cost function?</a:t>
            </a:r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4024043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E3E9D-804E-4150-B065-1A0B8DF93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3AD1A-4244-4AE2-A912-F11D2EA2F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Two</a:t>
            </a:r>
            <a:r>
              <a:rPr lang="en-US" sz="5000" b="1" kern="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‐</a:t>
            </a:r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 tariff?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3601218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8C6B8-813A-4DC1-AEB7-A6228CBE5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C10FE-0842-49D0-9894-7A4039266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the difference between MC and MR?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755411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95B3F-AFE7-4F1A-B9F0-FDC1EC00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A7999-2242-46DB-AD0A-96880A505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monopolist’s average revenue?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2036718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9824-C02C-4DD2-A88C-1AB31A5C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D5192-686E-4B2E-9F11-8425910F9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Economic rent and opportunity cost?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709337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8643-60AC-4782-9E3D-AA757DFC2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7B851-4EA3-4E2D-802D-980A19354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Social Cost?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3400115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33A92-0BD1-4D8D-9758-8D9B329E8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50612-CD04-438B-9706-74B48610A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Rent seeking?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4043620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6739-F688-497F-B9D3-B3F61DEE2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9B828-A85C-47CD-9A46-0D6A5E2D9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Monopsony?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919799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EB61D-4465-46CF-B0A9-7E772766E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57E78-7DEB-4EEE-8575-95C64C681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Economies of scale?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133727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1E8A-5768-4554-965C-C119D2E3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98CA2-A954-4147-8933-96EFED8E0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tariffs, bundling and variable profit?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26215931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ED6F-CD28-4CE1-9059-014EA917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D62C1-3793-4960-B696-61002D9AA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price discrimination?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2102480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CD2A5-F6D6-4612-A35D-309CAFEA9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991E4-511B-46F3-8B8B-8BEA3578A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incremental profit explain with an example?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2724185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6EBBB-6CEF-49DF-8106-A4BAC1DC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864DA-E5E7-40ED-B54E-AD16FE939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Trade off?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3360701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55592-1F1A-4724-923A-78CF8427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233C-B08E-423F-9BF4-D8FDD194B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Rebate?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2536522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69B2-A5B9-4752-8042-8EFFE5172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7AE50-8B2E-44AA-A63C-A8C913454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Rule of Thumb?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3596695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675E4-0259-4ED1-AE1C-608D5BD3F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63152-5C1B-446D-AD89-FC90424F3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</a:t>
            </a:r>
            <a:r>
              <a:rPr lang="en-US" sz="5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Hetrogenous</a:t>
            </a:r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Customers?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1262104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9FCBC-9BE3-4299-9AE0-6B4EFD817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C81F8-F04A-4F02-87D3-E75E3ADD7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Leakage?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3751466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B1A1-63A3-4103-864A-535275FD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548ED-A0DA-40CE-B75F-EF84D67A1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Real GDP?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8585386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D4D0-02C8-4846-A73A-073A6791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304DF-B2E4-4144-89C0-5D3D7E24E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 quantity demanded depends on price and advertising?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14283199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EB55-1529-402E-9AFD-00245A8E0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94CA8-6F5C-4C06-AE47-385CBA5F3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stock variables?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4272924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27CE2-202F-445D-97C7-46D8BA0A1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D567B-5756-4AFF-B115-4E44CC285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 The long run aggregate supply curve will shift to the right?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906390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42C2B-60C0-4625-91D7-8D22988FF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4E70-58DB-456A-8FE2-5A6958B3B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the types of Bundling?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39191421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CEF2-3D37-4905-89A9-D4C879825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6F9C8-2BB3-4797-9C9E-D912D8726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Explicit collusion and implicit collusion?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37540324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55FC-6A59-4B76-B81C-73FE4132F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EA4FF-8689-4852-B97F-3D593DDBB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Cournot equilibrium?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17651501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4AA16-CEF6-44F7-B72B-694E7E84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AB67C-3CBA-45EF-80A5-730F0EF81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Reaction curves?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4656881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5CE2-D14F-4BAE-84CB-1893D7B7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022D0-CC41-41E9-9EE9-2FA005058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Complement goods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5262205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7FFE-57C1-4B0F-A24E-4429FB43C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8185B-1C43-4821-9C99-7E1E40093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Oligopoly?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18916865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6265-14DA-4470-A13E-01C5CD83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1D9C7-53D0-4C90-9D81-4225F8BFE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Nash Equilibrium?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18329308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6243-EE4F-442E-911C-AE62A490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9CAE2-87E4-4C29-99BA-47C8CA55E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</a:t>
            </a:r>
            <a:r>
              <a:rPr lang="en-US" sz="50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stackelberg</a:t>
            </a:r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Model and Bertrand Model?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29979074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2AD6-9494-4FB4-A5C9-95B0B392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4F536-7813-4177-BD61-DABD74164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factor increase when output increase?</a:t>
            </a:r>
            <a:endParaRPr lang="en-PK" sz="5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16363430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2F88-D4B3-4293-89C7-C12150F5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23772-10AE-43DA-9F47-4CA34FE95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Cartel?</a:t>
            </a:r>
            <a:endParaRPr lang="en-PK" sz="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sz="5000" dirty="0"/>
          </a:p>
        </p:txBody>
      </p:sp>
    </p:spTree>
    <p:extLst>
      <p:ext uri="{BB962C8B-B14F-4D97-AF65-F5344CB8AC3E}">
        <p14:creationId xmlns:p14="http://schemas.microsoft.com/office/powerpoint/2010/main" val="16198935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235</TotalTime>
  <Words>370</Words>
  <Application>Microsoft Office PowerPoint</Application>
  <PresentationFormat>Widescreen</PresentationFormat>
  <Paragraphs>54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Carlito</vt:lpstr>
      <vt:lpstr>Century Gothic</vt:lpstr>
      <vt:lpstr>Times New Roman</vt:lpstr>
      <vt:lpstr>Trebuchet MS</vt:lpstr>
      <vt:lpstr>Wingdings 3</vt:lpstr>
      <vt:lpstr>Ion</vt:lpstr>
      <vt:lpstr>ECO402 Important Question for Final Term Preparation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MGT503 Important Question for Final Term Preparation </dc:title>
  <dc:creator>Ehtasham Ahmed</dc:creator>
  <cp:lastModifiedBy>Ehtasham Ahmed</cp:lastModifiedBy>
  <cp:revision>13</cp:revision>
  <dcterms:created xsi:type="dcterms:W3CDTF">2021-08-27T11:41:12Z</dcterms:created>
  <dcterms:modified xsi:type="dcterms:W3CDTF">2021-08-29T21:17:41Z</dcterms:modified>
</cp:coreProperties>
</file>